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801" r:id="rId2"/>
    <p:sldId id="800" r:id="rId3"/>
    <p:sldId id="672" r:id="rId4"/>
    <p:sldId id="822" r:id="rId5"/>
    <p:sldId id="825" r:id="rId6"/>
    <p:sldId id="826" r:id="rId7"/>
    <p:sldId id="848" r:id="rId8"/>
    <p:sldId id="846" r:id="rId9"/>
    <p:sldId id="845" r:id="rId10"/>
    <p:sldId id="849" r:id="rId11"/>
    <p:sldId id="850" r:id="rId12"/>
    <p:sldId id="836" r:id="rId13"/>
    <p:sldId id="847" r:id="rId14"/>
    <p:sldId id="837" r:id="rId15"/>
    <p:sldId id="851" r:id="rId16"/>
    <p:sldId id="829" r:id="rId17"/>
    <p:sldId id="821" r:id="rId18"/>
    <p:sldId id="852" r:id="rId19"/>
    <p:sldId id="795" r:id="rId20"/>
    <p:sldId id="796" r:id="rId21"/>
    <p:sldId id="816" r:id="rId22"/>
    <p:sldId id="818" r:id="rId23"/>
    <p:sldId id="819" r:id="rId24"/>
    <p:sldId id="820" r:id="rId25"/>
    <p:sldId id="853" r:id="rId26"/>
    <p:sldId id="827" r:id="rId27"/>
    <p:sldId id="82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90435" autoAdjust="0"/>
  </p:normalViewPr>
  <p:slideViewPr>
    <p:cSldViewPr snapToGrid="0">
      <p:cViewPr varScale="1">
        <p:scale>
          <a:sx n="125" d="100"/>
          <a:sy n="125" d="100"/>
        </p:scale>
        <p:origin x="408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62 244 8754 0 0,'-10'4'637'0'0,"1"1"-1"0"0,-1 0 1 0 0,-11 10 0 0 0,10-7-248 0 0,60-16 924 0 0,578-104-204 0 0,-475 90-709 0 0,143-26 72 0 0,103-14 614 0 0,1 34-480 0 0,-308 30-638 0 0,1 3 0 0 0,115 23 1 0 0,-188-24-849 0 0,-1 0 0 0 0,23 8 1 0 0,-36-9 179 0 0,1-1 1 0 0,-1 1 0 0 0,1 0 0 0 0,-1 0 0 0 0,0 0 0 0 0,0 1-1 0 0,0-1 1 0 0,-1 2 0 0 0,1-1 0 0 0,6 9 0 0 0,-4-5 593 0 0,-8-10 106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4609 0 0,'22'10'3007'0'0,"-6"-1"-1775"0"0,0 0-1 0 0,0 1 0 0 0,-1 1 0 0 0,0 0 0 0 0,22 23 1 0 0,-13-9-6 0 0,-1 1 0 0 0,22 33 1 0 0,-42-56-1119 0 0,-1 1 0 0 0,1 0 0 0 0,-1 0 0 0 0,0 0 0 0 0,0 0 0 0 0,0 1 0 0 0,-1-1 0 0 0,0 0 0 0 0,0 1 0 0 0,0-1 0 0 0,0 1 0 0 0,0-1 1 0 0,-1 1-1 0 0,0-1 0 0 0,0 1 0 0 0,0-1 0 0 0,-1 1 0 0 0,1-1 0 0 0,-3 10 0 0 0,-1-4-19 0 0,-1 0-1 0 0,0 0 1 0 0,0-1-1 0 0,-1 1 1 0 0,0-1-1 0 0,-1 0 1 0 0,-9 9 0 0 0,-6 6 60 0 0,-45 39 1 0 0,25-29-4383 0 0,29-24 1557 0 0,-5 6-3761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6449 0 0,'35'-10'1335'0'0,"292"-69"1818"0"0,93 19-1807 0 0,-343 52-1070 0 0,536-32 1852 0 0,-50 6-1665 0 0,-508 28-425 0 0,-17 1-117 0 0,0 2 0 0 0,0 1 0 0 0,61 5 1 0 0,-97-2-77 0 0,0-1 1 0 0,0 0 0 0 0,-1 0 0 0 0,1 1 0 0 0,0-1 0 0 0,0 1 0 0 0,-1 0 0 0 0,1-1-1 0 0,-1 1 1 0 0,1 0 0 0 0,0 0 0 0 0,-1 0 0 0 0,0 0 0 0 0,1 0 0 0 0,2 3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8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0,'1'3'199'0'0,"0"0"1"0"0,1 0-1 0 0,0 0 0 0 0,-1 0 1 0 0,1 0-1 0 0,0 0 1 0 0,1-1-1 0 0,-1 1 0 0 0,0-1 1 0 0,1 1-1 0 0,2 1 0 0 0,8 4 171 0 0,-1 0-1 0 0,1-1 1 0 0,0-1-1 0 0,0 0 0 0 0,1-1 1 0 0,26 7-1 0 0,18 7 137 0 0,-28-8-439 0 0,-12-5-76 0 0,0 1 1 0 0,0 1-1 0 0,0 0 0 0 0,-1 1 0 0 0,-1 1 0 0 0,30 23 0 0 0,-43-31 69 0 0,-1 0-1 0 0,0 0 0 0 0,0 0 1 0 0,-1 0-1 0 0,1 1 1 0 0,0-1-1 0 0,-1 0 0 0 0,1 1 1 0 0,-1-1-1 0 0,0 1 1 0 0,0 0-1 0 0,0-1 0 0 0,1 6 1 0 0,-2-6 49 0 0,0 0 0 0 0,0 0-1 0 0,-1 0 1 0 0,1 0 0 0 0,-1 0 0 0 0,1 0 0 0 0,-1 0 0 0 0,0 0-1 0 0,0 0 1 0 0,1 0 0 0 0,-1-1 0 0 0,-1 1 0 0 0,1 0 0 0 0,0-1 0 0 0,0 1-1 0 0,-1-1 1 0 0,1 1 0 0 0,0-1 0 0 0,-4 3 0 0 0,-20 23 553 0 0,0 1-1 0 0,1 1 1 0 0,-28 48 0 0 0,-16 19-775 0 0,53-77-453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0 3681 0 0,'-7'1'402'0'0,"1"0"0"0"0,0 0 0 0 0,-1 0 0 0 0,1 1-1 0 0,0 0 1 0 0,0 0 0 0 0,0 0 0 0 0,0 1 0 0 0,0 0 0 0 0,1 0 0 0 0,-1 1 0 0 0,1-1 0 0 0,0 1 0 0 0,0 0 0 0 0,0 1 0 0 0,1-1 0 0 0,-1 1 0 0 0,1 0 0 0 0,0 0 0 0 0,-6 11 0 0 0,-5 9 61 0 0,1 0 1 0 0,2 1 0 0 0,-13 34-1 0 0,23-53-437 0 0,-1-1 0 0 0,1 1-1 0 0,0 0 1 0 0,1 0 0 0 0,-1 1-1 0 0,1-1 1 0 0,1 0 0 0 0,-1 0 0 0 0,2 9-1 0 0,-1-14-42 0 0,1 0 0 0 0,-1 0 1 0 0,1 1-1 0 0,-1-1 0 0 0,1 0 0 0 0,0 0 0 0 0,0 0 0 0 0,0 0 0 0 0,0 0 0 0 0,1 0 0 0 0,-1 0 0 0 0,0 0 0 0 0,1-1 0 0 0,0 1 0 0 0,-1 0 1 0 0,1-1-1 0 0,0 1 0 0 0,0-1 0 0 0,-1 0 0 0 0,1 1 0 0 0,0-1 0 0 0,0 0 0 0 0,1 0 0 0 0,-1 0 0 0 0,0-1 0 0 0,0 1 0 0 0,0 0 1 0 0,1-1-1 0 0,-1 0 0 0 0,0 1 0 0 0,0-1 0 0 0,4 0 0 0 0,9 0-66 0 0,0-1 0 0 0,1 0 0 0 0,-1-1 1 0 0,0-1-1 0 0,0 0 0 0 0,20-7 0 0 0,-22 5 90 0 0,1 1 1 0 0,0 1-1 0 0,-1 0 1 0 0,1 1-1 0 0,0 0 1 0 0,0 1-1 0 0,25 2 1 0 0,-37-1 5 0 0,0 0 0 0 0,0 1 0 0 0,0-1 0 0 0,0 0-1 0 0,0 1 1 0 0,0 0 0 0 0,0-1 0 0 0,0 1 0 0 0,0 0 0 0 0,-1 0 0 0 0,1 0 0 0 0,0 0 0 0 0,-1 0 0 0 0,1 1 0 0 0,-1-1 0 0 0,1 0 0 0 0,-1 1 0 0 0,1-1-1 0 0,-1 1 1 0 0,0 0 0 0 0,0-1 0 0 0,1 3 0 0 0,-1-1 11 0 0,0 1 1 0 0,0-1-1 0 0,0 0 0 0 0,-1 0 0 0 0,0 0 0 0 0,1 1 1 0 0,-1-1-1 0 0,0 0 0 0 0,-1 0 0 0 0,1 1 0 0 0,-1-1 1 0 0,0 5-1 0 0,-4 5 23 0 0,1 1 1 0 0,-2-1 0 0 0,0-1-1 0 0,0 1 1 0 0,-10 13-1 0 0,-16 17-15 0 0,-1-1-1 0 0,-3-2 0 0 0,-1-1 0 0 0,-81 64 0 0 0,97-87-773 0 0,1 0-225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1 413 5785 0 0,'13'-9'211'0'0,"-1"-1"-1"0"0,0 0 1 0 0,-1-1 0 0 0,0 0-1 0 0,0-1 1 0 0,-1-1-1 0 0,13-21 1 0 0,-16 24 72 0 0,-1-1 0 0 0,-1 1 1 0 0,0-2-1 0 0,0 1 0 0 0,-1 0 0 0 0,-1-1 0 0 0,0 0 0 0 0,0 0 1 0 0,-1 0-1 0 0,0-16 0 0 0,-2 11 122 0 0,-1 0 0 0 0,-6-30-1 0 0,5 39-345 0 0,0 1 0 0 0,0 0 0 0 0,0 0 0 0 0,-1 0 1 0 0,0 0-1 0 0,0 1 0 0 0,-1-1 0 0 0,-8-11 0 0 0,12 18-59 0 0,0-1 1 0 0,0 1-1 0 0,-1 0 1 0 0,1-1-1 0 0,-1 1 1 0 0,1-1-1 0 0,0 1 1 0 0,-1 0-1 0 0,1-1 1 0 0,-1 1-1 0 0,1 0 1 0 0,-1-1 0 0 0,1 1-1 0 0,-1 0 1 0 0,1 0-1 0 0,-1-1 1 0 0,1 1-1 0 0,-1 0 1 0 0,1 0-1 0 0,-1 0 1 0 0,1 0-1 0 0,-1 0 1 0 0,0 0-1 0 0,1 0 1 0 0,-1 0-1 0 0,1 0 1 0 0,-1 0 0 0 0,1 0-1 0 0,-1 0 1 0 0,1 0-1 0 0,-2 1 1 0 0,-10 14-45 0 0,0 27-224 0 0,6-9 31 0 0,1 0 1 0 0,0 53-1 0 0,5-71 166 0 0,1 0-1 0 0,0 0 0 0 0,1 0 1 0 0,0-1-1 0 0,2 1 1 0 0,-1-1-1 0 0,2 1 1 0 0,7 16-1 0 0,-8-24 40 0 0,0-1-1 0 0,1 1 1 0 0,0-1-1 0 0,0-1 0 0 0,0 1 1 0 0,1-1-1 0 0,-1 0 1 0 0,1 0-1 0 0,0 0 0 0 0,1-1 1 0 0,-1 0-1 0 0,1 0 1 0 0,0-1-1 0 0,0 0 0 0 0,0 0 1 0 0,0 0-1 0 0,1-1 1 0 0,-1 0-1 0 0,1-1 0 0 0,-1 1 1 0 0,1-2-1 0 0,0 1 1 0 0,11-1-1 0 0,-11 0-11 0 0,1 0 0 0 0,0-1 0 0 0,-1 0 0 0 0,1 0 1 0 0,0-1-1 0 0,-1 0 0 0 0,0-1 0 0 0,1 0 0 0 0,-1 0 0 0 0,0 0 0 0 0,-1-1 0 0 0,1-1 0 0 0,-1 1 0 0 0,1-1 0 0 0,-1 0 0 0 0,-1-1 1 0 0,1 1-1 0 0,-1-2 0 0 0,0 1 0 0 0,8-11 0 0 0,-7 3-31 0 0,0-1-1 0 0,-1 0 1 0 0,0 0 0 0 0,-1-1-1 0 0,-1 0 1 0 0,-1 0 0 0 0,0 0 0 0 0,-1 0-1 0 0,0-17 1 0 0,0 10 359 0 0,0 1 0 0 0,2 0 1 0 0,10-36-1 0 0,-14 57-235 0 0,1 0 0 0 0,-1 0 0 0 0,0 0 0 0 0,0 1 0 0 0,0-1 0 0 0,0 0 1 0 0,1 0-1 0 0,-1 1 0 0 0,0-1 0 0 0,1 0 0 0 0,-1 1 0 0 0,1-1 0 0 0,-1 0 0 0 0,1 1 0 0 0,-1-1 0 0 0,1 1 0 0 0,-1-1 0 0 0,1 0 0 0 0,-1 1 0 0 0,1 0 1 0 0,0-1-1 0 0,-1 1 0 0 0,1-1 0 0 0,0 1 0 0 0,0-1 0 0 0,0 2 19 0 0,0-1 1 0 0,-1 1-1 0 0,1-1 0 0 0,0 1 0 0 0,-1-1 1 0 0,1 1-1 0 0,-1 0 0 0 0,1-1 1 0 0,-1 1-1 0 0,1 0 0 0 0,-1-1 0 0 0,1 1 1 0 0,-1 0-1 0 0,0 0 0 0 0,1-1 1 0 0,-1 1-1 0 0,0 0 0 0 0,1 1 0 0 0,8 43 1496 0 0,-4-2-587 0 0,-3-22-920 0 0,0 0 0 0 0,1 0-1 0 0,1-1 1 0 0,1 1 0 0 0,1-1 0 0 0,1 0-1 0 0,15 31 1 0 0,-22-50-89 0 0,1 0 1 0 0,-1-1 0 0 0,0 1-1 0 0,1-1 1 0 0,-1 1-1 0 0,0-1 1 0 0,1 1-1 0 0,-1-1 1 0 0,1 1 0 0 0,-1-1-1 0 0,0 1 1 0 0,1-1-1 0 0,0 1 1 0 0,-1-1-1 0 0,1 0 1 0 0,-1 1 0 0 0,1-1-1 0 0,-1 0 1 0 0,1 0-1 0 0,0 1 1 0 0,-1-1-1 0 0,1 0 1 0 0,-1 0-1 0 0,1 0 1 0 0,0 0 0 0 0,-1 0-1 0 0,1 0 1 0 0,0 0-1 0 0,-1 0 1 0 0,1 0-1 0 0,0 0 1 0 0,-1 0 0 0 0,2 0-1 0 0,0-1 11 0 0,0-1 0 0 0,0 1 0 0 0,-1 0 0 0 0,1 0 0 0 0,0-1 0 0 0,-1 1 0 0 0,1-1 0 0 0,-1 0 0 0 0,1 1 0 0 0,1-4 0 0 0,25-47 124 0 0,-27 50-129 0 0,27-78-39 0 0,-22 59 199 0 0,1 0 0 0 0,1 1 0 0 0,17-32 0 0 0,-25 51-86 0 0,0 1-1 0 0,1-1 1 0 0,-1 0 0 0 0,0 1 0 0 0,1-1 0 0 0,-1 0 0 0 0,1 1 0 0 0,-1-1 0 0 0,1 1-1 0 0,-1-1 1 0 0,1 1 0 0 0,-1-1 0 0 0,1 1 0 0 0,-1 0 0 0 0,1-1 0 0 0,0 1 0 0 0,-1-1-1 0 0,1 1 1 0 0,0 0 0 0 0,-1 0 0 0 0,1-1 0 0 0,0 1 0 0 0,-1 0 0 0 0,1 0-1 0 0,0 0 1 0 0,0 0 0 0 0,-1 0 0 0 0,2 0 0 0 0,-1 0 26 0 0,0 1 0 0 0,0 0 1 0 0,1-1-1 0 0,-1 1 0 0 0,0 0 0 0 0,0 0 1 0 0,0 0-1 0 0,0-1 0 0 0,0 1 0 0 0,0 0 1 0 0,0 0-1 0 0,-1 0 0 0 0,1 1 0 0 0,1 1 1 0 0,4 8 346 0 0,-1 1 0 0 0,8 21 0 0 0,-8-19-323 0 0,2 2-906 0 0,1 0 0 0 0,0 0 0 0 0,1-1-1 0 0,20 25 1 0 0,-15-24-4398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 7834 0 0,'1'0'120'0'0,"-1"0"-1"0"0,1 0 1 0 0,-1-1 0 0 0,1 1 0 0 0,-1 0 0 0 0,1 0 0 0 0,-1 0 0 0 0,1 0 0 0 0,-1 0 0 0 0,1 0-1 0 0,-1 0 1 0 0,1 0 0 0 0,-1 0 0 0 0,1 0 0 0 0,-1 0 0 0 0,1 0 0 0 0,-1 0 0 0 0,1 0 0 0 0,-1 1 0 0 0,1-1-1 0 0,-1 0 1 0 0,1 0 0 0 0,-1 0 0 0 0,0 1 0 0 0,1-1 0 0 0,-1 0 0 0 0,1 1 0 0 0,-1-1 0 0 0,0 0-1 0 0,1 1 1 0 0,-1-1 0 0 0,0 1 0 0 0,1-1 0 0 0,-1 0 0 0 0,0 1 0 0 0,3 23 2221 0 0,-14 29-632 0 0,10-49-1532 0 0,-21 59 779 0 0,16-51-845 0 0,1 1 1 0 0,1 0-1 0 0,0 0 1 0 0,0 1-1 0 0,1-1 0 0 0,1 1 1 0 0,0 0-1 0 0,1 21 1 0 0,1-33-127 0 0,0 0 0 0 0,0 0 0 0 0,1 0 0 0 0,-1 0 0 0 0,1-1 1 0 0,0 1-1 0 0,0 0 0 0 0,-1 0 0 0 0,1-1 0 0 0,0 1 0 0 0,0 0 0 0 0,1-1 0 0 0,-1 1 0 0 0,0-1 0 0 0,0 1 0 0 0,1-1 1 0 0,-1 0-1 0 0,1 1 0 0 0,2 0 0 0 0,-1 0-53 0 0,0 0-1 0 0,1-1 1 0 0,-1 0 0 0 0,1 0 0 0 0,0 0 0 0 0,-1 0 0 0 0,1 0-1 0 0,0-1 1 0 0,6 1 0 0 0,7-2-198 0 0,0 0 0 0 0,0-1 0 0 0,26-6 0 0 0,-28 4 304 0 0,-3 2-52 0 0,1-1-1 0 0,0 1 1 0 0,1 1-1 0 0,-1 0 1 0 0,25 2-1 0 0,-35 0 65 0 0,-1-1-1 0 0,1 1 0 0 0,-1-1 1 0 0,1 1-1 0 0,-1 0 0 0 0,1 0 0 0 0,-1 0 1 0 0,0 0-1 0 0,0 0 0 0 0,1 1 0 0 0,-1-1 1 0 0,0 1-1 0 0,0-1 0 0 0,0 1 1 0 0,0 0-1 0 0,-1 0 0 0 0,1 0 0 0 0,0 0 1 0 0,-1 0-1 0 0,0 0 0 0 0,1 0 0 0 0,-1 0 1 0 0,0 1-1 0 0,0-1 0 0 0,0 1 1 0 0,0-1-1 0 0,0 0 0 0 0,-1 1 0 0 0,1-1 1 0 0,-1 1-1 0 0,0 0 0 0 0,0-1 1 0 0,0 1-1 0 0,0-1 0 0 0,0 1 0 0 0,0-1 1 0 0,-1 4-1 0 0,-1 6 234 0 0,0 0 1 0 0,0-1-1 0 0,-2 1 1 0 0,1-1-1 0 0,-1 0 1 0 0,-9 17-1 0 0,-39 59-4074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5985 0 0,'13'-24'4445'0'0,"-13"23"-4402"0"0,1 18 2728 0 0,-2 10-626 0 0,1-1 0 0 0,5 42 0 0 0,3-28-3592 0 0,4-2-3676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0,'0'4'288'0'0,"0"-1"-288"0"0,0 0 0 0 0,0-2 0 0 0,0 2 280 0 0,0 0 0 0 0,2 2 0 0 0,-1 5 0 0 0,0 2-760 0 0,4 3-144 0 0,3 4-32 0 0,0-1-9 0 0,2 0 521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0,'39'22'8835'0'0,"-7"2"-4322"0"0,-27-18-4240 0 0,0-1 1 0 0,0 1-1 0 0,-1-1 1 0 0,1 2-1 0 0,-2-1 1 0 0,1 0-1 0 0,-1 1 1 0 0,0-1-1 0 0,4 14 0 0 0,3 21-273 0 0,-8-30-498 0 0,0 0 1 0 0,1 0-1 0 0,5 13 0 0 0,-8-23 416 0 0,0-1 0 0 0,1 1 0 0 0,-1-1 0 0 0,0 0 0 0 0,0 1 0 0 0,0-1 0 0 0,0 1 0 0 0,1-1 0 0 0,-1 0 0 0 0,0 1 0 0 0,1-1 0 0 0,-1 0 0 0 0,0 0 0 0 0,0 1 0 0 0,1-1 0 0 0,-1 0 0 0 0,0 0 0 0 0,1 1 0 0 0,-1-1 0 0 0,1 0 0 0 0,-1 0 0 0 0,0 0 0 0 0,1 0 0 0 0,-1 1 0 0 0,1-1 0 0 0,-1 0 0 0 0,0 0 0 0 0,1 0 0 0 0,-1 0 0 0 0,1 0 0 0 0,-1 0 0 0 0,1 0 0 0 0,13-9-1353 0 0,7-19 657 0 0,-14 15 698 0 0,0-1 1 0 0,9-28-1 0 0,-13 32 184 0 0,0 0-1 0 0,1 0 1 0 0,1 0 0 0 0,0 0-1 0 0,0 1 1 0 0,1 0 0 0 0,12-16-1 0 0,-17 24-81 0 0,-1 1 0 0 0,0 0 0 0 0,1 0 0 0 0,-1-1 0 0 0,1 1 0 0 0,-1 0 0 0 0,1 0 0 0 0,-1-1 0 0 0,1 1 0 0 0,0 0 0 0 0,-1 0 0 0 0,1 0 0 0 0,-1 0 0 0 0,1 0 0 0 0,-1 0 0 0 0,1 0 0 0 0,-1 0 0 0 0,1 0 0 0 0,0 0 0 0 0,-1 0 0 0 0,1 0 0 0 0,-1 0 0 0 0,1 1 0 0 0,-1-1 0 0 0,1 0 0 0 0,-1 0 0 0 0,1 1 0 0 0,-1-1 0 0 0,1 0 0 0 0,-1 0 0 0 0,0 1 0 0 0,1-1 0 0 0,-1 1 0 0 0,1-1 0 0 0,-1 0 0 0 0,0 1 0 0 0,1-1 0 0 0,-1 1 0 0 0,0-1 0 0 0,1 1-1 0 0,-1-1 1 0 0,0 1 0 0 0,0-1 0 0 0,0 1 0 0 0,1-1 0 0 0,-1 2 0 0 0,13 27 638 0 0,-12-25-544 0 0,40 129 411 0 0,-35-117-1038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13 5185 0 0,'-4'-13'1627'0'0,"-3"30"2061"0"0,-29 53-38 0 0,19-42-2973 0 0,3 0 0 0 0,0 1 0 0 0,-12 39 0 0 0,25-64-685 0 0,0 1 0 0 0,0-1-1 0 0,0 1 1 0 0,0-1 0 0 0,1 1 0 0 0,0 0-1 0 0,0-1 1 0 0,0 1 0 0 0,1-1 0 0 0,-1 1-1 0 0,1 0 1 0 0,0-1 0 0 0,1 0 0 0 0,-1 1-1 0 0,1-1 1 0 0,2 5 0 0 0,-3-7-105 0 0,1 0 0 0 0,0 1 1 0 0,0-1-1 0 0,0 0 0 0 0,0 0 1 0 0,0 0-1 0 0,0 0 1 0 0,1 0-1 0 0,-1-1 0 0 0,0 1 1 0 0,1-1-1 0 0,0 0 0 0 0,-1 1 1 0 0,1-1-1 0 0,0 0 0 0 0,0-1 1 0 0,-1 1-1 0 0,1 0 0 0 0,0-1 1 0 0,0 0-1 0 0,0 1 0 0 0,0-1 1 0 0,0 0-1 0 0,0-1 1 0 0,0 1-1 0 0,3-1 0 0 0,-2 0-60 0 0,1 1 1 0 0,-1-1-1 0 0,1-1 0 0 0,-1 1 0 0 0,0-1 0 0 0,0 1 1 0 0,0-1-1 0 0,0 0 0 0 0,0-1 0 0 0,0 1 0 0 0,0-1 0 0 0,-1 0 1 0 0,1 1-1 0 0,4-7 0 0 0,-3 3 48 0 0,0 0 0 0 0,-1 0 0 0 0,0-1 0 0 0,0 0-1 0 0,-1 1 1 0 0,0-1 0 0 0,0 0 0 0 0,2-8 0 0 0,1-13 608 0 0,-1 1-1 0 0,-1-1 1 0 0,0-47 0 0 0,-3 62-23 0 0,-2 0 250 0 0,1 9-309 0 0,0 1 0 0 0,0-1 0 0 0,0 0 0 0 0,0 1 0 0 0,1-1-1 0 0,-1 1 1 0 0,3-7 0 0 0,12 47 2081 0 0,4 48-1694 0 0,-3 2 0 0 0,9 158 0 0 0,-25-238-767 0 0,6 93 265 0 0,-9 133 0 0 0,-2-174-654 0 0,-3 1 0 0 0,-2-2 1 0 0,-29 92-1 0 0,2-34-947 0 0,20-56 1064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89 3681 0 0,'0'0'185'0'0,"1"0"-1"0"0,-1 0 1 0 0,1-1 0 0 0,-1 1 0 0 0,1 0-1 0 0,-1 0 1 0 0,1 0 0 0 0,0 0 0 0 0,-1 0-1 0 0,1 0 1 0 0,-1 0 0 0 0,1 0 0 0 0,-1 0-1 0 0,1 1 1 0 0,-1-1 0 0 0,1 0 0 0 0,-1 0-1 0 0,1 0 1 0 0,-1 1 0 0 0,1-1 0 0 0,2 3 1293 0 0,-2-3-1293 0 0,-1 1-1 0 0,0-1 1 0 0,1 1 0 0 0,-1-1 0 0 0,0 1-1 0 0,0-1 1 0 0,1 1 0 0 0,10 15 389 0 0,0 0-1 0 0,-1 0 1 0 0,0 1 0 0 0,-2 1-1 0 0,0-1 1 0 0,-1 1 0 0 0,8 31-1 0 0,-2 8-676 0 0,8 75-1 0 0,4-191-2511 0 0,-4-28 1021 0 0,17-55 1699 0 0,-32 122 39 0 0,2 1-1 0 0,0 0 0 0 0,1 1 0 0 0,23-35 1 0 0,-31 50-58 0 0,1 0 1 0 0,1 0-1 0 0,-1 1 1 0 0,0-1-1 0 0,1 1 1 0 0,-1-1-1 0 0,1 1 1 0 0,0 0-1 0 0,0 0 0 0 0,0 0 1 0 0,0 0-1 0 0,0 0 1 0 0,0 1-1 0 0,1 0 1 0 0,3-2-1 0 0,-5 3-8 0 0,0 0 1 0 0,0 0-1 0 0,-1 0 0 0 0,1 0 0 0 0,0 1 0 0 0,0-1 0 0 0,0 1 0 0 0,0-1 1 0 0,0 1-1 0 0,0 0 0 0 0,0-1 0 0 0,0 1 0 0 0,-1 0 0 0 0,1 0 0 0 0,0 0 1 0 0,-1 0-1 0 0,1 1 0 0 0,-1-1 0 0 0,1 0 0 0 0,-1 1 0 0 0,1-1 0 0 0,-1 1 1 0 0,0-1-1 0 0,0 1 0 0 0,0 0 0 0 0,0 0 0 0 0,1 3 0 0 0,7 12 235 0 0,0 0 0 0 0,-2 1 0 0 0,0 0 1 0 0,6 31-1 0 0,10 82 104 0 0,0-5-829 0 0,-4-64-1255 0 0,-8-35-3750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62 6449 0 0,'-2'14'204'0'0,"0"-1"1"0"0,0 0-1 0 0,1 0 0 0 0,1 0 0 0 0,2 25 0 0 0,-1-8 249 0 0,-1-18-247 0 0,1 1 1 0 0,0-1-1 0 0,1 0 0 0 0,0 0 1 0 0,1 0-1 0 0,0 0 0 0 0,0 0 0 0 0,6 11 1 0 0,-7-20-185 0 0,0 1 1 0 0,0-1 0 0 0,0 0 0 0 0,0 0-1 0 0,1 0 1 0 0,-1 0 0 0 0,1 0 0 0 0,0-1-1 0 0,0 1 1 0 0,0-1 0 0 0,0 1 0 0 0,0-1 0 0 0,0 0-1 0 0,1-1 1 0 0,-1 1 0 0 0,1 0 0 0 0,-1-1-1 0 0,1 0 1 0 0,0 0 0 0 0,-1 0 0 0 0,1 0-1 0 0,0 0 1 0 0,0-1 0 0 0,0 0 0 0 0,-1 0-1 0 0,1 0 1 0 0,0 0 0 0 0,0-1 0 0 0,6 0-1 0 0,-3-1 29 0 0,0 1-1 0 0,0-1 0 0 0,-1 0 0 0 0,1-1 1 0 0,0 0-1 0 0,-1 0 0 0 0,1 0 0 0 0,-1-1 1 0 0,0 1-1 0 0,0-2 0 0 0,-1 1 1 0 0,1-1-1 0 0,-1 1 0 0 0,0-2 0 0 0,0 1 1 0 0,0 0-1 0 0,-1-1 0 0 0,0 0 0 0 0,0 0 1 0 0,0 0-1 0 0,-1-1 0 0 0,0 1 1 0 0,0-1-1 0 0,2-10 0 0 0,-2 9 49 0 0,-2-1 0 0 0,1 1 0 0 0,-1-1 0 0 0,0 1 0 0 0,-1-1 0 0 0,0 0 0 0 0,0 1-1 0 0,-1-1 1 0 0,0 1 0 0 0,0-1 0 0 0,-1 1 0 0 0,0-1 0 0 0,-1 1 0 0 0,0 0 0 0 0,0 0 0 0 0,-1 0 0 0 0,0 1 0 0 0,0-1 0 0 0,0 1-1 0 0,-7-8 1 0 0,6 9 30 0 0,0 1-1 0 0,-1 0 0 0 0,0-1 1 0 0,0 2-1 0 0,0-1 0 0 0,0 1 1 0 0,-1 0-1 0 0,0 0 0 0 0,0 1 1 0 0,0 0-1 0 0,0 0 1 0 0,0 1-1 0 0,-14-4 0 0 0,13 5-678 0 0,0 0-1 0 0,0 0 1 0 0,1 1-1 0 0,-1 0 0 0 0,0 1 1 0 0,0-1-1 0 0,0 1 1 0 0,-10 3-1 0 0,-4 3-4122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2304 0 0,'9'-5'10550'0'0,"2"24"-7149"0"0,5 28-1912 0 0,27 194 2107 0 0,-36-183-3649 0 0,2 0 0 0 0,3-1-1 0 0,2 0 1 0 0,22 55 0 0 0,-30-97-351 0 0,1-1 0 0 0,1 0 0 0 0,17 25-1 0 0,-21-33-186 0 0,1 0-1 0 0,1-1 0 0 0,-1 1 0 0 0,1-1 1 0 0,-1-1-1 0 0,9 6 0 0 0,5 0-5177 0 0</inkml:trace>
  <inkml:trace contextRef="#ctx0" brushRef="#br0" timeOffset="1">24 350 6913 0 0,'2'0'609'0'0,"1"-2"-481"0"0,3 1-128 0 0,-2-2 0 0 0,1 2 272 0 0,-1-2 32 0 0,5 0 8 0 0,6-3 0 0 0,8-4 232 0 0,10-4 56 0 0,8-2 8 0 0,3-2 0 0 0,-1 3-288 0 0,0 0-47 0 0,-2 1-17 0 0,8 0-2361 0 0,-2 0-471 0 0,-1 2-97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6449 0 0,'-11'1'605'0'0,"-1"0"-1"0"0,1 1 0 0 0,0 0 0 0 0,0 1 0 0 0,0 0 0 0 0,0 1 0 0 0,0 0 1 0 0,1 1-1 0 0,-1 0 0 0 0,1 0 0 0 0,0 1 0 0 0,-14 12 0 0 0,4-2-168 0 0,2 0 0 0 0,0 2 0 0 0,0 0 0 0 0,-25 35 1 0 0,-21 44 83 0 0,57-85-469 0 0,0 1 1 0 0,1 0-1 0 0,1 0 0 0 0,0 0 1 0 0,1 1-1 0 0,-3 14 1 0 0,6-25-71 0 0,1-1 1 0 0,0 1-1 0 0,0-1 1 0 0,0 1-1 0 0,0 0 0 0 0,1-1 1 0 0,-1 1-1 0 0,1-1 1 0 0,-1 1-1 0 0,1-1 1 0 0,0 0-1 0 0,0 1 1 0 0,0-1-1 0 0,0 0 1 0 0,0 1-1 0 0,1-1 1 0 0,-1 0-1 0 0,1 0 0 0 0,-1 0 1 0 0,1 0-1 0 0,0 0 1 0 0,0-1-1 0 0,0 1 1 0 0,0 0-1 0 0,0-1 1 0 0,0 0-1 0 0,0 1 1 0 0,0-1-1 0 0,1 0 1 0 0,3 1-1 0 0,9 4-149 0 0,0-1 0 0 0,0-1 1 0 0,1-1-1 0 0,15 2 0 0 0,0 1 56 0 0,-20-4 176 0 0,0 0 0 0 0,-1 1 1 0 0,1 1-1 0 0,-1 0 0 0 0,0 0 0 0 0,17 10 0 0 0,-25-12-53 0 0,0-1-1 0 0,0 1 0 0 0,0-1 0 0 0,-1 1 1 0 0,1-1-1 0 0,0 1 0 0 0,-1 0 1 0 0,1 0-1 0 0,-1 0 0 0 0,1 0 0 0 0,-1 0 1 0 0,0 1-1 0 0,0-1 0 0 0,0 0 0 0 0,0 0 1 0 0,-1 1-1 0 0,1-1 0 0 0,0 0 1 0 0,-1 1-1 0 0,0-1 0 0 0,0 1 0 0 0,1-1 1 0 0,-1 1-1 0 0,-1-1 0 0 0,1 0 1 0 0,0 1-1 0 0,-1-1 0 0 0,1 1 0 0 0,-1-1 1 0 0,0 0-1 0 0,1 1 0 0 0,-1-1 0 0 0,0 0 1 0 0,-1 0-1 0 0,1 0 0 0 0,-2 3 1 0 0,-8 13 51 0 0,-1-1-1 0 0,-1 0 1 0 0,0 0 0 0 0,-2-2 0 0 0,1 0 0 0 0,-31 24 0 0 0,-19 4-2323 0 0,41-32-3153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0 350 4609 0 0,'6'-2'368'0'0,"-1"0"0"0"0,0-1 0 0 0,0 1 0 0 0,0-1 0 0 0,0 0 0 0 0,-1-1 0 0 0,1 1 0 0 0,-1-1 0 0 0,6-6 0 0 0,-1 1 297 0 0,0-1-1 0 0,14-21 0 0 0,-18 21-424 0 0,0 0 0 0 0,0 0 0 0 0,-1-1-1 0 0,0 1 1 0 0,-1-1 0 0 0,0 0 0 0 0,-1 0-1 0 0,0 0 1 0 0,0-11 0 0 0,-1-3 286 0 0,-1 1-1 0 0,-7-49 0 0 0,7 72-516 0 0,0-1-1 0 0,0 1 0 0 0,0 0 1 0 0,0 0-1 0 0,0 0 1 0 0,0 0-1 0 0,-1-1 0 0 0,1 1 1 0 0,0 0-1 0 0,-1 0 0 0 0,1 0 1 0 0,0 0-1 0 0,-1 0 0 0 0,0 0 1 0 0,1 0-1 0 0,-1 0 1 0 0,1 0-1 0 0,-1 0 0 0 0,0 0 1 0 0,0 0-1 0 0,0 1 0 0 0,0-2 1 0 0,0 2 0 0 0,0 1-1 0 0,0-1 1 0 0,0 0 0 0 0,0 1-1 0 0,1-1 1 0 0,-1 1 0 0 0,0-1 0 0 0,0 1-1 0 0,1-1 1 0 0,-1 1 0 0 0,1 0 0 0 0,-1-1-1 0 0,0 1 1 0 0,1 0 0 0 0,-1 0 0 0 0,1-1-1 0 0,-1 1 1 0 0,1 0 0 0 0,0 0-1 0 0,-1 1 1 0 0,-20 54 352 0 0,13-29-373 0 0,2-1 0 0 0,1 1 0 0 0,1 0 0 0 0,-1 30 0 0 0,5-48-146 0 0,0 0 0 0 0,1 0-1 0 0,0-1 1 0 0,1 1 0 0 0,0 0-1 0 0,0 0 1 0 0,5 9 0 0 0,-5-13-63 0 0,0 0 1 0 0,1-1-1 0 0,0 1 0 0 0,0-1 1 0 0,0 1-1 0 0,0-1 1 0 0,1 0-1 0 0,-1-1 0 0 0,1 1 1 0 0,0 0-1 0 0,0-1 0 0 0,0 0 1 0 0,7 3-1 0 0,-9-4 146 0 0,1-1 0 0 0,0 1-1 0 0,-1-1 1 0 0,1 0-1 0 0,0 0 1 0 0,0 0 0 0 0,0-1-1 0 0,0 1 1 0 0,0-1-1 0 0,0 1 1 0 0,0-1 0 0 0,0 0-1 0 0,0 0 1 0 0,0 0 0 0 0,0-1-1 0 0,0 1 1 0 0,0-1-1 0 0,5-1 1 0 0,-3 0 118 0 0,-1-1-1 0 0,0 1 0 0 0,1-1 1 0 0,-1 1-1 0 0,0-1 1 0 0,-1-1-1 0 0,1 1 1 0 0,-1 0-1 0 0,1-1 1 0 0,4-6-1 0 0,1-4 336 0 0,0-1 1 0 0,-1 0-1 0 0,0 0 0 0 0,-2-1 0 0 0,9-26 1 0 0,-8 12 232 0 0,-6 23-320 0 0,0 0 0 0 0,0 1 1 0 0,1-1-1 0 0,0 1 0 0 0,0 0 0 0 0,1 0 1 0 0,0 0-1 0 0,4-8 0 0 0,-6 13-222 0 0,-1 1 0 0 0,0 0-1 0 0,0-1 1 0 0,1 1 0 0 0,-1-1 0 0 0,0 1-1 0 0,1 0 1 0 0,-1 0 0 0 0,1-1-1 0 0,-1 1 1 0 0,1 0 0 0 0,-1 0 0 0 0,0-1-1 0 0,1 1 1 0 0,-1 0 0 0 0,1 0 0 0 0,-1 0-1 0 0,1 0 1 0 0,-1-1 0 0 0,1 1-1 0 0,-1 0 1 0 0,1 0 0 0 0,-1 0 0 0 0,1 0-1 0 0,-1 0 1 0 0,1 0 0 0 0,-1 1-1 0 0,1-1 1 0 0,-1 0 0 0 0,1 0 0 0 0,-1 0-1 0 0,1 1 1 0 0,14 13 929 0 0,3 21-303 0 0,4 29-290 0 0,-14-37-507 0 0,16 38 1 0 0,-20-58-143 0 0,-1 0-1 0 0,1 0 0 0 0,0-1 0 0 0,0 0 1 0 0,1 1-1 0 0,0-1 0 0 0,0-1 0 0 0,1 1 1 0 0,-1-1-1 0 0,8 5 0 0 0,-11-9 91 0 0,-1 0 0 0 0,1 0 0 0 0,0 0 0 0 0,0 0 0 0 0,-1-1 1 0 0,1 1-1 0 0,0-1 0 0 0,0 1 0 0 0,0-1 0 0 0,0 0 0 0 0,0 0 0 0 0,0 0 0 0 0,0 0 0 0 0,0 0 0 0 0,0 0 0 0 0,0 0 0 0 0,0-1 0 0 0,0 1 0 0 0,0-1 0 0 0,0 1 0 0 0,-1-1 0 0 0,1 0 0 0 0,0 0 0 0 0,0 0 1 0 0,-1 0-1 0 0,1 0 0 0 0,0 0 0 0 0,-1 0 0 0 0,1 0 0 0 0,-1-1 0 0 0,0 1 0 0 0,1-1 0 0 0,-1 1 0 0 0,2-4 0 0 0,6-6-118 0 0,-1 0 0 0 0,-1-1 0 0 0,12-23 0 0 0,-15 26 428 0 0,27-55 571 0 0,-22 41-137 0 0,1 1 0 0 0,0 0 0 0 0,2 1 0 0 0,1 1 0 0 0,1 0 0 0 0,20-24 0 0 0,-32 42-491 0 0,-1 0 0 0 0,1 0-1 0 0,0 1 1 0 0,0-1 0 0 0,0 1-1 0 0,0-1 1 0 0,0 1 0 0 0,0-1-1 0 0,0 1 1 0 0,0 0 0 0 0,1 0 0 0 0,-1 0-1 0 0,0 0 1 0 0,1 1 0 0 0,-1-1-1 0 0,1 1 1 0 0,-1-1 0 0 0,1 1-1 0 0,-1 0 1 0 0,1 0 0 0 0,-1 0-1 0 0,5 1 1 0 0,-5 0-15 0 0,1 0 0 0 0,-1 1 0 0 0,0-1 0 0 0,0 1 0 0 0,0-1 0 0 0,0 1 0 0 0,0 0 0 0 0,0 0 0 0 0,0 0 0 0 0,0 0 0 0 0,-1 0 0 0 0,1 1-1 0 0,-1-1 1 0 0,0 0 0 0 0,1 1 0 0 0,-1-1 0 0 0,0 1 0 0 0,-1-1 0 0 0,1 1 0 0 0,1 4 0 0 0,3 17 286 0 0,3 39 0 0 0,-7-48-745 0 0,1 0 1 0 0,0 0-1 0 0,1 0 0 0 0,0 0 0 0 0,1 0 1 0 0,1-1-1 0 0,11 24 0 0 0,-1-15-5809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97 109 456 0 0,'20'-44'1432'0'0,"-13"25"272"0"0,2 1 1 0 0,12-10 5012 0 0,-29 63-4752 0 0,-51 104 2145 0 0,33-82-3385 0 0,-30 96 0 0 0,55-149-751 0 0,0 0 0 0 0,0 0 0 0 0,0 1 0 0 0,1-1 0 0 0,-1 0 0 0 0,1 0 0 0 0,0 1 0 0 0,0-1 0 0 0,1 0 0 0 0,-1 1 0 0 0,1-1 0 0 0,1 5 0 0 0,-1-7-35 0 0,0 0 1 0 0,0-1-1 0 0,0 1 0 0 0,0-1 0 0 0,0 1 1 0 0,1-1-1 0 0,-1 1 0 0 0,0-1 0 0 0,1 0 0 0 0,-1 1 1 0 0,1-1-1 0 0,-1 0 0 0 0,1 0 0 0 0,-1 0 1 0 0,1 0-1 0 0,0-1 0 0 0,-1 1 0 0 0,1 0 1 0 0,0-1-1 0 0,0 1 0 0 0,0-1 0 0 0,0 1 1 0 0,0-1-1 0 0,-1 0 0 0 0,1 0 0 0 0,0 0 1 0 0,0 0-1 0 0,0 0 0 0 0,4-1 0 0 0,7-2-221 0 0,0 1-1 0 0,0-2 0 0 0,0 0 0 0 0,0 0 1 0 0,16-9-1 0 0,-17 7 251 0 0,1 1 0 0 0,0 0 1 0 0,0 1-1 0 0,0 0 0 0 0,17-2 0 0 0,-29 6 39 0 0,1-1-1 0 0,-1 1 0 0 0,1 0 1 0 0,-1 0-1 0 0,1 0 1 0 0,-1 0-1 0 0,1 0 0 0 0,-1 0 1 0 0,1 0-1 0 0,0 1 1 0 0,-1-1-1 0 0,1 1 0 0 0,-1-1 1 0 0,0 1-1 0 0,1-1 0 0 0,-1 1 1 0 0,1 0-1 0 0,-1-1 1 0 0,0 1-1 0 0,1 0 0 0 0,-1 0 1 0 0,0 0-1 0 0,2 2 1 0 0,-3-1 12 0 0,1-1 0 0 0,0 1 0 0 0,0 0 0 0 0,-1 0 0 0 0,0 0 1 0 0,1 0-1 0 0,-1 0 0 0 0,0 0 0 0 0,0 0 0 0 0,0 0 0 0 0,0 0 1 0 0,0 0-1 0 0,0 0 0 0 0,0-1 0 0 0,-2 5 0 0 0,-2 8 49 0 0,-1 0 1 0 0,-1-1-1 0 0,-13 25 0 0 0,15-30-142 0 0,-24 47-2260 0 0,20-39-2712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0,'12'26'1083'0'0,"-2"1"-1"0"0,0 0 1 0 0,-2 0 0 0 0,-1 0 0 0 0,-1 1-1 0 0,-1 0 1 0 0,-2 1 0 0 0,0 49 0 0 0,-8-39-1596 0 0,4-37 127 0 0,1 0 0 0 0,-1-1 0 0 0,1 1 0 0 0,-1 0 0 0 0,0 0 1 0 0,0 0-1 0 0,0 0 0 0 0,0-1 0 0 0,0 1 0 0 0,0 0 0 0 0,0-1 0 0 0,-1 1 0 0 0,1-1 0 0 0,0 0 0 0 0,-1 1 0 0 0,-2 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6209 0 0,'4'1'0'0'0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11522 0 0,'10'7'609'0'0,"0"0"0"0"0,-1 0 0 0 0,1 1-1 0 0,-1 0 1 0 0,-1 1 0 0 0,0 0 0 0 0,0 0-1 0 0,-1 1 1 0 0,0 0 0 0 0,0 0 0 0 0,-1 0-1 0 0,6 15 1 0 0,-7-7-315 0 0,0 1-1 0 0,-1 0 1 0 0,-1 0-1 0 0,2 25 1 0 0,-4-22-683 0 0,2-1 1 0 0,10 40 0 0 0,-13-60 298 0 0,0 0 1 0 0,0 0-1 0 0,1 0 1 0 0,-1 0-1 0 0,0-1 1 0 0,1 1-1 0 0,-1 0 1 0 0,0 0-1 0 0,1 0 1 0 0,-1-1-1 0 0,1 1 1 0 0,-1 0-1 0 0,1 0 1 0 0,0-1-1 0 0,-1 1 1 0 0,1 0-1 0 0,0-1 1 0 0,-1 1-1 0 0,1-1 1 0 0,0 1-1 0 0,0-1 1 0 0,0 1-1 0 0,-1-1 1 0 0,1 0 0 0 0,0 1-1 0 0,1-1 1 0 0,0 0-11 0 0,-1 0 0 0 0,1 0 1 0 0,-1-1-1 0 0,1 1 1 0 0,-1 0-1 0 0,0-1 1 0 0,1 1-1 0 0,-1-1 0 0 0,1 0 1 0 0,-1 1-1 0 0,0-1 1 0 0,1 0-1 0 0,-1 0 1 0 0,2-1-1 0 0,6-6-209 0 0,-1-1 0 0 0,0 0 0 0 0,9-12 0 0 0,-11 14 200 0 0,23-34-683 0 0,39-70 0 0 0,8-11 383 0 0,-74 119 445 0 0,0-1 1 0 0,1 1-1 0 0,-1 0 1 0 0,1 0 0 0 0,0 0-1 0 0,0 1 1 0 0,0-1-1 0 0,0 1 1 0 0,7-4-1 0 0,-10 6-6 0 0,1-1 0 0 0,-1 1 1 0 0,1 0-1 0 0,-1 0 0 0 0,1 0 0 0 0,-1 0 0 0 0,1 0 0 0 0,-1 0 0 0 0,1 0 0 0 0,-1 0 0 0 0,1 0 0 0 0,-1 0 0 0 0,1 0 0 0 0,-1 0 0 0 0,1 0 0 0 0,-1 0 0 0 0,1 0 0 0 0,-1 1 0 0 0,1-1 0 0 0,-1 0 0 0 0,0 0 0 0 0,1 0 0 0 0,-1 1 0 0 0,1-1 0 0 0,-1 0 0 0 0,0 1 0 0 0,1-1 0 0 0,0 1 0 0 0,0 1 58 0 0,0-1 0 0 0,-1 1-1 0 0,1 0 1 0 0,0 0 0 0 0,-1-1-1 0 0,1 1 1 0 0,-1 0 0 0 0,1 0-1 0 0,-1 0 1 0 0,0 0 0 0 0,0 4-1 0 0,1 53 1268 0 0,-1 8-1078 0 0,7-22-4889 0 0,-3-27-466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0,'1'1'141'0'0,"0"0"0"0"0,0 0 0 0 0,0-1 0 0 0,0 1 0 0 0,-1 0 0 0 0,1 0 1 0 0,0 0-1 0 0,0 0 0 0 0,0 0 0 0 0,-1 0 0 0 0,1 0 0 0 0,-1 0 0 0 0,1 0 0 0 0,-1 1 1 0 0,1-1-1 0 0,-1 0 0 0 0,1 0 0 0 0,-1 0 0 0 0,0 2 0 0 0,5 30 2826 0 0,-5-25-2723 0 0,2 14 1096 0 0,-2 1 0 0 0,-3 35 1 0 0,0-35-1332 0 0,2-1 0 0 0,3 35 0 0 0,14-91-8749 0 0,-9-10 8996 0 0,6-30 1486 0 0,-11 69-1375 0 0,-1 0 0 0 0,1 0 0 0 0,0 0 1 0 0,0 0-1 0 0,0 0 0 0 0,1 0 0 0 0,0 1 0 0 0,0-1 0 0 0,0 1 0 0 0,6-7 0 0 0,-8 10-268 0 0,0 1 0 0 0,0-1-1 0 0,0 1 1 0 0,0-1 0 0 0,0 0-1 0 0,0 1 1 0 0,0 0 0 0 0,0-1 0 0 0,0 1-1 0 0,0 0 1 0 0,0-1 0 0 0,0 1-1 0 0,0 0 1 0 0,1 0 0 0 0,-1 0-1 0 0,0 0 1 0 0,0 0 0 0 0,0 0-1 0 0,0 0 1 0 0,0 0 0 0 0,0 1 0 0 0,0-1-1 0 0,1 0 1 0 0,-1 1 0 0 0,0-1-1 0 0,0 0 1 0 0,0 1 0 0 0,0 0-1 0 0,0-1 1 0 0,-1 1 0 0 0,1-1-1 0 0,0 1 1 0 0,0 0 0 0 0,0 0 0 0 0,0 0-1 0 0,-1-1 1 0 0,1 1 0 0 0,0 0-1 0 0,-1 0 1 0 0,1 0 0 0 0,0 1-1 0 0,4 7 357 0 0,1-1-1 0 0,-1 1 0 0 0,5 13 0 0 0,-9-19-318 0 0,15 39 180 0 0,-1 1 1 0 0,-3 0 0 0 0,-1 1 0 0 0,-3 0-1 0 0,-1 1 1 0 0,-2-1 0 0 0,-3 1-1 0 0,-1 0 1 0 0,-2 0 0 0 0,-2 0 0 0 0,-12 59-1 0 0,9-75-519 0 0,-2-1-1 0 0,-1 0 1 0 0,-1-1-1 0 0,-2 0 0 0 0,-25 44 1 0 0,9-24-6705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3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58 2761 0 0,'-14'-58'8609'0'0,"6"67"-5244"0"0,-12 7-2744 0 0,19-15-518 0 0,-13 11-20 0 0,1 2 0 0 0,0 0 0 0 0,2 0-1 0 0,-1 1 1 0 0,2 0 0 0 0,0 1 0 0 0,1 0-1 0 0,0 1 1 0 0,2 0 0 0 0,0 0 0 0 0,0 1 0 0 0,2 0-1 0 0,0 0 1 0 0,-3 24 0 0 0,8-39-90 0 0,0 0 1 0 0,1 0-1 0 0,-1 0 1 0 0,0 0-1 0 0,1 0 1 0 0,0 1-1 0 0,-1-1 1 0 0,1 0-1 0 0,0 0 1 0 0,1 0-1 0 0,-1-1 1 0 0,1 1-1 0 0,-1 0 1 0 0,1 0-1 0 0,0-1 1 0 0,0 1 0 0 0,0-1-1 0 0,0 0 1 0 0,0 1-1 0 0,0-1 1 0 0,1 0-1 0 0,-1 0 1 0 0,1 0-1 0 0,3 1 1 0 0,8 4-13 0 0,0 0 0 0 0,0-1 0 0 0,1-1 1 0 0,15 4-1 0 0,16 6-112 0 0,-20-4 40 0 0,0 1 0 0 0,-1 1 0 0 0,24 17 0 0 0,-42-25 56 0 0,0 0 0 0 0,0 0 0 0 0,-1 1 0 0 0,1 0 0 0 0,-1 0 1 0 0,-1 1-1 0 0,1-1 0 0 0,-1 1 0 0 0,0 0 0 0 0,-1 1 1 0 0,1-1-1 0 0,-1 1 0 0 0,-1 0 0 0 0,4 11 0 0 0,-6-15 26 0 0,0 0 0 0 0,-1 0 0 0 0,1 0 0 0 0,-1 0-1 0 0,0 0 1 0 0,0 0 0 0 0,-1 1 0 0 0,1-1 0 0 0,-1 0-1 0 0,0 0 1 0 0,0 0 0 0 0,0 0 0 0 0,-1 0 0 0 0,-2 5-1 0 0,0-2 90 0 0,0-1-1 0 0,0 0 0 0 0,0 0 0 0 0,-1-1 0 0 0,0 0 0 0 0,0 1 0 0 0,-10 7 0 0 0,-1-3 159 0 0,1 1-1 0 0,-2-2 0 0 0,1 0 1 0 0,-1-1-1 0 0,-28 9 0 0 0,2-5 105 0 0,-59 9 0 0 0,62-14-2921 0 0,-73 22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61 6449 0 0,'48'-15'1937'0'0,"1"2"-1"0"0,0 1 1 0 0,1 3-1 0 0,54-2 0 0 0,-59 13-4355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5065 0 0,'-10'-1'5092'0'0,"9"2"-4955"0"0,-5 15 2279 0 0,3 31-1092 0 0,2-33-357 0 0,-8 110 9 0 0,5-1 0 0 0,17 170 0 0 0,-12-284-1463 0 0,6 36 811 0 0,4-22-6816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1 141 4145 0 0,'35'-3'2106'0'0,"-31"2"-1809"0"0,-1 0 0 0 0,0 0 0 0 0,1 1 0 0 0,-1-1 0 0 0,1 1 0 0 0,-1 0 0 0 0,1 0 0 0 0,-1 0 0 0 0,1 1 0 0 0,-1-1 0 0 0,1 1-1 0 0,-1-1 1 0 0,0 1 0 0 0,1 1 0 0 0,-1-1 0 0 0,0 0 0 0 0,0 1 0 0 0,0-1 0 0 0,0 1 0 0 0,0 0 0 0 0,0 0 0 0 0,0 0 0 0 0,4 5 0 0 0,71 88 1672 0 0,-53-60-1763 0 0,59 59 1 0 0,-74-85-129 0 0,0-1 0 0 0,0 0 0 0 0,0 0 0 0 0,1-1 0 0 0,0-1 0 0 0,1 1 0 0 0,-1-2 0 0 0,1 0 0 0 0,0 0 0 0 0,24 5 0 0 0,-35-10 3 0 0,1 1 0 0 0,-1-1 0 0 0,1 0 0 0 0,0 0 1 0 0,-1 0-1 0 0,1 0 0 0 0,-1 0 0 0 0,1 0 0 0 0,0 0 0 0 0,-1 0 0 0 0,1-1 0 0 0,-1 1 0 0 0,1 0 0 0 0,-1-1 0 0 0,1 0 0 0 0,-1 1 0 0 0,1-1 0 0 0,-1 0 1 0 0,1 0-1 0 0,-1 0 0 0 0,0 1 0 0 0,0-2 0 0 0,1 1 0 0 0,0-1 0 0 0,0-1 16 0 0,0 0 1 0 0,0 0-1 0 0,-1 0 1 0 0,1-1-1 0 0,-1 1 1 0 0,0 0-1 0 0,0-1 1 0 0,0 1-1 0 0,0 0 1 0 0,0-7-1 0 0,0-8 91 0 0,-1 1 0 0 0,-1 0 0 0 0,-4-26 0 0 0,5 41-173 0 0,-9-41 137 0 0,-16-55 1 0 0,13 59-2829 0 0,-12-74 1 0 0,22 96-3057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180 0 4145 0 0,'-5'6'1031'0'0,"-1"0"-1"0"0,0-1 1 0 0,0 1 0 0 0,0-1-1 0 0,-14 7 1 0 0,-17 16 1071 0 0,26-18-1322 0 0,-4 2-186 0 0,1 2 1 0 0,-17 19-1 0 0,29-30-584 0 0,-1-1 0 0 0,1 1 1 0 0,0-1-1 0 0,1 1 0 0 0,-1 0 0 0 0,0 0 1 0 0,1 0-1 0 0,-1 0 0 0 0,1 0 0 0 0,0 0 1 0 0,0 0-1 0 0,0 1 0 0 0,1-1 0 0 0,-1 0 1 0 0,1 0-1 0 0,0 1 0 0 0,0-1 0 0 0,0 0 1 0 0,0 1-1 0 0,0-1 0 0 0,1 4 0 0 0,1-5-8 0 0,-1 0 0 0 0,0 1-1 0 0,1-1 1 0 0,-1 0 0 0 0,1 0 0 0 0,0 0-1 0 0,0 0 1 0 0,0-1 0 0 0,0 1-1 0 0,0 0 1 0 0,0-1 0 0 0,0 1 0 0 0,1-1-1 0 0,-1 0 1 0 0,0 0 0 0 0,1 0-1 0 0,-1 0 1 0 0,1 0 0 0 0,-1 0 0 0 0,4 0-1 0 0,8 2 127 0 0,1-1 0 0 0,20 1-1 0 0,-20-2-50 0 0,19 1 23 0 0,50 6-65 0 0,-77-6-37 0 0,0-1 0 0 0,0 1 0 0 0,-1 0 0 0 0,1 0 0 0 0,-1 1 0 0 0,1-1 0 0 0,-1 2 0 0 0,0-1 0 0 0,8 7 0 0 0,-11-9-1 0 0,-1 1 1 0 0,0 0-1 0 0,0 1 1 0 0,-1-1-1 0 0,1 0 0 0 0,0 0 1 0 0,-1 1-1 0 0,1-1 1 0 0,-1 1-1 0 0,0-1 0 0 0,0 1 1 0 0,0 0-1 0 0,0 0 1 0 0,0-1-1 0 0,-1 1 0 0 0,1 0 1 0 0,-1 5-1 0 0,0-2 36 0 0,0 0 0 0 0,-1 0 0 0 0,1 0 0 0 0,-2 0 0 0 0,1 0 1 0 0,-1 0-1 0 0,-4 10 0 0 0,-3 3 126 0 0,0-2 0 0 0,-1 1 0 0 0,-25 31 0 0 0,23-36-90 0 0,1 0 1 0 0,-2 0-1 0 0,0-1 1 0 0,-14 10 0 0 0,-10 2-4813 0 0,19-14-537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0 6913 0 0,'-1'0'126'0'0,"0"1"0"0"0,1-1-1 0 0,-1 0 1 0 0,1 1-1 0 0,-1-1 1 0 0,0 1-1 0 0,1-1 1 0 0,-1 1-1 0 0,1-1 1 0 0,-1 1-1 0 0,1-1 1 0 0,0 1-1 0 0,-1-1 1 0 0,1 1-1 0 0,0 0 1 0 0,-1-1-1 0 0,1 1 1 0 0,0 0-1 0 0,-1-1 1 0 0,1 1-1 0 0,0 0 1 0 0,0-1-1 0 0,0 2 1 0 0,-9 26 970 0 0,7-22-732 0 0,-9 33 761 0 0,1 0 0 0 0,-6 71-1 0 0,4 85-26 0 0,10-151-865 0 0,0 75-20 0 0,19 197 0 0 0,-6-234-368 0 0,3-2 1 0 0,4 1-1 0 0,37 101 0 0 0,-44-153-119 0 0,1 0 0 0 0,2-1 0 0 0,0-1 0 0 0,2 0 0 0 0,1-1 0 0 0,1-1 0 0 0,1-1 0 0 0,2 0 0 0 0,0-2 0 0 0,1 0 0 0 0,1-1 0 0 0,1-2 0 0 0,1 0 0 0 0,41 22 0 0 0,6-5-4080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0,'8'1'270'0'0,"0"0"-1"0"0,-1 0 1 0 0,1 1 0 0 0,0 0-1 0 0,0 0 1 0 0,-1 1-1 0 0,1 0 1 0 0,-1 0-1 0 0,0 1 1 0 0,0 0 0 0 0,7 5-1 0 0,2 3 238 0 0,-1 0-1 0 0,0 0 1 0 0,19 21-1 0 0,-19-14-354 0 0,0 0-1 0 0,-2 1 0 0 0,0 1 1 0 0,-1 0-1 0 0,-1 1 0 0 0,-1 0 1 0 0,-1 0-1 0 0,-1 1 0 0 0,8 36 1 0 0,-3 8 219 0 0,-2 1 1 0 0,1 76 0 0 0,-10-47-1695 0 0,-4-1 0 0 0,-4 0-1 0 0,-5 0 1 0 0,-25 104 0 0 0,9-75-3800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3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14 407 1376 0 0,'-6'-43'987'0'0,"1"-1"1"0"0,2 0-1 0 0,5-72 0 0 0,1 24 838 0 0,2 25 3692 0 0,4 108-1659 0 0,-1-13-3437 0 0,39 355 1821 0 0,-25 5-1693 0 0,-2-18-610 0 0,-14-297 233 0 0,28 475 949 0 0,-31-375-615 0 0,-23 202 0 0 0,-1-144-277 0 0,18-223-770 0 0,0-11-385 0 0,-3-15-2233 0 0,5 2-3295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42 4145 0 0,'-7'-7'1099'0'0,"0"2"1"0"0,-1-1-1 0 0,0 1 0 0 0,-1 0 1 0 0,-10-4-1 0 0,11 5 568 0 0,72 26 2410 0 0,6 18-3290 0 0,-2 3 0 0 0,-2 3 1 0 0,61 55-1 0 0,41 30-420 0 0,-126-102-286 0 0,1-2 0 0 0,55 27 0 0 0,-36-28-95 0 0,1-2 0 0 0,76 18 0 0 0,134 16-164 0 0,-272-57 179 0 0,52 8-523 0 0,95 31 0 0 0,-134-35 230 0 0,0 0 0 0 0,-1 1 1 0 0,0 1-1 0 0,0 0 1 0 0,0 0-1 0 0,-1 2 1 0 0,0-1-1 0 0,0 2 1 0 0,-1-1-1 0 0,0 1 1 0 0,17 23-1 0 0,-19-18-67 0 0,-2 1-1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2304 0 0,'0'0'43'0'0,"-13"15"4257"0"0,22-9-300 0 0,8 0-3149 0 0,19 12-80 0 0,-1 1 0 0 0,0 2-1 0 0,-1 1 1 0 0,-2 2-1 0 0,0 1 1 0 0,-2 1-1 0 0,0 2 1 0 0,-2 1 0 0 0,35 46-1 0 0,-46-55-2279 0 0,1 0-1 0 0,1-1 1 0 0,36 27 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5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2 3681 0 0,'1'-1'194'0'0,"0"1"0"0"0,0 0 0 0 0,0 0 0 0 0,0 0 0 0 0,0 0 0 0 0,0 0 0 0 0,0 0 1 0 0,1 0-1 0 0,-1 1 0 0 0,0-1 0 0 0,-1 0 0 0 0,1 0 0 0 0,0 1 0 0 0,0-1 0 0 0,0 1 0 0 0,0-1 0 0 0,0 1 1 0 0,0-1-1 0 0,0 1 0 0 0,1 1 0 0 0,-2-2-56 0 0,0 1-1 0 0,0 0 1 0 0,0-1 0 0 0,0 1 0 0 0,0 0-1 0 0,0-1 1 0 0,0 1 0 0 0,0 0 0 0 0,0-1 0 0 0,-1 1-1 0 0,1 0 1 0 0,0-1 0 0 0,0 1 0 0 0,-1 0-1 0 0,1-1 1 0 0,0 1 0 0 0,-1-1 0 0 0,1 1-1 0 0,0-1 1 0 0,-1 1 0 0 0,1-1 0 0 0,-1 1 0 0 0,0 0-1 0 0,-43 35 3524 0 0,32-27-3518 0 0,-134 120 1113 0 0,74-63-84 0 0,-106 76 1 0 0,-279 203-2731 0 0,454-343 1554 0 0,-488 424-1587 0 0,344-296 667 0 0,-21 20 72 0 0,-86 123 1468 0 0,246-265-613 0 0,-88 95 2345 0 0,84-92-1954 0 0,0-1 0 0 0,0 0 0 0 0,-1-1 0 0 0,0 0 0 0 0,-1-1 0 0 0,-24 11 0 0 0,37-19-446 0 0,1 0 1 0 0,0 0-1 0 0,-1 1 0 0 0,1-1 0 0 0,-1 0 0 0 0,1 0 1 0 0,0 0-1 0 0,-1 0 0 0 0,1 0 0 0 0,-1 0 1 0 0,1 1-1 0 0,0-1 0 0 0,-1 0 0 0 0,1 0 1 0 0,-1 0-1 0 0,1 0 0 0 0,-1-1 0 0 0,1 1 0 0 0,0 0 1 0 0,-1 0-1 0 0,1 0 0 0 0,-1 0 0 0 0,1 0 1 0 0,0 0-1 0 0,-1-1 0 0 0,1 1 0 0 0,-1 0 0 0 0,1-4-894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6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4145 0 0,'-1'0'151'0'0,"-1"0"0"0"0,1 0 0 0 0,-1 1 1 0 0,1-1-1 0 0,-1 0 0 0 0,1 0 0 0 0,-1 1 0 0 0,1-1 1 0 0,0 1-1 0 0,-1-1 0 0 0,1 1 0 0 0,0-1 0 0 0,0 1 1 0 0,-1 0-1 0 0,1 0 0 0 0,0 0 0 0 0,0 0 0 0 0,0 0 1 0 0,0 0-1 0 0,0 0 0 0 0,0 0 0 0 0,0 0 0 0 0,0 0 0 0 0,0 0 1 0 0,1 1-1 0 0,-1-1 0 0 0,0 0 0 0 0,1 1 0 0 0,-1-1 1 0 0,1 0-1 0 0,0 1 0 0 0,-1-1 0 0 0,1 1 0 0 0,0-1 1 0 0,0 3-1 0 0,-1 6 133 0 0,1-1 0 0 0,0 1 1 0 0,1 0-1 0 0,3 13 0 0 0,-1 0 300 0 0,22 220 898 0 0,-21-214-1946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3681 0 0,'23'-3'2539'0'0,"34"-17"1204"0"0,-35 11-2546 0 0,0 2-1 0 0,37-8 0 0 0,59-12-1347 0 0,-41 3-3247 0 0,-55 18-364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57 4521 0 0,'-2'0'36'0'0,"0"0"1"0"0,0 0-1 0 0,0 1 0 0 0,0-1 1 0 0,0 1-1 0 0,0-1 0 0 0,0 1 1 0 0,0-1-1 0 0,0 1 0 0 0,0 0 1 0 0,0 0-1 0 0,0 0 0 0 0,1 0 1 0 0,-1 0-1 0 0,0 1 0 0 0,1-1 1 0 0,-1 0-1 0 0,1 1 0 0 0,-1-1 1 0 0,0 3-1 0 0,-20 13-439 0 0,21-17 326 0 0,7-12-21 0 0,1 6 686 0 0,0 0-1 0 0,0 1 0 0 0,0 0 0 0 0,1 1 0 0 0,0-1 0 0 0,0 1 1 0 0,0 1-1 0 0,14-5 0 0 0,78-16 2387 0 0,-51 14-4678 0 0,-41 9 728 0 0,1 1 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1376 0 0,'0'15'8692'0'0,"1"-15"-8463"0"0,15 33 2030 0 0,1 1-165 0 0,-2 13-1373 0 0,-3 1 0 0 0,10 79 0 0 0,-14-77-2201 0 0,-3-16-4091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7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971 135 3569 0 0,'3'-11'253'0'0,"7"-20"-117"0"0,-9 30-136 0 0,-1 0 0 0 0,0 0-1 0 0,1 0 1 0 0,-1 0 0 0 0,1 0 0 0 0,-1 0-1 0 0,1 0 1 0 0,-1 0 0 0 0,1 0 0 0 0,0 0 0 0 0,-1 1-1 0 0,1-1 1 0 0,0 0 0 0 0,0 0 0 0 0,0 1-1 0 0,0-1 1 0 0,-1 1 0 0 0,1-1 0 0 0,0 1 0 0 0,0-1-1 0 0,0 1 1 0 0,2-1 0 0 0,18 4 7555 0 0,-68-16-5665 0 0,-23 10-947 0 0,-85-15 1 0 0,-19-2-55 0 0,-46 16-423 0 0,-91-9-518 0 0,299 13-386 0 0,9 0-119 0 0,0 0 0 0 0,-1 0 1 0 0,1-1-1 0 0,0 1 0 0 0,0-1 1 0 0,0 0-1 0 0,0 1 0 0 0,-5-4 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9 6913 0 0,'-3'-1'104'0'0,"0"-1"-1"0"0,0 1 1 0 0,-1 0-1 0 0,1 0 0 0 0,0 0 1 0 0,-1 0-1 0 0,1 1 0 0 0,-1-1 1 0 0,1 1-1 0 0,0 0 1 0 0,-1 0-1 0 0,1 0 0 0 0,-1 1 1 0 0,1-1-1 0 0,-1 1 0 0 0,1 0 1 0 0,0 0-1 0 0,-1 0 1 0 0,1 0-1 0 0,0 1 0 0 0,0-1 1 0 0,0 1-1 0 0,0-1 0 0 0,0 1 1 0 0,0 0-1 0 0,1 1 1 0 0,-1-1-1 0 0,1 0 0 0 0,-1 1 1 0 0,1-1-1 0 0,0 1 0 0 0,0 0 1 0 0,0 0-1 0 0,0 0 1 0 0,0 0-1 0 0,-1 4 0 0 0,-2 3-77 0 0,1 0 1 0 0,0 1-1 0 0,0 0 0 0 0,1-1 0 0 0,1 1 0 0 0,0 1 0 0 0,0-1 0 0 0,1 0 1 0 0,0 0-1 0 0,1 1 0 0 0,1-1 0 0 0,0 0 0 0 0,0 0 0 0 0,6 22 0 0 0,-6-27-39 0 0,1-1 0 0 0,0 1 0 0 0,0-1-1 0 0,1 0 1 0 0,0 1 0 0 0,0-1-1 0 0,0 0 1 0 0,0-1 0 0 0,1 1-1 0 0,0-1 1 0 0,-1 1 0 0 0,2-1 0 0 0,-1 0-1 0 0,0 0 1 0 0,1-1 0 0 0,0 1-1 0 0,0-1 1 0 0,0 0 0 0 0,0-1 0 0 0,0 1-1 0 0,1-1 1 0 0,-1 0 0 0 0,1 0-1 0 0,0-1 1 0 0,-1 1 0 0 0,1-1-1 0 0,0-1 1 0 0,0 1 0 0 0,0-1 0 0 0,7 0-1 0 0,7-2 177 0 0,0 0 0 0 0,-1 0 0 0 0,1-2 0 0 0,-1-1 0 0 0,35-12 0 0 0,-46 14-112 0 0,0 0-1 0 0,-1-1 1 0 0,0 1 0 0 0,1-2-1 0 0,-1 1 1 0 0,-1-1 0 0 0,1 0-1 0 0,-1 0 1 0 0,1 0 0 0 0,-1-1-1 0 0,-1 0 1 0 0,1-1 0 0 0,-1 1-1 0 0,-1-1 1 0 0,1 0 0 0 0,6-12-1 0 0,-10 13 14 0 0,1 0 0 0 0,-1 0 0 0 0,0 1 0 0 0,0-1 0 0 0,-1 0-1 0 0,1 0 1 0 0,-1 0 0 0 0,-1 0 0 0 0,1 0 0 0 0,-1 0 0 0 0,0 0-1 0 0,0 1 1 0 0,-1-1 0 0 0,0 0 0 0 0,0 1 0 0 0,0-1 0 0 0,-1 1-1 0 0,1 0 1 0 0,-1 0 0 0 0,-1 0 0 0 0,1 0 0 0 0,-4-4 0 0 0,3 4-165 0 0,0 0 1 0 0,-1 1-1 0 0,1 0 1 0 0,-1 0 0 0 0,0 0-1 0 0,0 0 1 0 0,0 1 0 0 0,0 0-1 0 0,0 0 1 0 0,-1 0-1 0 0,0 1 1 0 0,1 0 0 0 0,-1 0-1 0 0,0 0 1 0 0,0 1-1 0 0,0-1 1 0 0,0 1 0 0 0,0 1-1 0 0,0 0 1 0 0,0-1 0 0 0,-7 2-1 0 0,-7 3-802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1006 1 4609 0 0,'-14'6'303'0'0,"-1"0"0"0"0,0-1 0 0 0,0-1 1 0 0,0 0-1 0 0,-20 2 0 0 0,-78 3 869 0 0,-99-16 681 0 0,-2 1 1271 0 0,186 8-2777 0 0,0 1-1 0 0,-1 1 0 0 0,1 1 1 0 0,1 1-1 0 0,-44 17 0 0 0,-74 29-2716 0 0,144-51 2133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78 107 3225 0 0,'0'0'142'0'0,"-1"-1"1"0"0,0 0 0 0 0,0 0 0 0 0,0 1-1 0 0,0-1 1 0 0,0 1 0 0 0,0-1 0 0 0,-1 1 0 0 0,1-1-1 0 0,0 1 1 0 0,0 0 0 0 0,0-1 0 0 0,0 1-1 0 0,0 0 1 0 0,-1 0 0 0 0,1 0 0 0 0,0 0-1 0 0,0 0 1 0 0,0 0 0 0 0,-1 0 0 0 0,1 0-1 0 0,0 1 1 0 0,0-1 0 0 0,0 0 0 0 0,0 1 0 0 0,0-1-1 0 0,-1 1 1 0 0,1-1 0 0 0,0 1 0 0 0,0-1-1 0 0,0 1 1 0 0,0 0 0 0 0,1-1 0 0 0,-1 1-1 0 0,0 0 1 0 0,0 0 0 0 0,0 0 0 0 0,0 0-1 0 0,1 0 1 0 0,-1 1 0 0 0,-3 3 303 0 0,0-1 1 0 0,1 1-1 0 0,0 0 0 0 0,0 0 1 0 0,0 1-1 0 0,-3 9 1 0 0,3-2-401 0 0,0 0 0 0 0,1 0 0 0 0,1 1 0 0 0,0-1 0 0 0,1 1 0 0 0,0-1 0 0 0,1 0 0 0 0,1 1 0 0 0,0-1 0 0 0,1 0 0 0 0,0 0 0 0 0,1 0 0 0 0,1 0 0 0 0,0 0 0 0 0,0-1 0 0 0,1 0 0 0 0,1 0 0 0 0,0-1 0 0 0,1 0 0 0 0,12 15 0 0 0,-15-21-72 0 0,0-1 0 0 0,0 0 0 0 0,1 0 0 0 0,-1 0 0 0 0,1 0 0 0 0,0-1 0 0 0,0 0 0 0 0,0 0 0 0 0,0-1 0 0 0,0 0 0 0 0,0 0 0 0 0,1 0 0 0 0,-1-1 0 0 0,1 0 0 0 0,0 0 0 0 0,-1 0 0 0 0,1-1 0 0 0,-1 0 0 0 0,1-1 0 0 0,0 1 0 0 0,-1-1 0 0 0,1-1 0 0 0,-1 1-1 0 0,1-1 1 0 0,-1 0 0 0 0,0 0 0 0 0,0-1 0 0 0,0 0 0 0 0,0 0 0 0 0,7-5 0 0 0,1-1 72 0 0,0-1 0 0 0,-1-1 0 0 0,0 0 0 0 0,-1-1 0 0 0,0 0-1 0 0,-1-1 1 0 0,0 0 0 0 0,-1-1 0 0 0,0 0 0 0 0,13-27 0 0 0,-17 28 41 0 0,-1-1 1 0 0,0 1 0 0 0,-1-1 0 0 0,0 0-1 0 0,-1 0 1 0 0,-1 0 0 0 0,0 0-1 0 0,-1-1 1 0 0,-1 1 0 0 0,0 0 0 0 0,-2-16-1 0 0,2 25-42 0 0,-1-1-1 0 0,0 1 1 0 0,-1 0 0 0 0,1-1-1 0 0,-1 1 1 0 0,0 0-1 0 0,-1 0 1 0 0,1 0-1 0 0,-1 0 1 0 0,0 0-1 0 0,0 1 1 0 0,0-1-1 0 0,-1 1 1 0 0,1 0-1 0 0,-1 0 1 0 0,0 0 0 0 0,0 0-1 0 0,-1 1 1 0 0,1-1-1 0 0,-1 1 1 0 0,0 0-1 0 0,0 1 1 0 0,0-1-1 0 0,0 1 1 0 0,0 0-1 0 0,0 0 1 0 0,0 1-1 0 0,-1 0 1 0 0,1 0 0 0 0,-1 0-1 0 0,-5 0 1 0 0,1 0-874 0 0,1 1-1 0 0,0 0 1 0 0,-1 1 0 0 0,1 0 0 0 0,-17 4 0 0 0,0 3-3636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46 201 1840 0 0,'-3'1'135'0'0,"1"0"-1"0"0,0-1 1 0 0,-1 1-1 0 0,1-1 1 0 0,-1 1-1 0 0,1-1 0 0 0,-1 0 1 0 0,1 0-1 0 0,-1 0 1 0 0,1 0-1 0 0,-1-1 0 0 0,1 1 1 0 0,-4-2-1 0 0,5 2-44 0 0,1 0 1 0 0,-1-1-1 0 0,1 1 0 0 0,-1 0 0 0 0,1 0 0 0 0,0-1 0 0 0,-1 1 0 0 0,1 0 1 0 0,-1-1-1 0 0,1 1 0 0 0,0 0 0 0 0,-1-1 0 0 0,1 1 0 0 0,0-1 0 0 0,0 1 1 0 0,-1-1-1 0 0,1 1 0 0 0,0-1 0 0 0,0 1 0 0 0,0-1 0 0 0,0 1 0 0 0,-1-1 0 0 0,1 1 1 0 0,0-1-1 0 0,0 0 0 0 0,0 0 129 0 0,1-1 0 0 0,-1 1 0 0 0,1-1 0 0 0,-1 1 0 0 0,1-1 0 0 0,-1 1 0 0 0,1-1 0 0 0,0 1 0 0 0,-1 0 0 0 0,1-1 0 0 0,0 1 0 0 0,2-2 0 0 0,2 0 196 0 0,1 0 0 0 0,0 0 0 0 0,-1 1 0 0 0,1 0 0 0 0,0 0 1 0 0,0 0-1 0 0,0 1 0 0 0,0 0 0 0 0,8-1 0 0 0,9-2-84 0 0,97-17 219 0 0,233-11 0 0 0,-52 8 358 0 0,-158 5-273 0 0,39-6-52 0 0,192 0 1 0 0,-338 27-210 0 0,62 11 0 0 0,-12-2-903 0 0,-47-9-2448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47 2304 0 0,'-3'-1'360'0'0,"0"0"0"0"0,0 1-1 0 0,-1-1 1 0 0,1 1 0 0 0,0-1-1 0 0,-1 1 1 0 0,1 0 0 0 0,0 1-1 0 0,-1-1 1 0 0,1 0-1 0 0,0 1 1 0 0,-1 0 0 0 0,1 0-1 0 0,0 0 1 0 0,0 0 0 0 0,0 0-1 0 0,0 1 1 0 0,0-1-1 0 0,-4 4 1 0 0,3-2-34 0 0,0 1-1 0 0,1 0 1 0 0,0 0 0 0 0,-1 0 0 0 0,1 0-1 0 0,1 0 1 0 0,-1 1 0 0 0,0-1-1 0 0,1 1 1 0 0,0 0 0 0 0,-2 7-1 0 0,0 3-177 0 0,1-1-1 0 0,0 1 1 0 0,1-1-1 0 0,1 1 1 0 0,0 0-1 0 0,1 0 1 0 0,1-1-1 0 0,2 16 0 0 0,-2-23-149 0 0,1-1 0 0 0,0 1 0 0 0,0-1 0 0 0,1 0 0 0 0,-1 1 0 0 0,1-1 0 0 0,1 0 0 0 0,-1 0 0 0 0,1-1 0 0 0,0 1 0 0 0,0-1 0 0 0,1 0 0 0 0,-1 0 0 0 0,1 0 0 0 0,8 5 0 0 0,-9-7 65 0 0,0 0-1 0 0,1 0 1 0 0,-1-1-1 0 0,1 0 1 0 0,-1 1 0 0 0,1-2-1 0 0,0 1 1 0 0,0 0 0 0 0,0-1-1 0 0,0 0 1 0 0,0 0 0 0 0,0-1-1 0 0,0 1 1 0 0,0-1 0 0 0,0 0-1 0 0,0 0 1 0 0,1-1-1 0 0,-1 0 1 0 0,0 0 0 0 0,9-3-1 0 0,-5 1 121 0 0,-1-1-1 0 0,1 0 1 0 0,-1-1-1 0 0,1 0 1 0 0,-1-1-1 0 0,-1 1 1 0 0,1-2-1 0 0,-1 1 1 0 0,0-1-1 0 0,-1 0 1 0 0,1 0-1 0 0,-1-1 1 0 0,-1 1-1 0 0,1-1 1 0 0,-1-1-1 0 0,-1 1 0 0 0,0-1 1 0 0,0 0-1 0 0,3-11 1 0 0,-5 13-158 0 0,0 1 1 0 0,-1-1-1 0 0,0 0 0 0 0,0 1 1 0 0,0-1-1 0 0,-1 0 0 0 0,0 0 1 0 0,-1 0-1 0 0,1 1 1 0 0,-1-1-1 0 0,-1 0 0 0 0,1 0 1 0 0,-1 1-1 0 0,0-1 0 0 0,-1 1 1 0 0,1 0-1 0 0,-1 0 0 0 0,0 0 1 0 0,-1 0-1 0 0,0 0 1 0 0,0 1-1 0 0,0-1 0 0 0,0 1 1 0 0,-1 0-1 0 0,0 0 0 0 0,0 1 1 0 0,-10-7-1 0 0,2 2-855 0 0,-1 0 0 0 0,-1 1-1 0 0,0 1 1 0 0,0 0 0 0 0,-17-5 0 0 0,11 7-4898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76 9218 0 0,'-4'4'185'0'0,"1"0"0"0"0,0-1 1 0 0,0 1-1 0 0,0 1 0 0 0,0-1 0 0 0,1 0 0 0 0,-1 1 0 0 0,1-1 1 0 0,0 1-1 0 0,1 0 0 0 0,-1 0 0 0 0,-1 7 0 0 0,0-1 258 0 0,-5 15-147 0 0,1 0 0 0 0,1 0 0 0 0,1 0 0 0 0,2 1 0 0 0,1 0 0 0 0,1 0 0 0 0,3 45 0 0 0,0-56-318 0 0,0 1 0 0 0,2-1 1 0 0,-1 0-1 0 0,2 0 0 0 0,0 0 0 0 0,1 0 0 0 0,1-1 1 0 0,0 0-1 0 0,1 0 0 0 0,0-1 0 0 0,2 0 1 0 0,-1-1-1 0 0,20 21 0 0 0,-25-29-5 0 0,1-1-1 0 0,1 1 1 0 0,-1-1 0 0 0,0 0-1 0 0,1-1 1 0 0,0 1 0 0 0,0-1 0 0 0,0 0-1 0 0,0-1 1 0 0,1 1 0 0 0,-1-1-1 0 0,1 0 1 0 0,-1-1 0 0 0,1 0-1 0 0,6 1 1 0 0,-4-2 43 0 0,-1 0-1 0 0,1-1 1 0 0,-1 0 0 0 0,1 0-1 0 0,-1-1 1 0 0,1 0 0 0 0,-1-1-1 0 0,0 1 1 0 0,0-2-1 0 0,13-6 1 0 0,-9 3 93 0 0,0-1-1 0 0,-1 0 1 0 0,-1 0-1 0 0,1-1 1 0 0,-1 0 0 0 0,-1-1-1 0 0,1 0 1 0 0,-2 0 0 0 0,0-1-1 0 0,0-1 1 0 0,-1 1-1 0 0,0-1 1 0 0,-1 0 0 0 0,8-22-1 0 0,-10 18 44 0 0,-1 0 0 0 0,0 0 0 0 0,-1 0 0 0 0,-1-1 0 0 0,-1 1 0 0 0,0 0 0 0 0,-1 0 0 0 0,-1-1 0 0 0,0 1 0 0 0,-2 0 0 0 0,0 0 0 0 0,-7-19-1 0 0,3 12-88 0 0,-2 1-1 0 0,0 0 0 0 0,-2 0 1 0 0,0 1-1 0 0,-1 1 1 0 0,-1 0-1 0 0,-26-28 0 0 0,-1 12-929 0 0,11 18-3675 0 0,6 8-864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9 4609 0 0,'-1'0'68'0'0,"1"-1"1"0"0,0 1-1 0 0,-1-1 1 0 0,1 1-1 0 0,0-1 1 0 0,-1 1-1 0 0,1-1 1 0 0,0 1-1 0 0,-1-1 1 0 0,1 1-1 0 0,-1 0 1 0 0,1-1-1 0 0,-1 1 1 0 0,1 0-1 0 0,-1-1 0 0 0,1 1 1 0 0,-1 0-1 0 0,0 0 1 0 0,1-1-1 0 0,-1 1 1 0 0,1 0-1 0 0,-1 0 1 0 0,1 0-1 0 0,-1 0 1 0 0,0 0-1 0 0,1 0 1 0 0,-1 0-1 0 0,1 0 1 0 0,-1 0-1 0 0,0 0 0 0 0,1 0 1 0 0,-1 0-1 0 0,1 1 1 0 0,-1-1-1 0 0,0 0 1 0 0,1 0-1 0 0,-1 0 1 0 0,1 1-1 0 0,-1-1 1 0 0,1 0-1 0 0,-1 1 1 0 0,1-1-1 0 0,-1 1 1 0 0,1-1-1 0 0,0 0 0 0 0,-1 1 1 0 0,1-1-1 0 0,0 1 1 0 0,-1-1-1 0 0,1 1 1 0 0,0-1-1 0 0,-1 1 1 0 0,1 0-1 0 0,0-1 1 0 0,0 1-1 0 0,0-1 1 0 0,-1 1-1 0 0,-1 3 318 0 0,1 0 1 0 0,-1-1-1 0 0,1 1 0 0 0,-1 0 1 0 0,1 0-1 0 0,0 0 1 0 0,1 0-1 0 0,-1 4 0 0 0,3 18 181 0 0,2 0 0 0 0,1 0 0 0 0,1 0 0 0 0,1-1 0 0 0,11 26 0 0 0,-16-46-593 0 0,0 0 0 0 0,0 0 0 0 0,0-1 0 0 0,0 1 0 0 0,1 0 0 0 0,0-1 0 0 0,0 0 0 0 0,0 1 0 0 0,1-1 0 0 0,-1-1 0 0 0,9 8 0 0 0,-10-10-36 0 0,0 0 0 0 0,0 0 0 0 0,0 0 0 0 0,0 0 0 0 0,0 0-1 0 0,0 0 1 0 0,1-1 0 0 0,-1 1 0 0 0,0-1 0 0 0,0 0 0 0 0,0 1-1 0 0,1-1 1 0 0,-1 0 0 0 0,0 0 0 0 0,0 0 0 0 0,0-1 0 0 0,1 1-1 0 0,-1-1 1 0 0,0 1 0 0 0,0-1 0 0 0,0 0 0 0 0,0 1 0 0 0,0-1-1 0 0,0 0 1 0 0,0 0 0 0 0,0-1 0 0 0,0 1 0 0 0,0 0 0 0 0,-1-1-1 0 0,4-2 1 0 0,4-5-40 0 0,-2 0 0 0 0,1 0 0 0 0,-1 0 0 0 0,0-1 0 0 0,-1 0 0 0 0,0 0 0 0 0,-1-1 0 0 0,0 0 0 0 0,0 0 0 0 0,-1 0 0 0 0,2-13 0 0 0,16-36 433 0 0,-22 60-292 0 0,0 0 1 0 0,0-1 0 0 0,0 1-1 0 0,0-1 1 0 0,0 1-1 0 0,0 0 1 0 0,0-1 0 0 0,0 1-1 0 0,0-1 1 0 0,0 1 0 0 0,1 0-1 0 0,-1-1 1 0 0,0 1-1 0 0,0 0 1 0 0,0-1 0 0 0,1 1-1 0 0,-1 0 1 0 0,0-1 0 0 0,0 1-1 0 0,1 0 1 0 0,-1-1-1 0 0,0 1 1 0 0,1 0 0 0 0,-1 0-1 0 0,0-1 1 0 0,1 1 0 0 0,-1 0-1 0 0,0 0 1 0 0,1 0-1 0 0,-1 0 1 0 0,1 0 0 0 0,-1-1-1 0 0,0 1 1 0 0,1 0-1 0 0,-1 0 1 0 0,1 0 0 0 0,-1 0-1 0 0,0 0 1 0 0,1 0 0 0 0,-1 0-1 0 0,1 0 1 0 0,-1 0-1 0 0,0 0 1 0 0,1 1 0 0 0,10 19 1423 0 0,0 33 190 0 0,15 94 130 0 0,2-53-4877 0 0,-21-79-918 0 0,1-1-1122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 4609 0 0,'-2'1'305'0'0,"0"1"0"0"0,0-1 0 0 0,1 1 0 0 0,-1 0 0 0 0,1 0 0 0 0,-1 0 0 0 0,1-1 1 0 0,-1 2-1 0 0,1-1 0 0 0,0 0 0 0 0,0 0 0 0 0,0 0 0 0 0,1 0 0 0 0,-1 1 0 0 0,0-1 0 0 0,1 0 0 0 0,-1 1 0 0 0,1-1 0 0 0,0 4 0 0 0,-1 2 313 0 0,1-1 1 0 0,0 0-1 0 0,0 0 0 0 0,1 1 0 0 0,2 9 0 0 0,10 26 975 0 0,25 57 1 0 0,0-4-701 0 0,-28-64-1006 0 0,63 165 1155 0 0,-25-103-2397 0 0,-33-71-1155 0 0,31 40-1 0 0,-34-51 925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1 248 5529 0 0,'48'-19'2735'0'0,"0"-2"-1"0"0,58-36 0 0 0,-49 25-905 0 0,22-13-238 0 0,44-23-4500 0 0,-111 62 2877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2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0,'4'12'9041'0'0,"17"35"-6628"0"0,0 1-1904 0 0,3 24-37 0 0,19 98-1 0 0,-29-104-1368 0 0,3-1 0 0 0,30 73 0 0 0,-31-103-964 0 0,0-7-3620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78 181 4145 0 0,'-18'-32'2650'0'0,"-24"-32"1"0"0,24 38 978 0 0,49 45-308 0 0,-2 16-2724 0 0,37 56 0 0 0,-43-57-598 0 0,1-1 0 0 0,36 38 1 0 0,-59-70-86 0 0,0 1 1 0 0,1-1 0 0 0,-1 0 0 0 0,0 1-1 0 0,1-1 1 0 0,-1 0 0 0 0,1 0-1 0 0,-1 0 1 0 0,1 1 0 0 0,0-2-1 0 0,-1 1 1 0 0,1 0 0 0 0,0 0-1 0 0,0-1 1 0 0,0 1 0 0 0,-1-1 0 0 0,1 1-1 0 0,0-1 1 0 0,0 0 0 0 0,0 1-1 0 0,0-1 1 0 0,0 0 0 0 0,0-1-1 0 0,2 1 1 0 0,-1-1-28 0 0,-1-1 0 0 0,0 0 0 0 0,0 1 0 0 0,0-1 0 0 0,0 0-1 0 0,0 0 1 0 0,0 0 0 0 0,0 0 0 0 0,0 0 0 0 0,-1 0 0 0 0,1-1 0 0 0,-1 1 0 0 0,0 0 0 0 0,0-1-1 0 0,0 1 1 0 0,2-5 0 0 0,4-18-38 0 0,0 0-1 0 0,-1-1 1 0 0,4-45-1 0 0,-7 43 881 0 0,1 1 1 0 0,1 0-1 0 0,10-29 0 0 0,-14 54-621 0 0,0-1-1 0 0,-1 1 1 0 0,1 0-1 0 0,0 0 1 0 0,1 0-1 0 0,-1 0 1 0 0,0 0-1 0 0,0 0 1 0 0,1 0-1 0 0,-1 0 1 0 0,1 1-1 0 0,0-1 1 0 0,-1 1-1 0 0,1-1 1 0 0,0 1-1 0 0,0-1 1 0 0,0 1-1 0 0,4-2 1 0 0,-5 3-67 0 0,0 0 0 0 0,1 0 1 0 0,-1 0-1 0 0,0 0 0 0 0,1 0 1 0 0,-1 1-1 0 0,0-1 0 0 0,1 0 1 0 0,-1 1-1 0 0,0-1 0 0 0,0 1 1 0 0,1-1-1 0 0,-1 1 0 0 0,0-1 1 0 0,0 1-1 0 0,0 0 0 0 0,0 0 1 0 0,0 0-1 0 0,0-1 0 0 0,0 1 0 0 0,0 0 1 0 0,0 0-1 0 0,0 0 0 0 0,0 1 1 0 0,-1-1-1 0 0,1 0 0 0 0,0 0 1 0 0,-1 0-1 0 0,1 1 0 0 0,-1-1 1 0 0,1 0-1 0 0,-1 0 0 0 0,1 2 1 0 0,10 30 110 0 0,0 0 0 0 0,7 46 0 0 0,14 44-4244 0 0,-20-90-1721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5385 0 0,'11'4'480'0'0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60 138 2761 0 0,'-59'-4'10923'0'0,"88"-17"-9025"0"0,5 2-963 0 0,0 1 0 0 0,1 2 0 0 0,37-12 0 0 0,-43 19-1428 0 0,1 1 0 0 0,34-5-1 0 0,-50 11-592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68 102 1840 0 0,'-24'-35'2041'0'0,"-4"-4"946"0"0,12 11 1994 0 0,46 68 541 0 0,-3-4-4842 0 0,7 24-91 0 0,51 120 0 0 0,-22-13-4144 0 0,-37-96-534 0 0,-11-32-919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1 152 6449 0 0,'12'8'975'0'0,"-1"0"-1"0"0,1 2 0 0 0,-2-1 1 0 0,1 1-1 0 0,14 19 0 0 0,-18-19-684 0 0,1 1-1 0 0,-1 1 0 0 0,-1-1 1 0 0,0 1-1 0 0,-1 0 0 0 0,5 18 0 0 0,-9-27-362 0 0,0-1-1 0 0,-1 1 0 0 0,1-1 0 0 0,0 0 0 0 0,0 1 1 0 0,1-1-1 0 0,-1 0 0 0 0,0 0 0 0 0,3 3 0 0 0,4-4-811 0 0,2-14 497 0 0,-1-8 367 0 0,-2 0 0 0 0,0-1 0 0 0,-1 0 0 0 0,4-33 0 0 0,-8 37 178 0 0,1 0 1 0 0,1 0-1 0 0,1 0 1 0 0,0 1 0 0 0,1 0-1 0 0,1 0 1 0 0,18-31-1 0 0,-24 46-69 0 0,0 0 0 0 0,0 1-1 0 0,0-1 1 0 0,0 0 0 0 0,0 1 0 0 0,0 0-1 0 0,1-1 1 0 0,-1 1 0 0 0,0 0 0 0 0,1-1-1 0 0,-1 1 1 0 0,1 0 0 0 0,0 0 0 0 0,-1 0-1 0 0,1 0 1 0 0,0 1 0 0 0,-1-1 0 0 0,1 0-1 0 0,0 1 1 0 0,0-1 0 0 0,0 1 0 0 0,0 0-1 0 0,-1-1 1 0 0,5 1 0 0 0,-3 1 51 0 0,0 1-1 0 0,0-1 1 0 0,0 1 0 0 0,0-1 0 0 0,0 1 0 0 0,-1 0-1 0 0,1 0 1 0 0,-1 0 0 0 0,1 0 0 0 0,-1 0 0 0 0,0 1-1 0 0,0-1 1 0 0,0 1 0 0 0,2 2 0 0 0,19 30 309 0 0,-1 1 1 0 0,-2 1-1 0 0,21 55 1 0 0,3 5-7342 0 0,-34-78 1438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1 180 3681 0 0,'58'-29'7953'0'0,"52"-26"-2758"0"0,-77 35-4454 0 0,54-24 1 0 0,-64 35-2904 0 0,41-10 0 0 0,-50 16-3008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9218 0 0,'0'0'134'0'0,"-1"0"1"0"0,0 1-1 0 0,1-1 0 0 0,-1 0 0 0 0,1 1 1 0 0,-1-1-1 0 0,1 0 0 0 0,0 1 0 0 0,-1-1 1 0 0,1 1-1 0 0,-1-1 0 0 0,1 1 0 0 0,0-1 1 0 0,-1 1-1 0 0,1-1 0 0 0,0 1 0 0 0,-1-1 1 0 0,1 1-1 0 0,0-1 0 0 0,0 1 1 0 0,0 0-1 0 0,0-1 0 0 0,0 1 0 0 0,-1-1 1 0 0,1 2-1 0 0,1 23 3514 0 0,11 28 905 0 0,-11-50-4491 0 0,59 184 1769 0 0,-47-157-2696 0 0,1-1 0 0 0,20 31 0 0 0,-13-27-6428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 4145 0 0,'-15'10'2613'0'0,"-8"8"3932"0"0,23-17-6478 0 0,0-1-1 0 0,0 0 1 0 0,-1 0-1 0 0,1 0 1 0 0,0 1-1 0 0,0-1 1 0 0,0 0-1 0 0,0 0 1 0 0,0 0-1 0 0,0 1 1 0 0,0-1-1 0 0,0 0 1 0 0,0 0-1 0 0,0 1 1 0 0,0-1-1 0 0,0 0 1 0 0,0 0-1 0 0,0 0 1 0 0,0 1-1 0 0,0-1 1 0 0,0 0-1 0 0,0 0 1 0 0,0 1-1 0 0,0-1 1 0 0,0 0-1 0 0,0 0 1 0 0,1 0-1 0 0,-1 0 1 0 0,0 1-1 0 0,0-1 1 0 0,0 0-1 0 0,0 0 1 0 0,0 0-1 0 0,1 0 1 0 0,-1 1-1 0 0,0-1 0 0 0,0 0 1 0 0,19 5 785 0 0,34-5-429 0 0,-24 0-1460 0 0,0 1-3521 0 0,-11 2-399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0 100 6913 0 0,'27'-14'1582'0'0,"0"1"0"0"0,0 1 0 0 0,57-16-1 0 0,-26 13-2326 0 0,-2 2-3707 0 0,-33 9 1546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29 6449 0 0,'15'-29'7168'0'0,"-18"45"-5006"0"0,-82 322 2449 0 0,48-185-4229 0 0,30-125-381 0 0,-9 38 75 0 0,-11 84 1 0 0,25-132-135 0 0,1 1 0 0 0,0 0-1 0 0,1 0 1 0 0,2 0 0 0 0,-1-1 0 0 0,2 1 0 0 0,1 0 0 0 0,0-1 0 0 0,10 26-1 0 0,-13-42-103 0 0,-1 0-147 0 0,1 0-1 0 0,0 0 1 0 0,0 0 0 0 0,0 0-1 0 0,0-1 1 0 0,0 1 0 0 0,0 0-1 0 0,1 0 1 0 0,-1-1 0 0 0,1 1 0 0 0,1 1-1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27 4609 0 0,'0'-1'82'0'0,"-1"1"0"0"0,1 0 0 0 0,0 0 0 0 0,-1 0 0 0 0,1-1 0 0 0,-1 1 0 0 0,1 0 0 0 0,0-1 0 0 0,-1 1 0 0 0,1 0 0 0 0,-1-1 0 0 0,1 1 0 0 0,0 0 0 0 0,0-1 0 0 0,-1 1 0 0 0,1-1 0 0 0,0 1 0 0 0,0 0 0 0 0,-1-1 0 0 0,1 1 0 0 0,0-1 0 0 0,0 1 0 0 0,0-1 0 0 0,0 1 0 0 0,0-1 0 0 0,0 1 0 0 0,0-1 0 0 0,0 1 0 0 0,0-1 0 0 0,0 1 0 0 0,0-1 0 0 0,0 1 0 0 0,0-1 0 0 0,0 1 0 0 0,0-1 0 0 0,0 1 0 0 0,0-1 0 0 0,1 1 0 0 0,-1 0 0 0 0,0-1 0 0 0,0 1 0 0 0,1-1 0 0 0,-1 1 0 0 0,0-1 0 0 0,1 1 0 0 0,-1 0 0 0 0,0-1 0 0 0,1 1 0 0 0,-1 0 0 0 0,0 0 0 0 0,1-1 0 0 0,-1 1 0 0 0,1 0 0 0 0,-1 0 0 0 0,1-1 0 0 0,-1 1 0 0 0,1 0 0 0 0,-1 0 0 0 0,1 0 0 0 0,1-1 192 0 0,-1 0 0 0 0,1 1 0 0 0,-1-1 0 0 0,1 1 0 0 0,0 0 0 0 0,-1-1 0 0 0,1 1 0 0 0,-1 0 0 0 0,1 0 0 0 0,-1 0 0 0 0,1 0 0 0 0,0 0 0 0 0,-1 0 0 0 0,1 1 0 0 0,-1-1 0 0 0,1 1 0 0 0,-1-1 0 0 0,1 1 0 0 0,-1-1 0 0 0,4 2 0 0 0,3 6 191 0 0,0 0 0 0 0,0 0 0 0 0,-1 1 0 0 0,0 0 0 0 0,0 0 0 0 0,7 16 0 0 0,29 64 240 0 0,-33-67-501 0 0,34 83 36 0 0,14 28-620 0 0,-13-48-4291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83 5529 0 0,'-15'0'1223'0'0,"20"-4"752"0"0,32-11 1936 0 0,-24 10-3137 0 0,82-42 1712 0 0,-72 35-8094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0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370 1 6449 0 0,'-5'1'312'0'0,"1"-1"0"0"0,0 1-1 0 0,0 0 1 0 0,0 1 0 0 0,1-1-1 0 0,-1 1 1 0 0,0-1-1 0 0,0 1 1 0 0,1 1 0 0 0,-1-1-1 0 0,1 0 1 0 0,-6 6 0 0 0,-37 37 1131 0 0,43-41-1247 0 0,-17 20 241 0 0,1 1-1 0 0,1 1 1 0 0,1 1-1 0 0,1 1 1 0 0,1 0 0 0 0,-20 60-1 0 0,6 2 115 0 0,-17 97-1 0 0,27-99-151 0 0,-11 152 1 0 0,28-198-349 0 0,2-1 0 0 0,2 1 1 0 0,1-1-1 0 0,2 0 1 0 0,2 0-1 0 0,12 40 1 0 0,-11-56 17 0 0,2-1 1 0 0,0-1-1 0 0,2 0 0 0 0,0 0 1 0 0,1-1-1 0 0,2-1 1 0 0,0 0-1 0 0,1-1 1 0 0,1-1-1 0 0,1 0 0 0 0,0-1 1 0 0,2-1-1 0 0,0-1 1 0 0,1-1-1 0 0,0-1 1 0 0,1 0-1 0 0,1-2 0 0 0,0-1 1 0 0,0 0-1 0 0,31 8 1 0 0,-30-12-467 0 0,0-2 1 0 0,0 0 0 0 0,0-1 0 0 0,1-2-1 0 0,0 0 1 0 0,-1-2 0 0 0,50-5-1 0 0,-40-1-5384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32 5529 0 0,'-6'-7'1119'0'0,"5"5"-730"0"0,0 0 0 0 0,-1 0 0 0 0,1 1 0 0 0,0-1 0 0 0,0 0 0 0 0,-1 1-1 0 0,1-1 1 0 0,-1 1 0 0 0,0 0 0 0 0,1-1 0 0 0,-1 1 0 0 0,0 0 0 0 0,0 0 0 0 0,1 0 0 0 0,-4-1 0 0 0,5 5 61 0 0,0 1 0 0 0,0 0 0 0 0,1-1 0 0 0,0 0 0 0 0,0 1 0 0 0,0-1 0 0 0,2 6 0 0 0,-3-9-387 0 0,3 8 98 0 0,31 89 1049 0 0,34 160 1 0 0,-55-181-1488 0 0,13 69 345 0 0,-19-119-2917 0 0,16 40 0 0 0,-12-41-2830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2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4145 0 0,'16'10'2887'0'0,"-8"-7"-2198"0"0,1 1-1 0 0,-1 0 1 0 0,0 1 0 0 0,0 0-1 0 0,-1 0 1 0 0,0 1-1 0 0,0-1 1 0 0,10 12-1 0 0,-6-5-383 0 0,-1 1 0 0 0,-1 1 0 0 0,15 27-1 0 0,-23-38-301 0 0,0-1 0 0 0,0 1 0 0 0,1-1 0 0 0,0 1 0 0 0,-1-1 0 0 0,1 0 0 0 0,0 0 0 0 0,0 1-1 0 0,0-2 1 0 0,0 1 0 0 0,0 0 0 0 0,3 2 0 0 0,-4-4-13 0 0,0 0 0 0 0,-1 0-1 0 0,1 0 1 0 0,-1 1 0 0 0,1-1-1 0 0,0 0 1 0 0,-1 0 0 0 0,1 0 0 0 0,0 0-1 0 0,-1 0 1 0 0,1 0 0 0 0,-1 0 0 0 0,1 0-1 0 0,0-1 1 0 0,-1 1 0 0 0,1 0-1 0 0,-1 0 1 0 0,1 0 0 0 0,-1-1 0 0 0,1 1-1 0 0,1-1 1 0 0,12-18-570 0 0,-8 1 115 0 0,0 1-1 0 0,0-1 0 0 0,-2-1 1 0 0,4-30-1 0 0,-6 34 550 0 0,0 0 0 0 0,1 0 0 0 0,0 0 0 0 0,2 0 0 0 0,0 0 0 0 0,0 1 0 0 0,11-20 0 0 0,-16 33-51 0 0,1 0 1 0 0,-1 0-1 0 0,1 0 0 0 0,-1 0 1 0 0,1 0-1 0 0,-1 0 0 0 0,1 0 1 0 0,-1 1-1 0 0,1-1 0 0 0,0 0 1 0 0,-1 0-1 0 0,1 1 0 0 0,0-1 1 0 0,0 0-1 0 0,-1 1 0 0 0,1-1 1 0 0,0 1-1 0 0,0-1 0 0 0,0 1 1 0 0,0 0-1 0 0,0-1 0 0 0,0 1 1 0 0,0 0-1 0 0,0-1 1 0 0,0 1-1 0 0,0 0 0 0 0,0 0 1 0 0,0 0-1 0 0,0 0 0 0 0,0 0 1 0 0,0 0-1 0 0,0 0 0 0 0,0 0 1 0 0,0 1-1 0 0,0-1 0 0 0,-1 0 1 0 0,1 0-1 0 0,0 1 0 0 0,0-1 1 0 0,0 1-1 0 0,0-1 0 0 0,0 1 1 0 0,0-1-1 0 0,0 1 0 0 0,-1 0 1 0 0,1-1-1 0 0,0 1 0 0 0,-1 0 1 0 0,1-1-1 0 0,0 1 0 0 0,-1 0 1 0 0,1 0-1 0 0,-1 0 1 0 0,1 1-1 0 0,5 6 222 0 0,-1 0 0 0 0,-1 1 0 0 0,0 0 1 0 0,4 11-1 0 0,16 62 1104 0 0,-19-60-1256 0 0,1 0 0 0 0,1-1-1 0 0,1 0 1 0 0,16 29-1 0 0,-11-31-456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68 5985 0 0,'-21'8'2981'0'0,"34"-17"1053"0"0,25-11-1839 0 0,24-12-972 0 0,-18 18-6080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3681 0 0,'31'-15'2270'0'0,"-1"1"-1"0"0,54-16 1 0 0,-67 26-2792 0 0,0 0-1 0 0,0 2 1 0 0,1 0-1 0 0,17 0 1 0 0,-22 2-2859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5985 0 0,'-3'4'382'0'0,"1"0"-1"0"0,0-1 1 0 0,0 1-1 0 0,0 0 1 0 0,0 0-1 0 0,1 0 1 0 0,0 0-1 0 0,0 0 0 0 0,0 1 1 0 0,0-1-1 0 0,0 0 1 0 0,1 0-1 0 0,0 1 1 0 0,0-1-1 0 0,0 0 1 0 0,1 5-1 0 0,1 12 1777 0 0,8 38-1 0 0,2-22-1706 0 0,-3-13-5143 0 0,-1-8-690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5985 0 0,'17'-10'1769'0'0,"21"-5"-268"0"0,0 1 1 0 0,1 2-1 0 0,1 2 1 0 0,60-8-1 0 0,-72 15-1719 0 0,1 2-1 0 0,0 0 0 0 0,-1 2 1 0 0,33 5-1 0 0,-43-3-4907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3681 0 0,'-2'1'3519'0'0,"5"5"-1313"0"0,-2 0-1148 0 0,9 188 4301 0 0,2 15-4436 0 0,7-35-1093 0 0,-11-99-4559 0 0,-4-35-365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48 3681 0 0,'3'-1'259'0'0,"-1"-1"0"0"0,1 1 0 0 0,0 0 0 0 0,0 0 0 0 0,-1 0 0 0 0,1 1 0 0 0,0-1 0 0 0,0 1 0 0 0,0-1 0 0 0,0 1 0 0 0,0 0 1 0 0,0 0-1 0 0,0 0 0 0 0,-1 1 0 0 0,1-1 0 0 0,0 1 0 0 0,0 0 0 0 0,0-1 0 0 0,0 1 0 0 0,-1 0 0 0 0,1 1 0 0 0,0-1 0 0 0,-1 0 0 0 0,4 3 0 0 0,-3-1-43 0 0,1 0-1 0 0,0 1 1 0 0,-1-1-1 0 0,0 1 1 0 0,0 0 0 0 0,0 0-1 0 0,0 0 1 0 0,-1 0-1 0 0,1 0 1 0 0,-1 1-1 0 0,0-1 1 0 0,0 1-1 0 0,1 7 1 0 0,5 23 322 0 0,3 38 0 0 0,6 28-482 0 0,-17-100-76 0 0,0 1 0 0 0,0-1 0 0 0,0 0-1 0 0,1 0 1 0 0,-1 0 0 0 0,0 0 0 0 0,1 0 0 0 0,-1 0 0 0 0,1 0 0 0 0,-1 0-1 0 0,1 0 1 0 0,0 0 0 0 0,-1 0 0 0 0,1 0 0 0 0,0 0 0 0 0,0 0 0 0 0,-1-1-1 0 0,1 1 1 0 0,2 1 0 0 0,-2-2-37 0 0,-1 0 0 0 0,1 0 0 0 0,0 0 0 0 0,-1 0 0 0 0,1 0 0 0 0,0 0 1 0 0,-1 0-1 0 0,1-1 0 0 0,0 1 0 0 0,-1 0 0 0 0,1 0 0 0 0,-1-1 0 0 0,1 1 0 0 0,0 0 0 0 0,-1-1 0 0 0,1 1 0 0 0,-1-1 0 0 0,1 1 0 0 0,-1-1 0 0 0,1 1 0 0 0,-1-1 0 0 0,0 1 0 0 0,1-2 0 0 0,3-3-361 0 0,-1 0-1 0 0,1-1 1 0 0,-2 0-1 0 0,1 0 1 0 0,3-9-1 0 0,13-77-1927 0 0,-16 72 2429 0 0,0 1 0 0 0,1 0 0 0 0,1-1 0 0 0,1 1 0 0 0,1 1 0 0 0,0 0 0 0 0,13-23 0 0 0,-19 39 72 0 0,0 0-1 0 0,0 1 0 0 0,0-1 1 0 0,1 0-1 0 0,-1 0 0 0 0,0 1 1 0 0,1-1-1 0 0,-1 1 0 0 0,1 0 1 0 0,-1-1-1 0 0,1 1 0 0 0,0 0 1 0 0,0 0-1 0 0,-1 0 0 0 0,1 0 1 0 0,0 0-1 0 0,0 0 0 0 0,0 0 1 0 0,0 1-1 0 0,0-1 0 0 0,0 1 1 0 0,0 0-1 0 0,0-1 0 0 0,0 1 1 0 0,0 0-1 0 0,3 0 0 0 0,-2 1 73 0 0,0 1 0 0 0,0-1 0 0 0,0 0 0 0 0,-1 1-1 0 0,1-1 1 0 0,0 1 0 0 0,-1 0 0 0 0,0 0 0 0 0,1 0 0 0 0,-1 0-1 0 0,0 0 1 0 0,0 1 0 0 0,0-1 0 0 0,0 1 0 0 0,0-1 0 0 0,-1 1-1 0 0,2 3 1 0 0,8 15 20 0 0,-1 1-1 0 0,9 30 0 0 0,2 14-2558 0 0,-13-39 303 0 0,-1-5-2873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6913 0 0,'8'0'327'0'0,"-1"0"-1"0"0,1-1 0 0 0,0 0 0 0 0,-1 0 1 0 0,1-1-1 0 0,-1 1 0 0 0,1-2 1 0 0,-1 1-1 0 0,7-4 0 0 0,25-6 115 0 0,-24 8-445 0 0,-6 2-79 0 0,0-1-1 0 0,0 1 1 0 0,0 1-1 0 0,1 0 1 0 0,-1 0-1 0 0,0 1 1 0 0,0 0-1 0 0,1 0 1 0 0,9 3-1 0 0,-12-1 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6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177 115 4145 0 0,'-109'-70'3172'0'0,"41"26"5947"0"0,108 64-7602 0 0,-7 5-1096 0 0,-1 1 1 0 0,-2 2-1 0 0,-1 1 0 0 0,-1 2 0 0 0,-1 0 0 0 0,28 46 1 0 0,-27-34-226 0 0,-2 2 0 0 0,-2 1 1 0 0,-2 1-1 0 0,25 80 0 0 0,-34-79-99 0 0,-2 0-1 0 0,-2 1 1 0 0,-2 0-1 0 0,-3 0 1 0 0,-2 1-1 0 0,-2 0 1 0 0,-10 81-1 0 0,1-64-620 0 0,-30 100-1 0 0,-41 58-5300 0 0,38-132-962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5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1376 0 0,'0'0'107'0'0,"-3"2"223"0"0,1-1 0 0 0,0 1 0 0 0,-1 0 0 0 0,1 0 0 0 0,0 0 0 0 0,0 0 0 0 0,0 0 1 0 0,0 0-1 0 0,1 0 0 0 0,-1 0 0 0 0,-2 6 0 0 0,0-3 477 0 0,3-4-475 0 0,-1 2 1 0 0,1-1-1 0 0,-1 0 1 0 0,1 0-1 0 0,0 0 1 0 0,-1 1-1 0 0,1-1 0 0 0,0 1 1 0 0,1-1-1 0 0,-1 1 1 0 0,0-1-1 0 0,0 6 1 0 0,1-8-228 0 0,1 1 0 0 0,-1 0 0 0 0,0 0 1 0 0,1 0-1 0 0,-1 0 0 0 0,1 0 0 0 0,-1 0 0 0 0,1 0 1 0 0,0-1-1 0 0,-1 1 0 0 0,1 0 0 0 0,0 0 1 0 0,0-1-1 0 0,-1 1 0 0 0,1-1 0 0 0,0 1 0 0 0,0-1 1 0 0,0 1-1 0 0,0-1 0 0 0,0 1 0 0 0,-1-1 0 0 0,1 0 1 0 0,0 1-1 0 0,0-1 0 0 0,0 0 0 0 0,0 0 0 0 0,0 0 1 0 0,0 0-1 0 0,0 1 0 0 0,0-2 0 0 0,0 1 0 0 0,0 0 1 0 0,0 0-1 0 0,2-1 0 0 0,6 1 74 0 0,0-1 1 0 0,0 0-1 0 0,0 0 0 0 0,-1-1 0 0 0,1-1 1 0 0,-1 1-1 0 0,1-1 0 0 0,-1-1 0 0 0,14-7 1 0 0,2-4-899 0 0,38-31 0 0 0,-50 37 268 0 0,-3 1-465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6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3833 0 0,'0'0'297'0'0,"10"36"5098"0"0,-5 35-1055 0 0,-4-40-4020 0 0,1 1 0 0 0,1-1 0 0 0,2 0 0 0 0,12 40 0 0 0,-16-68-645 0 0,0-1 0 0 0,0 1 0 0 0,0 0 0 0 0,0-1 0 0 0,1 1 0 0 0,-1-1 0 0 0,1 1 0 0 0,2 2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 6913 0 0,'0'-3'184'0'0,"1"1"-1"0"0,-1-1 1 0 0,0 0-1 0 0,1 1 0 0 0,0-1 1 0 0,-1 0-1 0 0,1 1 0 0 0,0-1 1 0 0,0 1-1 0 0,1 0 0 0 0,-1-1 1 0 0,0 1-1 0 0,1 0 0 0 0,0 0 1 0 0,-1-1-1 0 0,1 1 1 0 0,0 1-1 0 0,0-1 0 0 0,0 0 1 0 0,0 0-1 0 0,0 1 0 0 0,1-1 1 0 0,-1 1-1 0 0,0 0 0 0 0,1 0 1 0 0,-1 0-1 0 0,1 0 1 0 0,-1 0-1 0 0,1 0 0 0 0,0 0 1 0 0,-1 1-1 0 0,1 0 0 0 0,0-1 1 0 0,-1 1-1 0 0,1 0 0 0 0,0 0 1 0 0,-1 1-1 0 0,1-1 0 0 0,0 0 1 0 0,-1 1-1 0 0,1 0 1 0 0,-1-1-1 0 0,1 1 0 0 0,-1 0 1 0 0,1 0-1 0 0,2 2 0 0 0,1 3 29 0 0,0 0 0 0 0,0 0 1 0 0,0 1-1 0 0,-1-1 0 0 0,0 1 0 0 0,0 0 0 0 0,-1 1 0 0 0,0-1 0 0 0,0 1 0 0 0,4 13 0 0 0,2 9 217 0 0,9 45 1 0 0,5 68 62 0 0,7 205 1 0 0,-21-198-343 0 0,32 172 0 0 0,-30-268 64 0 0,-4-20-79 0 0,6 52 0 0 0,-17-62-84 0 0,2-17-149 0 0,3-9-383 0 0,-2 1 216 0 0,0-3-1185 0 0,8-40-1844 0 0,-1 12-3226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1376 0 0,'29'-8'4564'0'0,"19"-7"-978"0"0,52-9 0 0 0,-55 16-2719 0 0,1 2 0 0 0,-1 3 0 0 0,48 1 0 0 0,391 27 489 0 0,-415-20-1331 0 0,0-2 0 0 0,0-4 0 0 0,0-3 0 0 0,-1-3 0 0 0,1-2 0 0 0,111-32 0 0 0,-164 36-301 0 0,58-13 516 0 0,-70 17-574 0 0,1 1 1 0 0,0-1-1 0 0,0 1 1 0 0,0 0-1 0 0,0 0 1 0 0,0 1-1 0 0,0-1 1 0 0,0 1-1 0 0,0 0 0 0 0,0 0 1 0 0,0 1-1 0 0,6 2 1 0 0,-3 2-979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9 145 3225 0 0,'-3'-17'2'0'0,"0"-1"1"0"0,1 1-1 0 0,1 0 1 0 0,2-29 0 0 0,10 16 12132 0 0,4 91-10130 0 0,-11-42-1192 0 0,17 90 38 0 0,8 129 0 0 0,5 39 180 0 0,-33-270-1043 0 0,8 31-295 0 0,-9-36 255 0 0,0-1-1 0 0,1 1 1 0 0,0 0 0 0 0,-1 0-1 0 0,1 0 1 0 0,0 0-1 0 0,0 0 1 0 0,0-1-1 0 0,0 1 1 0 0,0 0 0 0 0,1-1-1 0 0,-1 1 1 0 0,0-1-1 0 0,3 2 1 0 0,-4-2-21 0 0,1-1 0 0 0,-1 0 0 0 0,0 0 0 0 0,0 0 0 0 0,1 0 0 0 0,-1 0 0 0 0,0-1 0 0 0,0 1 0 0 0,1 0 1 0 0,-1 0-1 0 0,0 0 0 0 0,0 0 0 0 0,1 0 0 0 0,-1 0 0 0 0,0 0 0 0 0,0 0 0 0 0,1 0 0 0 0,-1-1 0 0 0,0 1 0 0 0,0 0 0 0 0,0 0 0 0 0,1 0 0 0 0,-1-1 0 0 0,0 1 0 0 0,0 0 0 0 0,0 0 1 0 0,0 0-1 0 0,0-1 0 0 0,1 1 0 0 0,-1 0 0 0 0,0 0 0 0 0,0-1 0 0 0,0 1 0 0 0,0 0 0 0 0,0-1 0 0 0,3-8-1293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2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78 2304 0 0,'-24'-27'1689'0'0,"19"21"-1156"0"0,1 0 0 0 0,-1 0-1 0 0,-1 1 1 0 0,1 0 0 0 0,-1 0 0 0 0,-6-4 0 0 0,10 7-258 0 0,-1 1 0 0 0,0 0 1 0 0,1 0-1 0 0,-1 0 0 0 0,0 0 1 0 0,1 1-1 0 0,-1-1 1 0 0,0 1-1 0 0,0-1 0 0 0,0 1 1 0 0,0 0-1 0 0,1 0 1 0 0,-1 0-1 0 0,0 1 0 0 0,0-1 1 0 0,0 1-1 0 0,0-1 0 0 0,1 1 1 0 0,-1 0-1 0 0,-5 6 2517 0 0,8-7-2744 0 0,9 6 1172 0 0,19 5-688 0 0,-20-9-222 0 0,152 75 903 0 0,-111-51-1206 0 0,1-2 0 0 0,1-3-1 0 0,85 25 1 0 0,-118-43-8 0 0,0-1 1 0 0,1-1-1 0 0,-1-1 0 0 0,0 0 0 0 0,0-1 1 0 0,26-6-1 0 0,26 0 161 0 0,-68 7-152 0 0,-1-1 0 0 0,1 1 0 0 0,-1 0 0 0 0,1 0 0 0 0,0 0-1 0 0,-1 0 1 0 0,1 0 0 0 0,-1 1 0 0 0,1-1 0 0 0,-1 0 0 0 0,1 1 0 0 0,-1-1 0 0 0,1 1 0 0 0,-1 0 0 0 0,0-1 0 0 0,1 1 0 0 0,1 1 0 0 0,-3-1 6 0 0,1-1 0 0 0,-1 1 1 0 0,0 0-1 0 0,1 0 0 0 0,-1-1 1 0 0,0 1-1 0 0,1 0 1 0 0,-1 0-1 0 0,0-1 0 0 0,0 1 1 0 0,0 0-1 0 0,0 0 0 0 0,0 0 1 0 0,0-1-1 0 0,0 1 0 0 0,0 0 1 0 0,0 0-1 0 0,0 0 0 0 0,0-1 1 0 0,-1 1-1 0 0,1 0 0 0 0,0 0 1 0 0,-1 1-1 0 0,-3 6 128 0 0,-1 0-1 0 0,0-1 1 0 0,0 1 0 0 0,-10 10-1 0 0,7-8-65 0 0,-25 28 283 0 0,-2-3 0 0 0,-1 0 0 0 0,-47 34 0 0 0,39-34-1682 0 0,1 3 0 0 0,-38 42 0 0 0,63-59-5364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71 3681 0 0,'-5'-2'537'0'0,"1"0"-1"0"0,-1-1 1 0 0,0 1 0 0 0,1-1-1 0 0,0 0 1 0 0,-1 0 0 0 0,1 0 0 0 0,-4-5-1 0 0,7 7-441 0 0,0 0 0 0 0,1 1 0 0 0,-1-1 0 0 0,0 0 0 0 0,1 1 0 0 0,-1-1 0 0 0,1 0 0 0 0,-1 0 0 0 0,1 0 0 0 0,-1 0 0 0 0,1 1 0 0 0,-1-1 0 0 0,1 0 0 0 0,0 0 0 0 0,0 0 0 0 0,-1 0 0 0 0,1 0 0 0 0,0 0 0 0 0,0 0 0 0 0,0 0 0 0 0,0 0 0 0 0,0 0-1 0 0,0 0 1 0 0,0 0 0 0 0,1 0 0 0 0,-1 0 0 0 0,0 0 0 0 0,0 0 0 0 0,1 1 0 0 0,-1-1 0 0 0,0 0 0 0 0,1 0 0 0 0,-1 0 0 0 0,1 0 0 0 0,-1 0 0 0 0,1 1 0 0 0,0-1 0 0 0,-1 0 0 0 0,1 1 0 0 0,0-1 0 0 0,0 0 0 0 0,-1 1 0 0 0,1-1 0 0 0,0 1 0 0 0,0-1 0 0 0,0 1 0 0 0,0-1 0 0 0,-1 1 0 0 0,1 0 0 0 0,0-1 0 0 0,2 1 0 0 0,-2-1-14 0 0,1 1 0 0 0,-1 0 1 0 0,0 0-1 0 0,1 0 1 0 0,-1-1-1 0 0,1 1 1 0 0,-1 1-1 0 0,0-1 1 0 0,1 0-1 0 0,-1 0 1 0 0,0 0-1 0 0,1 1 1 0 0,-1-1-1 0 0,0 1 1 0 0,1-1-1 0 0,-1 1 1 0 0,0-1-1 0 0,0 1 1 0 0,0 0-1 0 0,1-1 0 0 0,-1 1 1 0 0,0 0-1 0 0,0 0 1 0 0,0 0-1 0 0,0 0 1 0 0,0 0-1 0 0,-1 0 1 0 0,1 0-1 0 0,0 0 1 0 0,0 1-1 0 0,-1-1 1 0 0,1 0-1 0 0,-1 0 1 0 0,1 1-1 0 0,-1-1 1 0 0,1 2-1 0 0,3 6 190 0 0,-1 0-1 0 0,0 0 1 0 0,3 18-1 0 0,0 26 163 0 0,-2 0 0 0 0,-3 1 0 0 0,-11 102 0 0 0,1-20-2246 0 0,9-118-2496 0 0,0-4-1357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37 129 1376 0 0,'-10'4'3095'0'0,"9"-4"-2961"0"0,0 1 0 0 0,0-1 1 0 0,0 1-1 0 0,0-1 0 0 0,0 0 0 0 0,0 1 0 0 0,1-1 1 0 0,-1 1-1 0 0,0 0 0 0 0,0-1 0 0 0,1 1 0 0 0,-1 0 1 0 0,0-1-1 0 0,1 1 0 0 0,-1 0 0 0 0,1 0 0 0 0,-1 0 1 0 0,1-1-1 0 0,-1 1 0 0 0,1 0 0 0 0,0 0 0 0 0,-1 1 1 0 0,-2 9 17 0 0,0 0 1 0 0,1 1 0 0 0,1-1 0 0 0,0 0 0 0 0,0 1 0 0 0,1-1 0 0 0,3 23 0 0 0,-2-14 236 0 0,0-5-189 0 0,1 0 1 0 0,0 0 0 0 0,1 0-1 0 0,0 0 1 0 0,1-1-1 0 0,1 1 1 0 0,7 14-1 0 0,-11-25-181 0 0,1-1-1 0 0,-1 0 0 0 0,1 0 1 0 0,0 0-1 0 0,0 0 1 0 0,0 0-1 0 0,0 0 0 0 0,1-1 1 0 0,-1 1-1 0 0,1-1 1 0 0,-1 1-1 0 0,1-1 1 0 0,0 0-1 0 0,0 0 0 0 0,0 0 1 0 0,0 0-1 0 0,0-1 1 0 0,1 1-1 0 0,-1-1 0 0 0,0 0 1 0 0,1 0-1 0 0,-1 0 1 0 0,1 0-1 0 0,-1-1 1 0 0,1 1-1 0 0,-1-1 0 0 0,1 0 1 0 0,-1 0-1 0 0,1 0 1 0 0,-1-1-1 0 0,1 1 0 0 0,-1-1 1 0 0,1 0-1 0 0,-1 0 1 0 0,7-3-1 0 0,-2 0 37 0 0,1 0 1 0 0,-1-1-1 0 0,-1 0 1 0 0,1-1-1 0 0,-1 0 0 0 0,0 0 1 0 0,0 0-1 0 0,-1-1 0 0 0,0 0 1 0 0,0 0-1 0 0,0-1 0 0 0,-1 0 1 0 0,0 0-1 0 0,-1 0 1 0 0,6-13-1 0 0,1-8 159 0 0,0 0 1 0 0,-2-1-1 0 0,7-39 0 0 0,-12 55-123 0 0,-2-1-1 0 0,1 1 1 0 0,-2 0-1 0 0,0-1 1 0 0,-1 1-1 0 0,-2-21 1 0 0,1 32-65 0 0,1 0 1 0 0,-1-1 0 0 0,0 1-1 0 0,0 0 1 0 0,0 0 0 0 0,0 0-1 0 0,-1 0 1 0 0,1 0 0 0 0,-1 0-1 0 0,0 1 1 0 0,0-1 0 0 0,0 0-1 0 0,0 1 1 0 0,0-1 0 0 0,-1 1-1 0 0,1 0 1 0 0,-1 0 0 0 0,1 0-1 0 0,-1 0 1 0 0,0 0 0 0 0,0 1-1 0 0,0-1 1 0 0,0 1 0 0 0,0 0-1 0 0,0-1 1 0 0,0 1 0 0 0,0 1-1 0 0,0-1 1 0 0,-1 0 0 0 0,1 1-1 0 0,0 0 1 0 0,0 0 0 0 0,-7 0-1 0 0,-5 1 36 0 0,-1 1-1 0 0,1 0 0 0 0,0 1 0 0 0,0 0 0 0 0,0 1 0 0 0,1 1 0 0 0,0 1 0 0 0,-1 0 0 0 0,2 0 1 0 0,-22 15-1 0 0,11-5-5556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5 152 920 0 0,'-2'-9'1298'0'0,"1"1"0"0"0,0-1 0 0 0,0 0 0 0 0,1 1 0 0 0,0-1 0 0 0,3-16 0 0 0,-1 20-881 0 0,1 0 0 0 0,-1 0-1 0 0,1 0 1 0 0,1 1 0 0 0,-1-1 0 0 0,1 1-1 0 0,0 0 1 0 0,7-6 0 0 0,-8 7-262 0 0,0 0 0 0 0,1 0-1 0 0,-1 1 1 0 0,0 0 0 0 0,1 0 0 0 0,-1 0 0 0 0,1 0 0 0 0,0 0 0 0 0,0 1-1 0 0,0-1 1 0 0,0 1 0 0 0,6-1 0 0 0,-8 2-127 0 0,-1 0 1 0 0,1 1-1 0 0,-1-1 1 0 0,1 1-1 0 0,0-1 1 0 0,-1 1-1 0 0,1 0 0 0 0,-1-1 1 0 0,1 1-1 0 0,-1 0 1 0 0,0 0-1 0 0,1 0 0 0 0,-1 0 1 0 0,0 0-1 0 0,0 0 1 0 0,0 1-1 0 0,1-1 0 0 0,-1 0 1 0 0,0 1-1 0 0,-1-1 1 0 0,1 0-1 0 0,0 1 1 0 0,0-1-1 0 0,-1 1 0 0 0,1-1 1 0 0,-1 1-1 0 0,1 0 1 0 0,-1-1-1 0 0,1 1 0 0 0,-1 0 1 0 0,0-1-1 0 0,0 1 1 0 0,0 2-1 0 0,1 7-22 0 0,-1 1 1 0 0,0 0-1 0 0,-2 15 0 0 0,2-23 21 0 0,-5 22-40 0 0,-2 21-29 0 0,7-45 40 0 0,0 1 0 0 0,0-1 0 0 0,0 1 1 0 0,0-1-1 0 0,0 1 0 0 0,1-1 0 0 0,-1 1 0 0 0,1-1 1 0 0,-1 1-1 0 0,1-1 0 0 0,0 0 0 0 0,0 1 0 0 0,2 3 1 0 0,-2-5-2 0 0,0-1 0 0 0,0 1 1 0 0,1 0-1 0 0,-1 0 0 0 0,0-1 1 0 0,0 1-1 0 0,1 0 0 0 0,-1-1 1 0 0,0 1-1 0 0,1-1 0 0 0,-1 0 1 0 0,1 1-1 0 0,-1-1 0 0 0,0 0 1 0 0,1 0-1 0 0,-1 0 0 0 0,1 0 1 0 0,-1 0-1 0 0,1 0 0 0 0,-1-1 1 0 0,0 1-1 0 0,1 0 0 0 0,2-2 1 0 0,34-12-76 0 0,-34 12 76 0 0,16-8-23 0 0,33-13-26 0 0,-48 21 56 0 0,-1 1 1 0 0,0 0 0 0 0,1 0-1 0 0,-1 0 1 0 0,1 0 0 0 0,-1 0 0 0 0,1 1-1 0 0,-1 0 1 0 0,8 1 0 0 0,-11-1-2 0 0,0 1-1 0 0,1-1 1 0 0,-1 1 0 0 0,1-1 0 0 0,-1 1-1 0 0,0 0 1 0 0,0 0 0 0 0,1-1 0 0 0,-1 1-1 0 0,0 0 1 0 0,0 0 0 0 0,0 0 0 0 0,0 0-1 0 0,0 1 1 0 0,0-1 0 0 0,0 0 0 0 0,-1 0-1 0 0,1 1 1 0 0,0-1 0 0 0,-1 0 0 0 0,1 1-1 0 0,-1-1 1 0 0,1 0 0 0 0,-1 1 0 0 0,0-1-1 0 0,1 1 1 0 0,-1-1 0 0 0,0 1 0 0 0,0-1-1 0 0,0 1 1 0 0,0-1 0 0 0,0 1 0 0 0,0-1-1 0 0,-1 0 1 0 0,0 3 0 0 0,0 7 69 0 0,-2 1-1 0 0,0-1 1 0 0,-5 16 0 0 0,4-18-30 0 0,-3 10 61 0 0,-1-1-1 0 0,0-1 0 0 0,-21 31 1 0 0,9-15-1827 0 0,11-18-3964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478 68 6449 0 0,'16'-37'658'0'0,"-2"7"3468"0"0,-76 193 4672 0 0,-19 100-7881 0 0,39-124-82 0 0,-64 235-1138 0 0,-79 525 0 0 0,161-705-2399 0 0,16-112 1311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5 5065 0 0,'0'0'107'0'0,"0"-1"-1"0"0,-1 1 1 0 0,1 0 0 0 0,0-1 0 0 0,-1 1-1 0 0,1 0 1 0 0,-1 0 0 0 0,1-1-1 0 0,0 1 1 0 0,-1 0 0 0 0,1 0-1 0 0,-1 0 1 0 0,1-1 0 0 0,-1 1 0 0 0,1 0-1 0 0,-1 0 1 0 0,1 0 0 0 0,-1 0-1 0 0,1 0 1 0 0,-1 0 0 0 0,1 0-1 0 0,0 0 1 0 0,-1 0 0 0 0,1 0-1 0 0,-1 0 1 0 0,1 0 0 0 0,-1 1 0 0 0,1-1-1 0 0,-1 0 1 0 0,1 0 0 0 0,-1 1-1 0 0,-12 13 2224 0 0,-4 21 721 0 0,7-2-1844 0 0,1-1 0 0 0,1 1 0 0 0,-6 65 0 0 0,6 107-935 0 0,5-95-276 0 0,2-60-951 0 0,1 0-3422 0 0,0-2-1477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3225 0 0,'1'1'117'0'0,"0"-1"0"0"0,-1 1 1 0 0,1-1-1 0 0,-1 1 1 0 0,1-1-1 0 0,-1 1 1 0 0,1 0-1 0 0,-1-1 0 0 0,0 1 1 0 0,1-1-1 0 0,-1 1 1 0 0,0 0-1 0 0,1-1 0 0 0,-1 1 1 0 0,0 0-1 0 0,0 0 1 0 0,1-1-1 0 0,-1 1 0 0 0,0 0 1 0 0,0-1-1 0 0,0 1 1 0 0,0 1-1 0 0,2 23 926 0 0,-2-21-647 0 0,-2 114 3037 0 0,0-93-3091 0 0,1-1 0 0 0,0 1 0 0 0,2-1-1 0 0,1 1 1 0 0,1-1 0 0 0,7 28-1 0 0,-9-49-329 0 0,0 1-1 0 0,0-1 0 0 0,0 0 1 0 0,1 1-1 0 0,0-1 1 0 0,-1 0-1 0 0,1 0 0 0 0,0 0 1 0 0,0 0-1 0 0,1 0 0 0 0,-1-1 1 0 0,0 1-1 0 0,1-1 0 0 0,0 1 1 0 0,-1-1-1 0 0,1 0 0 0 0,0 0 1 0 0,0 0-1 0 0,1-1 0 0 0,-1 1 1 0 0,0-1-1 0 0,5 2 0 0 0,-4-2 6 0 0,0-1-1 0 0,0 0 1 0 0,-1 0-1 0 0,1 0 0 0 0,0 0 1 0 0,0 0-1 0 0,0-1 1 0 0,0 0-1 0 0,-1 0 0 0 0,1 0 1 0 0,0 0-1 0 0,-1-1 1 0 0,1 1-1 0 0,-1-1 0 0 0,0 0 1 0 0,1 0-1 0 0,-1 0 1 0 0,0 0-1 0 0,0-1 1 0 0,5-5-1 0 0,4-4 87 0 0,-1-1 0 0 0,-1-1 0 0 0,0 0 0 0 0,-1-1 0 0 0,0 1 0 0 0,-1-2 0 0 0,-1 1 0 0 0,0-1 0 0 0,8-32 0 0 0,-10 29 101 0 0,0-1 0 0 0,-2 1 0 0 0,0-1 0 0 0,-2 0 0 0 0,0 0 0 0 0,-1 1 0 0 0,-1-1 0 0 0,-4-27 0 0 0,3 38-94 0 0,-1 0 1 0 0,0 0-1 0 0,0 0 0 0 0,-1 0 1 0 0,0 0-1 0 0,0 0 1 0 0,-1 1-1 0 0,-1 0 0 0 0,1 0 1 0 0,-1 1-1 0 0,0-1 1 0 0,-1 1-1 0 0,-10-9 0 0 0,14 14-113 0 0,-1-1-1 0 0,1 0 1 0 0,-1 1-1 0 0,0 0 0 0 0,0 0 1 0 0,0 0-1 0 0,0 1 0 0 0,0-1 1 0 0,0 1-1 0 0,0 0 1 0 0,0 0-1 0 0,0 0 0 0 0,-1 0 1 0 0,1 1-1 0 0,0 0 0 0 0,-1 0 1 0 0,1 0-1 0 0,0 1 1 0 0,-1-1-1 0 0,1 1 0 0 0,0 0 1 0 0,0 0-1 0 0,0 0 1 0 0,-1 1-1 0 0,1 0 0 0 0,1-1 1 0 0,-1 1-1 0 0,0 1 0 0 0,0-1 1 0 0,1 0-1 0 0,-6 6 1 0 0,2-2-528 0 0,0 1 0 0 0,1 0 0 0 0,-9 12 0 0 0,0 2-5282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29 3681 0 0,'-1'-2'207'0'0,"0"0"0"0"0,-1 0 0 0 0,1 0 1 0 0,0 1-1 0 0,0-1 0 0 0,-1 0 0 0 0,1 1 0 0 0,-1-1 0 0 0,0 0 1 0 0,1 1-1 0 0,-1 0 0 0 0,0-1 0 0 0,0 1 0 0 0,0 0 1 0 0,0 0-1 0 0,0 0 0 0 0,0 0 0 0 0,0 1 0 0 0,-3-2 1 0 0,3 2-12 0 0,0 0 1 0 0,0 0-1 0 0,0 1 1 0 0,0-1-1 0 0,0 0 1 0 0,0 1 0 0 0,0 0-1 0 0,0-1 1 0 0,0 1-1 0 0,0 0 1 0 0,0 0 0 0 0,1 0-1 0 0,-1 0 1 0 0,0 0-1 0 0,0 0 1 0 0,1 0 0 0 0,-2 2-1 0 0,-3 3 46 0 0,1 0 0 0 0,0 0 0 0 0,0 0 0 0 0,1 1-1 0 0,0 0 1 0 0,0-1 0 0 0,0 1 0 0 0,1 1 0 0 0,-4 12 0 0 0,2-1-155 0 0,1-1 1 0 0,1 1-1 0 0,1 0 1 0 0,1 0-1 0 0,0 1 1 0 0,5 36-1 0 0,-3-48-61 0 0,0 0 0 0 0,0 0-1 0 0,1 0 1 0 0,0-1 0 0 0,0 1-1 0 0,1 0 1 0 0,0-1 0 0 0,0 0-1 0 0,1 0 1 0 0,0 0-1 0 0,0 0 1 0 0,1 0 0 0 0,0-1-1 0 0,0 0 1 0 0,0 0 0 0 0,1 0-1 0 0,0-1 1 0 0,0 0 0 0 0,8 6-1 0 0,-11-10-21 0 0,-1 1-1 0 0,1-1 0 0 0,0 0 1 0 0,1 0-1 0 0,-1 0 0 0 0,0 0 1 0 0,0-1-1 0 0,0 1 1 0 0,0-1-1 0 0,1 0 0 0 0,-1 0 1 0 0,0 0-1 0 0,0 0 1 0 0,1 0-1 0 0,-1-1 0 0 0,6-1 1 0 0,-3 0 10 0 0,-1 0 0 0 0,1-1 0 0 0,0 0 0 0 0,-1 0 0 0 0,0 0 0 0 0,1-1 0 0 0,-1 1 0 0 0,6-8 0 0 0,-3 4 5 0 0,0-2-1 0 0,-1 1 0 0 0,0-1 1 0 0,0 0-1 0 0,-1-1 1 0 0,0 1-1 0 0,-1-1 0 0 0,0 0 1 0 0,6-18-1 0 0,-9 19-11 0 0,0-1-1 0 0,0 0 0 0 0,-1 0 1 0 0,0-11-1 0 0,-1 19-4 0 0,0-1-1 0 0,0 1 0 0 0,0 0 0 0 0,0 0 0 0 0,0 0 1 0 0,-1-1-1 0 0,1 1 0 0 0,0 0 0 0 0,-1 0 1 0 0,0 0-1 0 0,0 0 0 0 0,1 0 0 0 0,-1 0 0 0 0,0 0 1 0 0,0 0-1 0 0,-1 0 0 0 0,1 0 0 0 0,0 1 1 0 0,-1-1-1 0 0,1 0 0 0 0,-1 1 0 0 0,1-1 1 0 0,-1 1-1 0 0,0 0 0 0 0,-2-2 0 0 0,3 3-55 0 0,0 0-1 0 0,0-1 0 0 0,0 1 1 0 0,-1 0-1 0 0,1 0 1 0 0,0 0-1 0 0,0 0 0 0 0,0 1 1 0 0,0-1-1 0 0,0 0 1 0 0,0 0-1 0 0,0 1 0 0 0,0-1 1 0 0,0 0-1 0 0,0 1 0 0 0,0-1 1 0 0,0 1-1 0 0,0 0 1 0 0,-1 0-1 0 0,-11 9-5054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488 1 5985 0 0,'-4'2'201'0'0,"0"1"-1"0"0,0 0 1 0 0,1-1 0 0 0,-1 1-1 0 0,1 1 1 0 0,0-1-1 0 0,0 0 1 0 0,0 1-1 0 0,0 0 1 0 0,1 0-1 0 0,-3 4 1 0 0,-22 52 3066 0 0,20-43-2995 0 0,-27 78 2725 0 0,-28 126 1 0 0,18-56-1565 0 0,-80 221-69 0 0,61-194-2216 0 0,3 2-4519 0 0,35-106-855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63 1376 0 0,'-3'-1'213'0'0,"0"-1"0"0"0,0 1 0 0 0,0-1 0 0 0,1 0 0 0 0,-1 0 0 0 0,1 0 0 0 0,-1-1 0 0 0,1 1 0 0 0,-3-4 0 0 0,-4-3 597 0 0,5 5-119 0 0,0 1 1 0 0,-1-1 0 0 0,0 1-1 0 0,0-1 1 0 0,0 1 0 0 0,0 1-1 0 0,-9-5 1 0 0,13 7-494 0 0,0 0 1 0 0,0 0-1 0 0,0 0 1 0 0,0 0-1 0 0,0-1 1 0 0,0 1-1 0 0,1 0 0 0 0,-1 1 1 0 0,0-1-1 0 0,0 0 1 0 0,0 0-1 0 0,0 0 1 0 0,0 0-1 0 0,0 1 0 0 0,1-1 1 0 0,-1 0-1 0 0,0 1 1 0 0,0-1-1 0 0,0 1 1 0 0,1-1-1 0 0,-1 1 0 0 0,0 0 1 0 0,-1 0 5 0 0,1 1 1 0 0,0 0-1 0 0,0 0 1 0 0,0 0-1 0 0,0-1 1 0 0,0 1-1 0 0,1 0 1 0 0,-1 0-1 0 0,0 0 1 0 0,1 0-1 0 0,0 0 1 0 0,-1 0-1 0 0,1 4 1 0 0,-3 46 1303 0 0,5 64 1 0 0,24 136-1344 0 0,-26-252-163 0 0,22 132-1737 0 0,4-46-5886 0 0,-14-57 3615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2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40 1376 0 0,'-2'1'288'0'0,"0"-1"1"0"0,0 1-1 0 0,0-1 0 0 0,0 1 0 0 0,0-1 0 0 0,0 1 1 0 0,0 0-1 0 0,0 0 0 0 0,0 0 0 0 0,0 0 0 0 0,1 1 1 0 0,-1-1-1 0 0,0 0 0 0 0,1 1 0 0 0,-1-1 0 0 0,1 1 1 0 0,0 0-1 0 0,-1-1 0 0 0,1 1 0 0 0,0 0 0 0 0,0 0 1 0 0,0-1-1 0 0,0 1 0 0 0,0 0 0 0 0,1 0 0 0 0,-1 0 1 0 0,1 0-1 0 0,-1 0 0 0 0,1 4 0 0 0,-3 20 533 0 0,1 1-1 0 0,2 0 1 0 0,4 43-1 0 0,20 79 535 0 0,-20-125-1123 0 0,2-1-1 0 0,12 33 1 0 0,-16-51-210 0 0,0 0 0 0 0,0 0 1 0 0,0 0-1 0 0,1 0 0 0 0,0 0 1 0 0,0-1-1 0 0,0 1 0 0 0,0-1 1 0 0,1 0-1 0 0,0 0 0 0 0,0 0 0 0 0,0-1 1 0 0,0 1-1 0 0,0-1 0 0 0,1 0 1 0 0,-1 0-1 0 0,8 3 0 0 0,-10-5-6 0 0,1-1 0 0 0,-1 1 0 0 0,0-1 0 0 0,1 1 0 0 0,-1-1 0 0 0,0 0 0 0 0,1 0 0 0 0,-1 0 0 0 0,0 0 0 0 0,1 0 0 0 0,-1 0 0 0 0,0-1 0 0 0,1 1 0 0 0,-1-1 0 0 0,0 0 0 0 0,1 0 0 0 0,-1 0-1 0 0,0 0 1 0 0,0 0 0 0 0,2-1 0 0 0,0-1 16 0 0,0 0 0 0 0,-1-1 0 0 0,1 1 0 0 0,-1-1 0 0 0,0 0 0 0 0,0 0 0 0 0,0 0 0 0 0,-1 0 0 0 0,3-6 0 0 0,2-4 43 0 0,-2 0-1 0 0,0 0 1 0 0,-1-1-1 0 0,0 0 0 0 0,2-21 1 0 0,-4 13-20 0 0,-2 0 1 0 0,0 0-1 0 0,-1 0 1 0 0,-2 0-1 0 0,0 0 1 0 0,-10-32-1 0 0,-5-5-1119 0 0,-28-64 0 0 0,34 94-4411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351 1 5529 0 0,'11'6'2454'0'0,"-8"2"-2099"0"0,-1 0-1 0 0,0 1 1 0 0,0-1-1 0 0,-1 0 1 0 0,0 1-1 0 0,-1-1 1 0 0,0 1 0 0 0,0-1-1 0 0,0 1 1 0 0,-1-1-1 0 0,-1 1 1 0 0,0-1-1 0 0,-3 11 1 0 0,-3 5-97 0 0,0 0 0 0 0,-2 0 0 0 0,-15 25 0 0 0,15-30-79 0 0,-1-1-1 0 0,-1 0 1 0 0,-1-1 0 0 0,0-1 0 0 0,-18 18-1 0 0,24-28-115 0 0,0 0 0 0 0,0 0 0 0 0,0 0 0 0 0,-1-1 0 0 0,0 0 0 0 0,0-1 0 0 0,0 1 0 0 0,-1-2 0 0 0,1 1 0 0 0,-1-1 0 0 0,0-1 0 0 0,0 1 0 0 0,0-1-1 0 0,-13 0 1 0 0,19-1-89 0 0,0-1 0 0 0,-1 0 0 0 0,1 0 0 0 0,0 0-1 0 0,-1-1 1 0 0,1 1 0 0 0,0-1 0 0 0,0 0 0 0 0,0 0 0 0 0,0 0-1 0 0,0 0 1 0 0,0 0 0 0 0,0-1 0 0 0,0 0 0 0 0,0 1-1 0 0,0-1 1 0 0,1 0 0 0 0,-1 0 0 0 0,1 0 0 0 0,-1-1 0 0 0,1 1-1 0 0,0-1 1 0 0,0 1 0 0 0,0-1 0 0 0,0 0 0 0 0,1 1-1 0 0,-1-1 1 0 0,1 0 0 0 0,-1 0 0 0 0,1 0 0 0 0,0 0-1 0 0,0-1 1 0 0,1 1 0 0 0,-2-5 0 0 0,1-4-86 0 0,0 1 1 0 0,1 0 0 0 0,0-1-1 0 0,1 1 1 0 0,0 0 0 0 0,0 0-1 0 0,1-1 1 0 0,6-17-1 0 0,0 6 22 0 0,1 1-1 0 0,1 0 1 0 0,17-29-1 0 0,-23 44 158 0 0,1-1 1 0 0,0 1-1 0 0,0 0 0 0 0,1 1 1 0 0,0-1-1 0 0,0 1 1 0 0,0 0-1 0 0,1 0 0 0 0,0 1 1 0 0,0 0-1 0 0,0 0 0 0 0,14-5 1 0 0,-18 9-20 0 0,0 0 0 0 0,0 0 0 0 0,1 1 0 0 0,-1 0 0 0 0,0 0 0 0 0,0 0 0 0 0,0 0 0 0 0,1 0 0 0 0,-1 0 0 0 0,0 1 0 0 0,0 0 0 0 0,0-1 0 0 0,0 1 0 0 0,0 1 0 0 0,0-1 0 0 0,0 0 0 0 0,0 1 0 0 0,0-1 0 0 0,-1 1 0 0 0,1 0 0 0 0,0 0 0 0 0,-1 0 0 0 0,0 0 0 0 0,1 0 0 0 0,-1 1 0 0 0,4 4 0 0 0,3 6 101 0 0,1 0 0 0 0,-2 0 0 0 0,15 29 0 0 0,-9-10 17 0 0,-1 2 1 0 0,-1 0-1 0 0,-2 0 0 0 0,-2 0 0 0 0,8 64 0 0 0,-11-40-325 0 0,-2 0 0 0 0,-10 103 0 0 0,2-119-472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86 186 456 0 0,'-1'-1'40'0'0,"1"0"-1"0"0,0 0 0 0 0,0 0 1 0 0,0 0-1 0 0,0 0 1 0 0,0 0-1 0 0,0 1 1 0 0,0-1-1 0 0,0 0 1 0 0,1 0-1 0 0,-1 0 1 0 0,0 0-1 0 0,0 0 1 0 0,1 1-1 0 0,-1-1 1 0 0,1 0-1 0 0,-1 0 0 0 0,1 0 1 0 0,-1 1-1 0 0,1-1 1 0 0,0-1-1 0 0,13-25 245 0 0,24-15 1777 0 0,-10 12-2721 0 0,-8-1 1241 0 0,5-5 2864 0 0,-26 38-2950 0 0,-1 1 0 0 0,1-1 0 0 0,-1 0 0 0 0,0 0 0 0 0,0 1 0 0 0,0-1 0 0 0,-4 3 0 0 0,5-5-654 0 0,-2 3 432 0 0,0 0-1 0 0,0 0 1 0 0,-1 0 0 0 0,0 0 0 0 0,1-1 0 0 0,-1 0 0 0 0,0 0 0 0 0,0 0 0 0 0,0 0-1 0 0,0-1 1 0 0,-1 1 0 0 0,1-1 0 0 0,-8 1 0 0 0,-17 5 1531 0 0,24-4-1601 0 0,0 0 1 0 0,-1 0 0 0 0,1 0 0 0 0,0 1 0 0 0,0 0 0 0 0,1 0 0 0 0,-1 0 0 0 0,1 0 0 0 0,0 1 0 0 0,-6 8 0 0 0,-33 54-264 0 0,40-60-646 0 0,0-2-211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1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76 3225 0 0,'-82'33'2704'0'0,"92"-36"-1689"0"0,0 0 0 0 0,0 1-1 0 0,0 0 1 0 0,1 1 0 0 0,12-1-1 0 0,17-1 72 0 0,-8-1-480 0 0,0 1-1 0 0,0 2 1 0 0,44 3 0 0 0,94 20-15 0 0,-112-12-605 0 0,1-3 0 0 0,99-1 0 0 0,-131-10 25 0 0,0 0 0 0 0,-1-2 0 0 0,1-1 0 0 0,-2-1 0 0 0,1-2 0 0 0,35-17 0 0 0,-36 14-12 0 0,1 2 0 0 0,0 1 1 0 0,1 1-1 0 0,0 2 0 0 0,47-8 0 0 0,-70 14 22 0 0,1 1 1 0 0,-1 0-1 0 0,1 0 0 0 0,-1 0 0 0 0,1 1 0 0 0,-1 0 0 0 0,9 2 0 0 0,-11-2-119 0 0,0 0 1 0 0,0 0 0 0 0,0 0-1 0 0,0 0 1 0 0,0 0-1 0 0,0 0 1 0 0,-1 1-1 0 0,1-1 1 0 0,0 1-1 0 0,-1 0 1 0 0,1-1-1 0 0,-1 1 1 0 0,1 0 0 0 0,-1 0-1 0 0,0 0 1 0 0,0 0-1 0 0,1 3 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2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8 3681 0 0,'-1'-1'139'0'0,"-1"0"0"0"0,1 0-1 0 0,0 1 1 0 0,-1-1 0 0 0,1 0 0 0 0,0 1 0 0 0,-1-1 0 0 0,1 1 0 0 0,-1-1-1 0 0,1 1 1 0 0,0 0 0 0 0,-1-1 0 0 0,1 1 0 0 0,-1 0 0 0 0,1 0 0 0 0,-1 0-1 0 0,1 0 1 0 0,-1 0 0 0 0,1 1 0 0 0,-1-1 0 0 0,1 0 0 0 0,-1 1 0 0 0,1-1-1 0 0,-1 1 1 0 0,1-1 0 0 0,0 1 0 0 0,-1 0 0 0 0,-1 1 0 0 0,2-1-9 0 0,1 0 0 0 0,-1 1 0 0 0,0-1 0 0 0,1 0 0 0 0,0 0 0 0 0,-1 0 0 0 0,1 1 0 0 0,0-1 0 0 0,0 0 0 0 0,-1 0 0 0 0,1 1 0 0 0,0-1 0 0 0,0 0 0 0 0,0 0 0 0 0,1 1 0 0 0,-1-1 0 0 0,0 0 0 0 0,0 0 0 0 0,1 1-1 0 0,-1-1 1 0 0,0 0 0 0 0,1 0 0 0 0,0 0 0 0 0,-1 0 0 0 0,1 1 0 0 0,0-1 0 0 0,-1 0 0 0 0,1 0 0 0 0,0 0 0 0 0,0-1 0 0 0,0 1 0 0 0,0 0 0 0 0,0 0 0 0 0,1 1 0 0 0,15 12 251 0 0,0-1-1 0 0,0 0 1 0 0,2-2 0 0 0,32 17-1 0 0,20 12-4 0 0,-25-6-322 0 0,43 39-1 0 0,30 23 743 0 0,-118-96-775 0 0,0 1 0 0 0,-1-1 1 0 0,1 1-1 0 0,0-1 0 0 0,0 1 0 0 0,0 0 0 0 0,-1 0 0 0 0,1-1 0 0 0,0 1 0 0 0,-1 0 0 0 0,1 0 0 0 0,-1 0 0 0 0,1 0 0 0 0,-1 0 1 0 0,1 0-1 0 0,-1-1 0 0 0,1 1 0 0 0,-1 0 0 0 0,0 0 0 0 0,0 0 0 0 0,1 1 0 0 0,-1-1 0 0 0,0 0 0 0 0,0 0 0 0 0,0 0 0 0 0,0 0 1 0 0,0 0-1 0 0,-1 0 0 0 0,1 0 0 0 0,0 0 0 0 0,0 0 0 0 0,-1 0 0 0 0,1 0 0 0 0,0 0 0 0 0,-1 0 0 0 0,1 0 0 0 0,-1-1 0 0 0,0 1 1 0 0,0 1-1 0 0,-4 4-44 0 0,0 0 0 0 0,0 0 0 0 0,-1-1 1 0 0,-10 8-1 0 0,1 1 8 0 0,-57 59-2449 0 0,46-42-2544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0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694 60 1584 0 0,'-15'-6'161'0'0,"1"2"-1"0"0,-1-1 1 0 0,0 2-1 0 0,0 0 1 0 0,-29-1-1 0 0,-3-2 855 0 0,-10-4 340 0 0,30 4-518 0 0,0 1 1 0 0,-1 2-1 0 0,1 0 0 0 0,-1 2 1 0 0,1 1-1 0 0,-52 6 0 0 0,50-1-773 0 0,0 1 0 0 0,1 2 0 0 0,0 0 0 0 0,0 2 0 0 0,-51 27 0 0 0,78-37-62 0 0,1 0 0 0 0,0 0 0 0 0,-1 0-1 0 0,1 0 1 0 0,-1 0 0 0 0,1 1-1 0 0,0-1 1 0 0,-1 0 0 0 0,1 0 0 0 0,0 1-1 0 0,0-1 1 0 0,-1 0 0 0 0,1 0-1 0 0,0 1 1 0 0,0-1 0 0 0,-1 0 0 0 0,1 1-1 0 0,0-1 1 0 0,0 0 0 0 0,0 1 0 0 0,-1-1-1 0 0,1 1 1 0 0,0-1 0 0 0,0 0-1 0 0,0 1 1 0 0,0-1 0 0 0,0 0 0 0 0,0 1-1 0 0,0-1 1 0 0,0 1 0 0 0,0-1-1 0 0,0 0 1 0 0,0 1 0 0 0,0-1 0 0 0,0 1-1 0 0,0-1 1 0 0,0 0 0 0 0,0 1-1 0 0,1-1 1 0 0,-1 0 0 0 0,0 1 0 0 0,0 0-1 0 0,20 11 211 0 0,29 2 1 0 0,-14-9-132 0 0,0-1 0 0 0,0-2 1 0 0,45-2-1 0 0,108-18 420 0 0,-13 1 215 0 0,571 13-48 0 0,-696 2-713 0 0,89-14 1 0 0,-30 2 766 0 0,-63 14-1104 0 0,-30 7-4739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1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83 2761 0 0,'-8'-5'653'0'0,"0"-1"0"0"0,1 0 0 0 0,0 0 0 0 0,0-1 0 0 0,0 1 0 0 0,-9-14 0 0 0,-8-6 3822 0 0,43 38-1831 0 0,6 4-2860 0 0,114 80 1123 0 0,-103-73-566 0 0,-33-22-316 0 0,0 1-1 0 0,0 0 0 0 0,-1 0 1 0 0,1 0-1 0 0,-1 1 1 0 0,1-1-1 0 0,-1 1 0 0 0,0-1 1 0 0,0 1-1 0 0,0 0 1 0 0,0 0-1 0 0,0 0 0 0 0,0 0 1 0 0,1 4-1 0 0,-3-5 14 0 0,0 0 0 0 0,1 0 0 0 0,-1 0 0 0 0,0 0-1 0 0,0 0 1 0 0,-1 0 0 0 0,1 1 0 0 0,0-1 0 0 0,-1 0 0 0 0,1 0 0 0 0,-1 0-1 0 0,1 0 1 0 0,-1 0 0 0 0,0 0 0 0 0,0-1 0 0 0,0 1 0 0 0,0 0 0 0 0,0 0-1 0 0,-1-1 1 0 0,1 1 0 0 0,0 0 0 0 0,-1-1 0 0 0,1 1 0 0 0,-3 0 0 0 0,-161 142 1252 0 0,-74 73-4014 0 0,213-189 2005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 5529 0 0,'-2'0'171'0'0,"1"-1"-1"0"0,0 1 1 0 0,0-1-1 0 0,0 1 1 0 0,-1-1-1 0 0,1 1 1 0 0,0 0-1 0 0,-1 0 1 0 0,1-1-1 0 0,0 1 1 0 0,-1 0-1 0 0,1 0 1 0 0,0 0-1 0 0,0 1 1 0 0,-1-1-1 0 0,1 0 1 0 0,0 0-1 0 0,-1 1 1 0 0,1-1-1 0 0,0 1 1 0 0,-2 0-1 0 0,3 0-88 0 0,-1-1 0 0 0,1 1 0 0 0,-1 0 0 0 0,1 0 0 0 0,0 0 0 0 0,-1 0 0 0 0,1 0 0 0 0,0 0 1 0 0,0 0-1 0 0,0 0 0 0 0,0 0 0 0 0,0 0 0 0 0,0 0 0 0 0,0-1 0 0 0,0 1 0 0 0,0 0 0 0 0,0 0 0 0 0,0 0 0 0 0,0 0 0 0 0,1 0 0 0 0,0 2 0 0 0,3 9 185 0 0,2-1 1 0 0,-1 1-1 0 0,11 13 0 0 0,-12-17-18 0 0,212 299 1675 0 0,-208-297-2163 0 0,11 15-4815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548 1 12443 0 0,'-4'2'115'0'0,"0"0"-1"0"0,0 0 1 0 0,0 0 0 0 0,0 1 0 0 0,1-1 0 0 0,-1 1 0 0 0,1 0 0 0 0,0 0 0 0 0,0 0 0 0 0,0 1 0 0 0,0-1 0 0 0,0 1-1 0 0,-2 5 1 0 0,-4 7 76 0 0,-14 35-1 0 0,5-10 125 0 0,-163 290 905 0 0,-29 59-1454 0 0,171-299-1368 0 0,21-53 770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373 145 3225 0 0,'-64'5'-1325'0'0,"55"-3"1334"0"0,-1-1 0 0 0,1 1 0 0 0,-1-2-1 0 0,1 0 1 0 0,-1 0 0 0 0,0 0-1 0 0,1-1 1 0 0,-1-1 0 0 0,1 0 0 0 0,0 0-1 0 0,-1-1 1 0 0,-13-5 0 0 0,19 6 124 0 0,-1 0 0 0 0,1 0 0 0 0,-1 1 0 0 0,1-1 1 0 0,-1 1-1 0 0,1 0 0 0 0,-1 1 0 0 0,0-1 0 0 0,1 1 0 0 0,-1 0 1 0 0,0 0-1 0 0,-4 1 0 0 0,-15 0 1811 0 0,3-2 1242 0 0,16 1-3111 0 0,-1-1-1 0 0,1 1 0 0 0,-1 0 0 0 0,1 1 0 0 0,-1 0 0 0 0,-9 2 0 0 0,2 1 91 0 0,12-1 344 0 0,23-2 815 0 0,3 1-785 0 0,4 1-406 0 0,1-1 1 0 0,-1-1 0 0 0,42-3 0 0 0,89-19-156 0 0,11-1 21 0 0,615-51 153 0 0,-690 59-52 0 0,1 5 0 0 0,155 4 0 0 0,-242 6-264 0 0,15 1 212 0 0,49 8 0 0 0,-68-8-379 0 0,1-1 0 0 0,-1 1 0 0 0,1 1 0 0 0,-1-1 0 0 0,0 1 0 0 0,0 0 0 0 0,0 0 0 0 0,0 1 0 0 0,-1 0 0 0 0,1 0 0 0 0,-1 0 0 0 0,7 7 0 0 0,-8-6-511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274 0 6449 0 0,'-19'0'-86'0'0,"0"1"0"0"0,-1 1-1 0 0,1 0 1 0 0,0 1-1 0 0,0 2 1 0 0,-29 9 0 0 0,-45 10 1489 0 0,75-22 188 0 0,45 6 627 0 0,51 31-1493 0 0,-50-24-645 0 0,0-1 0 0 0,1-1-1 0 0,1-1 1 0 0,0-1 0 0 0,0-2-1 0 0,48 8 1 0 0,-40-16 252 0 0,-32-2-268 0 0,1 1 0 0 0,0 0 0 0 0,0 1-1 0 0,0-1 1 0 0,-1 1 0 0 0,1 0 0 0 0,0 1 0 0 0,0 0 0 0 0,7 3 0 0 0,-13-4-51 0 0,0 0 0 0 0,-1 0 0 0 0,1 0 0 0 0,0 0 0 0 0,-1 0 0 0 0,1 0 0 0 0,0 0 0 0 0,-1 0 0 0 0,1 0 0 0 0,-1 1 0 0 0,0-1 0 0 0,1 0 0 0 0,-1 0 0 0 0,0 0 0 0 0,0 1 0 0 0,0-1 0 0 0,0 0 0 0 0,0 1 0 0 0,0-1 0 0 0,0 0 0 0 0,0 0 0 0 0,-1 0 0 0 0,1 1 0 0 0,-1 1 0 0 0,-9 30 294 0 0,-7 3 86 0 0,0-2 1 0 0,-39 56-1 0 0,-55 58-1920 0 0,96-130 1024 0 0,-7 11-587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7834 0 0,'1'-1'156'0'0,"1"0"1"0"0,0 1 0 0 0,-1-1 0 0 0,1 1 0 0 0,0-1-1 0 0,-1 1 1 0 0,1 0 0 0 0,0-1 0 0 0,0 1 0 0 0,-1 0-1 0 0,1 0 1 0 0,0 0 0 0 0,0 0 0 0 0,-1 1 0 0 0,1-1-1 0 0,0 0 1 0 0,-1 1 0 0 0,1-1 0 0 0,2 2-1 0 0,31 13 934 0 0,-27-9-842 0 0,-1 0 1 0 0,0 0 0 0 0,-1 0-1 0 0,1 1 1 0 0,-1 0 0 0 0,-1 1-1 0 0,9 13 1 0 0,30 63 780 0 0,-32-60-913 0 0,46 106 376 0 0,7 15-1383 0 0,-50-115-647 0 0,1-1 1 0 0,35 45 0 0 0,-39-59-2268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516 15 6913 0 0,'-12'-15'629'0'0,"2"15"137"0"0,8 3-613 0 0,-1-1-1 0 0,1 1 0 0 0,1-1 1 0 0,-1 1-1 0 0,0 0 0 0 0,0 0 1 0 0,1 0-1 0 0,-1 3 0 0 0,-3 3 50 0 0,-235 409 4038 0 0,43-81-5972 0 0,162-272-2767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3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2 173 4985 0 0,'2'-3'26'0'0,"0"1"-1"0"0,0 0 1 0 0,0-1-1 0 0,0 1 1 0 0,0-1-1 0 0,-1 1 1 0 0,1-1-1 0 0,-1 0 1 0 0,1 0-1 0 0,-1 0 1 0 0,0 1-1 0 0,0-1 1 0 0,0-1-1 0 0,-1 1 1 0 0,1 0 0 0 0,-1 0-1 0 0,0 0 1 0 0,1 0-1 0 0,-2 0 1 0 0,1-6-1 0 0,-1 9-27 0 0,1 0 0 0 0,-1 0 0 0 0,1 0-1 0 0,-1 0 1 0 0,1 0 0 0 0,-1 0 0 0 0,1 0 0 0 0,-1 0-1 0 0,1 0 1 0 0,-1 0 0 0 0,1 0 0 0 0,0 0 0 0 0,-1 1 0 0 0,1-1-1 0 0,-1 0 1 0 0,1 0 0 0 0,-1 0 0 0 0,1 1 0 0 0,0-1-1 0 0,-1 0 1 0 0,1 1 0 0 0,0-1 0 0 0,-1 0 0 0 0,1 1-1 0 0,0-1 1 0 0,-1 0 0 0 0,1 1 0 0 0,0-1 0 0 0,0 1 0 0 0,-1 0-1 0 0,-9 13 1053 0 0,10-13-998 0 0,-1-1 0 0 0,1 1 0 0 0,0 0 0 0 0,0-1 0 0 0,0 1 0 0 0,0 0 0 0 0,0 0 0 0 0,0 0 0 0 0,0-1 0 0 0,0 1 0 0 0,0 0 0 0 0,0 0 0 0 0,1-1 0 0 0,-1 1 0 0 0,0 0 0 0 0,1-1 0 0 0,-1 1 0 0 0,0 0 0 0 0,1 0 0 0 0,9 3-2096 0 0,-5-5 2033 0 0,0 0 1 0 0,1 0-1 0 0,-1-1 1 0 0,0 1-1 0 0,0-1 1 0 0,0 0-1 0 0,0-1 1 0 0,-1 1-1 0 0,1-1 1 0 0,0 0-1 0 0,5-5 1 0 0,-5 4 209 0 0,-1 0 0 0 0,1 1 1 0 0,0 0-1 0 0,0 0 0 0 0,0 1 1 0 0,1-1-1 0 0,-1 1 0 0 0,1 0 0 0 0,-1 0 1 0 0,1 1-1 0 0,10-2 0 0 0,2 2-206 0 0,-1-2-1 0 0,1 0 1 0 0,-1-1-1 0 0,1 0 1 0 0,-1-2-1 0 0,-1 0 1 0 0,21-10-1 0 0,-22 9-7 0 0,1 0 0 0 0,0 1 0 0 0,0 0 0 0 0,1 2 0 0 0,-1 0 0 0 0,1 0 1 0 0,0 2-1 0 0,22-1 0 0 0,-7 6 187 0 0,47 9 0 0 0,-57-7-41 0 0,1-1 1 0 0,0-1-1 0 0,0-1 0 0 0,41-1 0 0 0,-30-6 137 0 0,0 3 0 0 0,1 0 0 0 0,-1 3 0 0 0,0 0 0 0 0,59 12 0 0 0,17 16 38 0 0,-62-15-74 0 0,0-2 1 0 0,62 6-1 0 0,-67-13-587 0 0,-20-4 163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0,'-5'1'5070'0'0,"5"-1"-4994"0"0,-4 16 1300 0 0,0 20-1169 0 0,1 62 274 0 0,4 0-1 0 0,4 0 1 0 0,4 0 0 0 0,30 130-1 0 0,-32-202-1156 0 0,0-1-1 0 0,1 0 1 0 0,2-1 0 0 0,16 32-1 0 0,-9-25-4353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20 112 5065 0 0,'-1'0'77'0'0,"0"0"0"0"0,0 0 0 0 0,0 0 0 0 0,1 0 1 0 0,-1 0-1 0 0,0 0 0 0 0,0 0 0 0 0,1 0 0 0 0,-1-1 0 0 0,0 1 0 0 0,1 0 0 0 0,-1-1 0 0 0,0 1 0 0 0,0 0 0 0 0,1-1 0 0 0,-1 1 1 0 0,1-1-1 0 0,-1 1 0 0 0,0-1 0 0 0,1 1 0 0 0,-1-1 0 0 0,1 0 0 0 0,0 1 0 0 0,-1-1 0 0 0,1 0 0 0 0,-1 1 0 0 0,1-1 1 0 0,0 0-1 0 0,-1 1 0 0 0,1-1 0 0 0,0 0 0 0 0,0 0 0 0 0,0 1 0 0 0,-1-1 0 0 0,1 0 0 0 0,0 0 0 0 0,0 1 0 0 0,0-1 0 0 0,0 0 1 0 0,1 0-1 0 0,-1 0 0 0 0,0 1 0 0 0,0-1 0 0 0,0 0 0 0 0,0 0 0 0 0,1 1 0 0 0,-1-1 0 0 0,0 0 0 0 0,1 1 0 0 0,-1-1 0 0 0,1 0 1 0 0,-1 1-1 0 0,1-1 0 0 0,-1 1 0 0 0,1-1 0 0 0,-1 0 0 0 0,1 1 0 0 0,-1-1 0 0 0,1 1 0 0 0,1-1 0 0 0,3-4 337 0 0,0 1 0 0 0,0 0-1 0 0,0 0 1 0 0,0 0 0 0 0,10-5-1 0 0,21-5 67 0 0,39-12-1 0 0,-47 18-5181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7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55 7946 0 0,'-14'2'-69'0'0,"-1"-1"3075"0"0,15-1-2960 0 0,0 0 0 0 0,0 0-1 0 0,-1 0 1 0 0,1-1 0 0 0,0 1 0 0 0,0 0-1 0 0,0 0 1 0 0,0 0 0 0 0,0-1 0 0 0,0 1-1 0 0,0 0 1 0 0,-1 0 0 0 0,1 0 0 0 0,0-1 0 0 0,0 1-1 0 0,0 0 1 0 0,0 0 0 0 0,0 0 0 0 0,0-1-1 0 0,0 1 1 0 0,0 0 0 0 0,0 0 0 0 0,0-1-1 0 0,0 1 1 0 0,0 0 0 0 0,0 0 0 0 0,0 0 0 0 0,1-1-1 0 0,-1 1 1 0 0,0 0 0 0 0,0 0 0 0 0,0 0-1 0 0,0-1 1 0 0,0 1 0 0 0,0 0 0 0 0,0 0-1 0 0,1 0 1 0 0,-1 0 0 0 0,0-1 0 0 0,0 1-1 0 0,0 0 1 0 0,0 0 0 0 0,1 0 0 0 0,-1 0 0 0 0,0 0-1 0 0,0 0 1 0 0,0 0 0 0 0,1-1 0 0 0,-1 1-1 0 0,0 0 1 0 0,0 0 0 0 0,0 0 0 0 0,1 0-1 0 0,-1 0 1 0 0,1 0-158 0 0,3-3-177 0 0,36-30-438 0 0,-31 20 714 0 0</inkml:trace>
  <inkml:trace contextRef="#ctx0" brushRef="#br0" timeOffset="1">73 156 2304 0 0,'0'0'47'0'0,"0"1"-1"0"0,-1 0 0 0 0,1-1 1 0 0,0 1-1 0 0,0-1 0 0 0,-1 1 1 0 0,1 0-1 0 0,0-1 0 0 0,0 1 1 0 0,0 0-1 0 0,0-1 0 0 0,0 1 1 0 0,0 0-1 0 0,0-1 0 0 0,0 1 1 0 0,0-1-1 0 0,0 1 0 0 0,0 0 1 0 0,1-1-1 0 0,-1 1 0 0 0,0 0 1 0 0,0-1-1 0 0,1 1 0 0 0,-1-1 1 0 0,0 1-1 0 0,1-1 0 0 0,-1 1 1 0 0,0-1-1 0 0,1 1 0 0 0,-1-1 1 0 0,1 1-1 0 0,-1-1 0 0 0,1 1 1 0 0,-1-1-1 0 0,1 0 0 0 0,0 1 1 0 0,2 0 84 0 0,0 0 0 0 0,-1 0 0 0 0,1 0 1 0 0,0-1-1 0 0,0 1 0 0 0,0-1 0 0 0,0 0 0 0 0,6 0 0 0 0,4-1 618 0 0,1-1 0 0 0,24-6 0 0 0,-34 8-840 0 0,-1-1 1 0 0,1 0-1 0 0,-1 0 1 0 0,0-1-1 0 0,0 1 1 0 0,1-1 0 0 0,-1 0-1 0 0,0 0 1 0 0,0 0-1 0 0,-1 0 1 0 0,1 0 0 0 0,0 0-1 0 0,-1-1 1 0 0,4-4-1 0 0,-2-2 91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5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77 9674 0 0,'0'0'75'0'0,"-1"0"-1"0"0,1 0 1 0 0,-1 0-1 0 0,1 0 1 0 0,-1 1-1 0 0,1-1 1 0 0,-1 0-1 0 0,1 0 1 0 0,-1 1-1 0 0,1-1 1 0 0,-1 0-1 0 0,1 1 1 0 0,0-1-1 0 0,-1 0 1 0 0,1 1-1 0 0,-1-1 1 0 0,1 1-1 0 0,0-1 1 0 0,0 1-1 0 0,-1-1 1 0 0,1 1-1 0 0,0-1 1 0 0,0 1-1 0 0,-1-1 1 0 0,1 1-1 0 0,0 0 1 0 0,-4 23 954 0 0,5 24-212 0 0,-1-48-793 0 0,1 17 16 0 0,1 0-1 0 0,1-1 0 0 0,0 0 1 0 0,2 1-1 0 0,0-1 0 0 0,0 0 0 0 0,2-1 1 0 0,0 0-1 0 0,17 28 0 0 0,-21-37-37 0 0,1-1-1 0 0,0 0 0 0 0,0 0 1 0 0,0-1-1 0 0,0 1 0 0 0,1-1 1 0 0,0 0-1 0 0,0 0 0 0 0,0 0 0 0 0,0-1 1 0 0,1 0-1 0 0,-1 0 0 0 0,1 0 1 0 0,0-1-1 0 0,0 0 0 0 0,0 0 0 0 0,0 0 1 0 0,0-1-1 0 0,0 0 0 0 0,1 0 1 0 0,-1 0-1 0 0,0-1 0 0 0,1 0 1 0 0,-1 0-1 0 0,0-1 0 0 0,0 0 0 0 0,1 0 1 0 0,-1 0-1 0 0,7-3 0 0 0,-7 2 118 0 0,1 0 0 0 0,-1-1 0 0 0,0 0-1 0 0,-1 0 1 0 0,1-1 0 0 0,0 1-1 0 0,-1-1 1 0 0,0 0 0 0 0,0-1 0 0 0,0 1-1 0 0,0-1 1 0 0,-1 0 0 0 0,0 0 0 0 0,0-1-1 0 0,0 1 1 0 0,4-9 0 0 0,-4 5 63 0 0,0-1 0 0 0,0 0-1 0 0,-1 1 1 0 0,0-1 0 0 0,-1-1 0 0 0,0 1 0 0 0,-1 0 0 0 0,0 0 0 0 0,0-1 0 0 0,-2-11 0 0 0,0 10-9 0 0,0 0 1 0 0,-1 0-1 0 0,0 0 0 0 0,-1 0 1 0 0,-1 0-1 0 0,0 1 1 0 0,0-1-1 0 0,-10-16 1 0 0,10 21-124 0 0,0 0 0 0 0,-1 1 0 0 0,1-1 0 0 0,-1 1 0 0 0,0 1 0 0 0,-1-1 0 0 0,0 1 0 0 0,0-1 0 0 0,0 2-1 0 0,0-1 1 0 0,-1 1 0 0 0,0 0 0 0 0,-10-5 0 0 0,-6 4 18 0 0,-2 5-304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3817 0 0,'4'3'344'0'0,"-2"-2"-280"0"0,-1 1-64 0 0,1-1 0 0 0,-1-1 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21 289 5529 0 0,'-13'-14'2410'0'0,"6"6"700"0"0,12 25-1234 0 0,8 10-1333 0 0,0 0-1 0 0,2-2 1 0 0,1 1-1 0 0,31 37 0 0 0,89 85-55 0 0,-24-28-301 0 0,-70-75-14 0 0,14 18 1014 0 0,-56-78 443 0 0,-5-25-996 0 0,-66-259 188 0 0,44 203-430 0 0,4-1 0 0 0,-14-138 1 0 0,36 229-418 0 0,1 4-25 0 0,-1-1-1 0 0,1 0 0 0 0,0 1 1 0 0,-1-1-1 0 0,1 1 0 0 0,1-1 1 0 0,-1 0-1 0 0,0 1 1 0 0,1-1-1 0 0,-1 1 0 0 0,1-1 1 0 0,0 1-1 0 0,1-5 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1 168 5529 0 0,'14'-11'449'0'0,"0"1"0"0"0,1 0 0 0 0,0 1 0 0 0,0 0 0 0 0,1 2 0 0 0,0-1 0 0 0,18-4 0 0 0,12-6 135 0 0,25-10 468 0 0,-41 18-1658 0 0,37-20 0 0 0,-57 24 87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0,'-1'0'150'0'0,"0"0"1"0"0,0 0-1 0 0,1 0 0 0 0,-1 1 1 0 0,0-1-1 0 0,1 0 1 0 0,-1 0-1 0 0,1 1 1 0 0,-1-1-1 0 0,0 0 0 0 0,1 1 1 0 0,-1-1-1 0 0,1 0 1 0 0,-1 1-1 0 0,1-1 1 0 0,-1 1-1 0 0,1-1 0 0 0,-1 1 1 0 0,1-1-1 0 0,-1 1 1 0 0,1 0-1 0 0,0-1 1 0 0,-1 1-1 0 0,1-1 1 0 0,0 1-1 0 0,0 0 0 0 0,-1-1 1 0 0,1 1-1 0 0,0 0 1 0 0,0-1-1 0 0,0 1 1 0 0,0 0-1 0 0,0-1 0 0 0,0 1 1 0 0,0 0-1 0 0,0-1 1 0 0,0 1-1 0 0,0 0 1 0 0,0-1-1 0 0,0 1 0 0 0,0 0 1 0 0,1-1-1 0 0,-1 1 1 0 0,0 0-1 0 0,1-1 1 0 0,0 2-1 0 0,16 42 1552 0 0,-11-31-1220 0 0,72 185 1189 0 0,2 8-4579 0 0,-74-190 2112 0 0,0 0-1 0 0,-1 0 1 0 0,3 18-1 0 0,-4-12 679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83 240 5985 0 0,'-5'-1'275'0'0,"1"0"0"0"0,0-1 0 0 0,-1 0 0 0 0,1 1 0 0 0,0-1 0 0 0,0-1 0 0 0,-6-3 0 0 0,5 2 729 0 0,0 0 1 0 0,1-1-1 0 0,-1 1 1 0 0,1-1-1 0 0,0 0 1 0 0,1 0-1 0 0,-1 0 1 0 0,-4-10-1 0 0,34 30 151 0 0,38 41-934 0 0,72 76 1 0 0,-75-68-52 0 0,71 55 1 0 0,-103-93-157 0 0,-18-17 1 0 0,0 1 0 0 0,0-2 0 0 0,23 15 1 0 0,-35-61 202 0 0,-31-118 680 0 0,-7-38-200 0 0,33 153-1286 0 0,2 0 0 0 0,2-72 0 0 0,4 88-541 0 0,2 2-251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15 208 3225 0 0,'-2'1'5'0'0,"-9"3"913"0"0,11-4-780 0 0,0-1 0 0 0,0 1-1 0 0,0-1 1 0 0,-1 1 0 0 0,1-1 0 0 0,0 1 0 0 0,0-1-1 0 0,0 1 1 0 0,0-1 0 0 0,0 1 0 0 0,0-1-1 0 0,0 1 1 0 0,0-1 0 0 0,0 1 0 0 0,0-1 0 0 0,0 0-1 0 0,0 1 1 0 0,1-1 0 0 0,-1 1 0 0 0,0-1 0 0 0,0 1-1 0 0,0 0 1 0 0,1-1 0 0 0,-1 1 0 0 0,0-1 0 0 0,1 1-1 0 0,-1-1 1 0 0,0 1 0 0 0,1-1 0 0 0,5-10 529 0 0,0 0 0 0 0,1 0 0 0 0,0 1 0 0 0,1 0 0 0 0,0 0 0 0 0,0 1 0 0 0,1 0 1 0 0,1 0-1 0 0,-1 1 0 0 0,13-8 0 0 0,-9 8-442 0 0,-1 1-1 0 0,26-10 1 0 0,58-28-4096 0 0,-83 38-758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333 168 1376 0 0,'-34'-28'923'0'0,"0"1"1"0"0,-1 1-1 0 0,-2 3 0 0 0,-40-21 0 0 0,72 42-748 0 0,1-1-1 0 0,-1 1 1 0 0,0 1 0 0 0,0-1-1 0 0,0 1 1 0 0,0-1 0 0 0,0 1-1 0 0,0 1 1 0 0,0-1 0 0 0,0 1-1 0 0,-7 0 1 0 0,10 0-101 0 0,-1 0 0 0 0,1 1 0 0 0,0-1 0 0 0,-1 1 0 0 0,1 0 0 0 0,0-1 1 0 0,0 1-1 0 0,0 0 0 0 0,0 0 0 0 0,0 0 0 0 0,0 1 0 0 0,0-1 0 0 0,0 0 0 0 0,0 1 0 0 0,0-1 0 0 0,1 1 0 0 0,-1 0 0 0 0,1-1 0 0 0,-1 1 1 0 0,1 0-1 0 0,0 0 0 0 0,-1 0 0 0 0,1 0 0 0 0,0 0 0 0 0,0 0 0 0 0,0 0 0 0 0,0 4 0 0 0,1-5-53 0 0,0 0 0 0 0,0 1-1 0 0,0-1 1 0 0,1 0 0 0 0,-1 1 0 0 0,0-1-1 0 0,1 0 1 0 0,-1 0 0 0 0,1 1 0 0 0,-1-1-1 0 0,1 0 1 0 0,0 0 0 0 0,0 0-1 0 0,-1 0 1 0 0,1 0 0 0 0,0 0 0 0 0,0 0-1 0 0,0 0 1 0 0,0 0 0 0 0,0 0 0 0 0,0 0-1 0 0,0 0 1 0 0,0-1 0 0 0,0 1 0 0 0,1-1-1 0 0,-1 1 1 0 0,2 0 0 0 0,36 15 488 0 0,-25-12-340 0 0,1-1 0 0 0,-1-1 0 0 0,1 0 1 0 0,0-2-1 0 0,0 1 0 0 0,0-1 0 0 0,20-4 1 0 0,106-25 559 0 0,-56 10-237 0 0,-35 9-260 0 0,192-27 434 0 0,-212 34-631 0 0,-1 3 0 0 0,1 0 0 0 0,0 2-1 0 0,-1 1 1 0 0,1 1 0 0 0,34 10 0 0 0,-54-13-2488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21 920 0 0,'-19'-7'2723'0'0,"18"7"-2559"0"0,0-1 0 0 0,1 1 0 0 0,-1 0 0 0 0,1 0 0 0 0,-1 0 0 0 0,1 0 0 0 0,-1 0 0 0 0,1-1 0 0 0,-1 1 0 0 0,1 0 0 0 0,-1 0 0 0 0,1-1 0 0 0,0 1 0 0 0,-1 0 0 0 0,1-1 0 0 0,-1 1 0 0 0,1 0-1 0 0,0-1 1 0 0,-1 1 0 0 0,1-1 0 0 0,0 1 0 0 0,-1-1 0 0 0,1 1 0 0 0,0-1 0 0 0,0 1 0 0 0,-1-1 0 0 0,1 1 0 0 0,0-1 0 0 0,0 1 0 0 0,0-1 0 0 0,0 1 0 0 0,0-1 0 0 0,0 0 0 0 0,9 8 3763 0 0,4 9-3149 0 0,6 12-279 0 0,-2 0 1 0 0,-2 1-1 0 0,22 53 1 0 0,-6-11-155 0 0,-23-55-267 0 0,-2-4-3 0 0,0 1-1 0 0,-1 0 0 0 0,6 20 0 0 0,-10-28-46 0 0,0-1-1 0 0,0 1 0 0 0,-1 0 1 0 0,0-1-1 0 0,0 1 0 0 0,0-1 1 0 0,0 1-1 0 0,-1 0 0 0 0,0-1 1 0 0,0 1-1 0 0,0-1 1 0 0,-1 0-1 0 0,1 1 0 0 0,-5 6 1 0 0,-32 52-84 0 0,20-38-4391 0 0,3-6-940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80 1840 0 0,'0'0'101'0'0,"-1"0"0"0"0,1 0-1 0 0,0 1 1 0 0,-1-1 0 0 0,1 0-1 0 0,0 0 1 0 0,0 0 0 0 0,-1 0-1 0 0,1 0 1 0 0,0-1 0 0 0,-1 1-1 0 0,1 0 1 0 0,0 0 0 0 0,0 0-1 0 0,-3-2 1209 0 0,2 2-1209 0 0,1 0 1 0 0,0-1 0 0 0,0 1-1 0 0,0 0 1 0 0,0 0 0 0 0,0-1-1 0 0,4-9 1472 0 0,17-9-699 0 0,-3 13-352 0 0,0 0 0 0 0,0 1 0 0 0,1 0 0 0 0,0 2 0 0 0,-1 0 0 0 0,24 0 0 0 0,1-1-229 0 0,15 0-37 0 0,1 4 0 0 0,-1 2 0 0 0,93 14 0 0 0,46 3-360 0 0,-164-18 114 0 0,-1-1 0 0 0,0-2 0 0 0,0-1 0 0 0,36-9 0 0 0,-52 8-236 0 0,-1 0 1 0 0,24-11 0 0 0,-27 9-336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6 4145 0 0,'-22'-5'5163'0'0,"35"6"-3430"0"0,-5 0-1456 0 0,1 0-1 0 0,-1 1 1 0 0,0 0 0 0 0,0 1 0 0 0,0 0-1 0 0,-1 0 1 0 0,1 1 0 0 0,0-1 0 0 0,-1 2-1 0 0,0-1 1 0 0,0 1 0 0 0,-1 0-1 0 0,1 1 1 0 0,-1-1 0 0 0,6 8 0 0 0,-6-6-237 0 0,0 0 0 0 0,0 1 0 0 0,-1 0 0 0 0,-1-1 0 0 0,1 1 0 0 0,-1 1 0 0 0,-1-1 0 0 0,1 1 0 0 0,-1-1 0 0 0,-1 1 0 0 0,0 0 0 0 0,0 0 1 0 0,0 0-1 0 0,-1 1 0 0 0,-1-1 0 0 0,0 0 0 0 0,0 0 0 0 0,-1 0 0 0 0,0 0 0 0 0,0 1 0 0 0,-4 12 0 0 0,-11 16 368 0 0,-1 0 0 0 0,-2-1 0 0 0,-1 0 0 0 0,-46 59 0 0 0,-8 16-1714 0 0,62-91-4824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32 4705 0 0,'-1'-2'80'0'0,"1"0"0"0"0,-1 1 0 0 0,0-1 1 0 0,0 0-1 0 0,0 1 0 0 0,0-1 0 0 0,0 1 0 0 0,0-1 0 0 0,-1 1 0 0 0,1-1 1 0 0,0 1-1 0 0,-1 0 0 0 0,1 0 0 0 0,-1 0 0 0 0,1 0 0 0 0,-1 0 0 0 0,0 0 1 0 0,1 0-1 0 0,-1 0 0 0 0,0 1 0 0 0,0-1 0 0 0,0 0 0 0 0,-2 1 0 0 0,1-1 201 0 0,-1 0-1 0 0,1 1 1 0 0,0 0-1 0 0,0-1 1 0 0,0 1-1 0 0,-1 0 1 0 0,1 1-1 0 0,0-1 0 0 0,0 1 1 0 0,0-1-1 0 0,0 1 1 0 0,-5 2-1 0 0,5-2 52 0 0,0 0 1 0 0,0 1-1 0 0,0-1 0 0 0,0 1 0 0 0,0 0 0 0 0,0 0 1 0 0,1 0-1 0 0,-1 0 0 0 0,1 0 0 0 0,-1 1 1 0 0,-2 4-1 0 0,5-7-247 0 0,-1 1 0 0 0,1-1 1 0 0,0 1-1 0 0,0 0 1 0 0,0-1-1 0 0,0 1 0 0 0,0 0 1 0 0,0-1-1 0 0,0 1 0 0 0,0-1 1 0 0,0 1-1 0 0,0 0 0 0 0,0-1 1 0 0,0 1-1 0 0,0 0 1 0 0,1-1-1 0 0,-1 1 0 0 0,0-1 1 0 0,0 1-1 0 0,1 0 0 0 0,-1-1 1 0 0,1 1-1 0 0,19 17 416 0 0,7 0-443 0 0,-1 2 1 0 0,-1 0-1 0 0,35 38 1 0 0,61 81-110 0 0,-17-17-445 0 0,-103-122 486 0 0,0 1 0 0 0,0 0 0 0 0,0-1 0 0 0,-1 1 1 0 0,1 0-1 0 0,0 0 0 0 0,0 0 0 0 0,0 0 0 0 0,-1 0 1 0 0,1 0-1 0 0,-1 0 0 0 0,1 0 0 0 0,-1 0 0 0 0,1 0 1 0 0,-1 0-1 0 0,1 0 0 0 0,-1 0 0 0 0,0 1 0 0 0,0-1 1 0 0,0 0-1 0 0,1 0 0 0 0,-1 0 0 0 0,0 1 0 0 0,0-1 1 0 0,-1 0-1 0 0,1 0 0 0 0,0 0 0 0 0,0 0 0 0 0,-1 2 1 0 0,-1 0-5 0 0,0-1 1 0 0,-1 0 0 0 0,1 0 0 0 0,0 0 0 0 0,-1-1 0 0 0,1 1-1 0 0,-1 0 1 0 0,0-1 0 0 0,-3 2 0 0 0,-20 11 49 0 0,-5 12 77 0 0,-41 43 0 0 0,35-33 163 0 0,2 2 134 0 0,-46 63 0 0 0,19-21-1836 0 0,42-56-4282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69 5529 0 0,'-2'-10'1090'0'0,"-1"1"1"0"0,0 1-1 0 0,-1-1 0 0 0,0 0 0 0 0,-10-15 1 0 0,18 45 2498 0 0,1 3-3040 0 0,79 394 1918 0 0,-43-196-2387 0 0,-16-110-238 0 0,13 79 143 0 0,-34-160-1379 0 0,-1-1 0 0 0,-2 35 1 0 0,-2-50-3959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0 206 4609 0 0,'0'-2'94'0'0,"0"1"1"0"0,0 0-1 0 0,0-1 1 0 0,0 1-1 0 0,1 0 0 0 0,-1-1 1 0 0,0 1-1 0 0,1 0 1 0 0,-1-1-1 0 0,1 1 0 0 0,-1 0 1 0 0,1-1-1 0 0,-1 1 1 0 0,1 0-1 0 0,0 0 0 0 0,0 0 1 0 0,0 0-1 0 0,-1 0 1 0 0,2-1-1 0 0,24-25 1691 0 0,-15 16-998 0 0,18-24 1552 0 0,-19 22-1868 0 0,0 1 1 0 0,0-1-1 0 0,2 2 0 0 0,-1-1 0 0 0,2 2 1 0 0,23-17-1 0 0,-10 19-4497 0 0,-12 8-550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1 174 6449 0 0,'18'-21'2253'0'0,"12"-13"-334"0"0,-12 11 252 0 0,35-30-1 0 0,-12 24-2863 0 0,-37 27 111 0 0,1 0-1 0 0,0 0 0 0 0,0 0 1 0 0,-1 1-1 0 0,1-1 1 0 0,1 1-1 0 0,4 0 1 0 0,-4 1-1369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6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1 357 3225 0 0,'-1'-3'827'0'0,"7"-4"-24"0"0,6-3 287 0 0,43-24 2138 0 0,90-38-1 0 0,-30 17-1560 0 0,176-103-3327 0 0,-268 145-465 0 0,-15 9 1037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56 3681 0 0,'-2'-2'249'0'0,"0"1"-1"0"0,0-1 1 0 0,0 1 0 0 0,-1 0 0 0 0,1 0 0 0 0,-1 0 0 0 0,1 0 0 0 0,-1 0-1 0 0,-4-1 1 0 0,4 2-23 0 0,0-1 1 0 0,1 0-1 0 0,-1 0 0 0 0,1 0 0 0 0,-1 0 1 0 0,1 0-1 0 0,-1 0 0 0 0,1 0 0 0 0,-1-1 1 0 0,-1-1-1 0 0,4 2-174 0 0,0 0 0 0 0,0 1 0 0 0,0-1 0 0 0,0 1-1 0 0,0-1 1 0 0,0 1 0 0 0,0-1 0 0 0,0 0 0 0 0,1 1 0 0 0,-1-1 0 0 0,0 1 0 0 0,0-1 0 0 0,1 1 0 0 0,-1-1 0 0 0,0 1 0 0 0,1-1-1 0 0,-1 1 1 0 0,0-1 0 0 0,1 1 0 0 0,-1 0 0 0 0,1-1 0 0 0,-1 1 0 0 0,1 0 0 0 0,-1-1 0 0 0,1 1 0 0 0,-1 0 0 0 0,1-1 0 0 0,-1 1-1 0 0,1 0 1 0 0,-1 0 0 0 0,1 0 0 0 0,-1-1 0 0 0,1 1 0 0 0,-1 0 0 0 0,1 0 0 0 0,0 0 0 0 0,24-9 755 0 0,-6 6-465 0 0,1 2-1 0 0,0 0 1 0 0,-1 0-1 0 0,1 2 0 0 0,-1 1 1 0 0,20 3-1 0 0,19 2-218 0 0,-22-4-45 0 0,-9 0-113 0 0,1-1-1 0 0,0-2 0 0 0,38-3 1 0 0,-99 71 164 0 0,19-38-50 0 0,2 0-1 0 0,1 1 1 0 0,1 0-1 0 0,2 0 1 0 0,1 1-1 0 0,1 0 1 0 0,-1 48-1 0 0,7-66-1262 0 0,2-1-3662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0,'0'6'645'0'0,"1"0"1"0"0,0-1 0 0 0,0 1-1 0 0,1 0 1 0 0,0-1-1 0 0,0 1 1 0 0,0-1 0 0 0,4 7-1 0 0,30 50 310 0 0,-9-19-247 0 0,37 84 111 0 0,-36-66-2320 0 0,52 81 0 0 0,-66-122-3501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85 2304 0 0,'0'-2'280'0'0,"0"-1"0"0"0,0 1 0 0 0,0-1 0 0 0,-1 1 0 0 0,1 0 0 0 0,-1 0-1 0 0,1-1 1 0 0,-1 1 0 0 0,0 0 0 0 0,0 0 0 0 0,0-1 0 0 0,0 1 0 0 0,0 0-1 0 0,0 0 1 0 0,-1 0 0 0 0,-1-2 0 0 0,2 3-156 0 0,0 1 0 0 0,1 0 0 0 0,-1-1 0 0 0,1 1 0 0 0,-1 0 0 0 0,1-1 0 0 0,-1 1-1 0 0,0 0 1 0 0,1 0 0 0 0,-1 0 0 0 0,0-1 0 0 0,1 1 0 0 0,-1 0 0 0 0,0 0 0 0 0,1 0 0 0 0,-1 0 0 0 0,0 0 0 0 0,1 0 0 0 0,-1 0 0 0 0,1 0 0 0 0,-1 0 0 0 0,-1 1 0 0 0,1 0 17 0 0,-1 0 1 0 0,1-1 0 0 0,-1 1-1 0 0,1 0 1 0 0,-1 1 0 0 0,1-1-1 0 0,0 0 1 0 0,-1 0 0 0 0,1 1-1 0 0,0-1 1 0 0,0 0 0 0 0,-1 3 0 0 0,-3 5 67 0 0,0 1 1 0 0,1-1 0 0 0,0 1 0 0 0,1 0 0 0 0,0 0 0 0 0,0 0 0 0 0,1 1 0 0 0,1-1 0 0 0,0 0 0 0 0,0 1 0 0 0,1 13 0 0 0,1-7-176 0 0,0 1-1 0 0,1-1 0 0 0,1 0 0 0 0,0-1 1 0 0,2 1-1 0 0,6 19 0 0 0,-10-33-33 0 0,0-1 0 0 0,0 1 0 0 0,1 0 0 0 0,-1-1 0 0 0,0 1 0 0 0,1-1 0 0 0,-1 1 1 0 0,1-1-1 0 0,0 1 0 0 0,0-1 0 0 0,0 0 0 0 0,0 0 0 0 0,0 0 0 0 0,1 0 0 0 0,-1-1 0 0 0,1 1 0 0 0,-1 0 0 0 0,1-1 0 0 0,-1 0 0 0 0,1 0 0 0 0,0 0 0 0 0,0 0 0 0 0,-1 0 0 0 0,5 1 1 0 0,-4-3-2 0 0,1 1 0 0 0,-1 0 0 0 0,1-1 0 0 0,-1 0 0 0 0,1 0 0 0 0,-1 0 0 0 0,0 0 1 0 0,1 0-1 0 0,-1-1 0 0 0,0 1 0 0 0,0-1 0 0 0,0 0 0 0 0,0 0 0 0 0,0 0 0 0 0,0-1 1 0 0,-1 1-1 0 0,1 0 0 0 0,-1-1 0 0 0,4-4 0 0 0,2-4-234 0 0,1-1 0 0 0,-2 0 0 0 0,0 0 0 0 0,0-1 0 0 0,-2 0 0 0 0,1 0 0 0 0,-1 0-1 0 0,3-15 1 0 0,2-18-1004 0 0,4-51-1 0 0,-8 54 1417 0 0,-5 40-142 0 0,-1 1 0 0 0,0 0 0 0 0,1 0 1 0 0,-1 0-1 0 0,1 0 0 0 0,0 0 0 0 0,0 0 0 0 0,-1 0 0 0 0,1 0 1 0 0,2-2-1 0 0,-3 3 33 0 0,1 1 1 0 0,-1-1 0 0 0,1 1-1 0 0,0-1 1 0 0,-1 1 0 0 0,1-1-1 0 0,-1 1 1 0 0,1 0 0 0 0,0-1-1 0 0,-1 1 1 0 0,1 0 0 0 0,-1 0-1 0 0,1-1 1 0 0,0 1 0 0 0,0 0-1 0 0,-1 0 1 0 0,1 0 0 0 0,0 0-1 0 0,-1 0 1 0 0,1 0 0 0 0,1 0-1 0 0,2 1 255 0 0,1 1 0 0 0,0-1 0 0 0,-1 1 0 0 0,0 0-1 0 0,1 0 1 0 0,-1 1 0 0 0,6 4 0 0 0,-9-6-317 0 0,46 36 1253 0 0,-34-25-1118 0 0,0-1 1 0 0,16 9 0 0 0,-24-17-435 0 0,-1-1 0 0 0,0 1 1 0 0,1-1-1 0 0,-1-1 0 0 0,1 1 1 0 0,-1-1-1 0 0,1 1 0 0 0,0-1 1 0 0,-1-1-1 0 0,1 1 0 0 0,10-1 1 0 0,-3-1-829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0 244 3225 0 0,'49'42'3744'0'0,"-48"-41"-3608"0"0,3 2 149 0 0,-1 0 0 0 0,1 0 1 0 0,1-1-1 0 0,-1 0 0 0 0,0 1 0 0 0,0-1 0 0 0,1-1 0 0 0,0 1 0 0 0,-1-1 0 0 0,9 2 0 0 0,-13-3-241 0 0,1-1 1 0 0,-1 1 0 0 0,1-1-1 0 0,-1 0 1 0 0,1 1 0 0 0,-1-1-1 0 0,0 0 1 0 0,1 1-1 0 0,-1-1 1 0 0,0 0 0 0 0,0 1-1 0 0,1-1 1 0 0,-1 0-1 0 0,0 0 1 0 0,0 1 0 0 0,0-1-1 0 0,0 0 1 0 0,0 0 0 0 0,0 1-1 0 0,0-1 1 0 0,0 0-1 0 0,0 0 1 0 0,0 1 0 0 0,-1-1-1 0 0,1 0 1 0 0,0 1-1 0 0,-1-2 1 0 0,-7-26 1073 0 0,7 25-842 0 0,-5-16 403 0 0,0 0 1 0 0,1 0-1 0 0,2-1 1 0 0,-4-32-1 0 0,7 45-989 0 0,1 0 0 0 0,-1-1 0 0 0,1 1 0 0 0,0 0-1 0 0,1 0 1 0 0,-1 1 0 0 0,1-1 0 0 0,1 0 0 0 0,-1 0 0 0 0,1 1 0 0 0,1 0 0 0 0,-1-1-1 0 0,1 1 1 0 0,0 1 0 0 0,0-1 0 0 0,8-7 0 0 0,0 0 295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8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47 5985 0 0,'-4'-6'52'0'0,"0"0"835"0"0,0 1-1 0 0,0-1 1 0 0,-1 1 0 0 0,-8-8 0 0 0,12 12-796 0 0,0 1-1 0 0,1-1 1 0 0,-1 1-1 0 0,0-1 1 0 0,1 1-1 0 0,-1 0 1 0 0,0-1-1 0 0,1 1 1 0 0,-1 0-1 0 0,0-1 1 0 0,0 1-1 0 0,1 0 1 0 0,-1 0-1 0 0,0-1 1 0 0,0 1-1 0 0,0 0 1 0 0,1 0-1 0 0,-1 0 1 0 0,0 0-1 0 0,0 0 1 0 0,0 1-1 0 0,1-1 1 0 0,-1 0-1 0 0,0 0 1 0 0,0 0 0 0 0,1 1-1 0 0,-1-1 1 0 0,0 0-1 0 0,0 1 1 0 0,1-1-1 0 0,-1 0 1 0 0,0 1-1 0 0,1-1 1 0 0,-1 1-1 0 0,1-1 1 0 0,-1 1-1 0 0,0 0 1 0 0,1-1-1 0 0,-1 1 1 0 0,1-1-1 0 0,0 1 1 0 0,-1 0-1 0 0,1 0 1 0 0,0-1-1 0 0,-1 1 1 0 0,1 0-1 0 0,0 0 1 0 0,-1-1-1 0 0,1 1 1 0 0,0 0-1 0 0,0 1 1 0 0,-5 14 159 0 0,1 0 0 0 0,0 0 0 0 0,2 0 0 0 0,-1 0 0 0 0,1 21 1 0 0,2-26-234 0 0,0 0 0 0 0,1 0 1 0 0,0 0-1 0 0,1 0 1 0 0,0 0-1 0 0,1 0 1 0 0,0 0-1 0 0,7 16 1 0 0,-9-24-13 0 0,1 0 1 0 0,0 0-1 0 0,-1 0 1 0 0,1 0-1 0 0,0 0 1 0 0,1-1-1 0 0,-1 1 1 0 0,0-1-1 0 0,1 1 1 0 0,0-1-1 0 0,-1 0 1 0 0,1 0-1 0 0,0 0 1 0 0,0 0 0 0 0,0 0-1 0 0,0-1 1 0 0,1 0-1 0 0,-1 1 1 0 0,0-1-1 0 0,1 0 1 0 0,-1-1-1 0 0,0 1 1 0 0,1-1-1 0 0,-1 1 1 0 0,7-1-1 0 0,-5-1-58 0 0,-1 1 0 0 0,1-1-1 0 0,0 0 1 0 0,-1-1 0 0 0,1 1-1 0 0,-1-1 1 0 0,1 0 0 0 0,-1 0-1 0 0,0 0 1 0 0,0-1 0 0 0,0 1-1 0 0,0-1 1 0 0,-1 0 0 0 0,1 0-1 0 0,-1 0 1 0 0,1-1 0 0 0,-1 1-1 0 0,4-7 1 0 0,-6 8-88 0 0,1 0 1 0 0,-1-1-1 0 0,0 0 0 0 0,0 1 0 0 0,0-1 1 0 0,0 1-1 0 0,0-1 0 0 0,-1 0 0 0 0,1-4 1 0 0,5-17-176 0 0,-5 23 323 0 0,-1 1 0 0 0,0 0 0 0 0,1-1 0 0 0,-1 1 1 0 0,1-1-1 0 0,-1 1 0 0 0,0 0 0 0 0,1 0 0 0 0,-1-1 0 0 0,1 1 0 0 0,-1 0 0 0 0,1 0 0 0 0,-1-1 1 0 0,1 1-1 0 0,-1 0 0 0 0,1 0 0 0 0,-1 0 0 0 0,1 0 0 0 0,-1 0 0 0 0,1 0 0 0 0,-1 0 0 0 0,1 0 0 0 0,0 0 1 0 0,-1 0-1 0 0,1 0 0 0 0,-1 0 0 0 0,1 0 0 0 0,-1 0 0 0 0,1 1 0 0 0,-1-1 0 0 0,1 0 0 0 0,-1 0 0 0 0,1 0 1 0 0,-1 1-1 0 0,0-1 0 0 0,1 0 0 0 0,-1 1 0 0 0,1-1 0 0 0,-1 0 0 0 0,0 1 0 0 0,1-1 0 0 0,-1 1 1 0 0,0-1-1 0 0,1 1 0 0 0,-1-1 0 0 0,0 0 0 0 0,0 1 0 0 0,1 0 0 0 0,16 23 525 0 0,19 36 303 0 0,-23-41-1589 0 0,0 2 0 0 0,16 37 0 0 0,-21-36-4228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9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2 343 6913 0 0,'-1'-2'2389'0'0,"5"-6"-480"0"0,13-15 414 0 0,-8 10-1922 0 0,0 0-195 0 0,-1 0 0 0 0,-1-1 1 0 0,0 0-1 0 0,-1-1 0 0 0,-1 0 0 0 0,0 1 1 0 0,3-20-1 0 0,-6 22-229 0 0,0 1-1 0 0,-1-1 1 0 0,0 1 0 0 0,-1-1-1 0 0,0 0 1 0 0,-1 1 0 0 0,0-1-1 0 0,-1 1 1 0 0,0-1 0 0 0,-6-15 0 0 0,8 26 30 0 0,0 0 1 0 0,-1-1-1 0 0,1 1 1 0 0,0 0-1 0 0,-1 0 1 0 0,1 0-1 0 0,-1 0 1 0 0,1 0-1 0 0,-1 0 1 0 0,1 1-1 0 0,-1-1 1 0 0,0 0-1 0 0,1 0 1 0 0,-1 0-1 0 0,0 0 1 0 0,0 1-1 0 0,0-1 1 0 0,0 0-1 0 0,0 1 1 0 0,1-1-1 0 0,-1 1 1 0 0,0-1-1 0 0,0 1 1 0 0,-2-1-1 0 0,2 1-10 0 0,0 0 0 0 0,0 1-1 0 0,-1-1 1 0 0,1 0 0 0 0,0 1-1 0 0,0-1 1 0 0,0 1-1 0 0,0-1 1 0 0,0 1 0 0 0,0 0-1 0 0,1-1 1 0 0,-1 1 0 0 0,0 0-1 0 0,0 0 1 0 0,0 0 0 0 0,0-1-1 0 0,1 1 1 0 0,-2 2 0 0 0,-2 4-46 0 0,0 0 1 0 0,0 0 0 0 0,1 0 0 0 0,-1 0-1 0 0,-2 11 1 0 0,4-9-1 0 0,0 0 1 0 0,0 0-1 0 0,1 0 0 0 0,0 0 0 0 0,0 0 0 0 0,1 0 0 0 0,0 1 1 0 0,1-1-1 0 0,3 14 0 0 0,-3-19 60 0 0,0 0 1 0 0,1 0-1 0 0,-1 0 1 0 0,1 0-1 0 0,0 0 1 0 0,1 0-1 0 0,-1-1 1 0 0,0 1-1 0 0,1-1 1 0 0,0 0-1 0 0,0 1 1 0 0,0-1-1 0 0,0-1 1 0 0,1 1-1 0 0,-1 0 1 0 0,1-1-1 0 0,-1 0 1 0 0,1 1-1 0 0,0-2 1 0 0,0 1-1 0 0,0 0 1 0 0,5 1-1 0 0,3 0 55 0 0,-1 0-1 0 0,0-1 1 0 0,1 0-1 0 0,0-1 0 0 0,-1 0 1 0 0,1-1-1 0 0,0 0 1 0 0,-1-1-1 0 0,1 0 1 0 0,-1-1-1 0 0,1 0 1 0 0,11-4-1 0 0,-10 2-652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12 2761 0 0,'0'0'24'0'0,"0"0"1"0"0,0 0 0 0 0,0 0 0 0 0,-1 0-1 0 0,1 0 1 0 0,0 0 0 0 0,0-1 0 0 0,0 1-1 0 0,-1 0 1 0 0,1 0 0 0 0,0 0 0 0 0,0 0-1 0 0,0 0 1 0 0,0-1 0 0 0,0 1 0 0 0,-1 0 0 0 0,1 0-1 0 0,0 0 1 0 0,0 0 0 0 0,0-1 0 0 0,0 1-1 0 0,0 0 1 0 0,0 0 0 0 0,0-1 0 0 0,0 1-1 0 0,0 0 1 0 0,0 0 0 0 0,0 0 0 0 0,0-1-1 0 0,0 1 1 0 0,0 0 0 0 0,0 0 0 0 0,0 0-1 0 0,0-1 1 0 0,0 1 0 0 0,0 0 0 0 0,0 0 0 0 0,0 0-1 0 0,0-1 1 0 0,0 1 0 0 0,0 0 0 0 0,0 0-1 0 0,1 0 1 0 0,-1-1 0 0 0,0 1 0 0 0,0 0-1 0 0,0 0 1 0 0,0 0 0 0 0,0 0 0 0 0,1-1-1 0 0,-1 1 1 0 0,0 0 0 0 0,0 0 0 0 0,0 0-1 0 0,1 0 1 0 0,-1-1 146 0 0,0 1 0 0 0,1 0 0 0 0,-1 0-1 0 0,1-1 1 0 0,-1 1 0 0 0,1 0 0 0 0,-1 0 0 0 0,1 0 0 0 0,-1 0-1 0 0,1 0 1 0 0,-1 0 0 0 0,1-1 0 0 0,-1 1 0 0 0,1 0-1 0 0,-1 0 1 0 0,1 0 0 0 0,-1 1 0 0 0,1-1 0 0 0,-1 0-1 0 0,0 0 1 0 0,1 0 0 0 0,-1 0 0 0 0,1 0 0 0 0,-1 0-1 0 0,1 1 1 0 0,-1-1 0 0 0,1 1 0 0 0,4 3 94 0 0,-1 1 0 0 0,0 0 1 0 0,0 0-1 0 0,0 0 0 0 0,-1 1 0 0 0,0-1 1 0 0,0 1-1 0 0,0 0 0 0 0,-1 0 0 0 0,0 0 0 0 0,2 9 1 0 0,2 13-1595 0 0,4 37 1 0 0,-9-59 594 0 0,1 17-3019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7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72 5065 0 0,'-2'2'147'0'0,"0"0"0"0"0,1 0-1 0 0,-1 0 1 0 0,1 1 0 0 0,-1-1-1 0 0,1 1 1 0 0,0-1 0 0 0,0 1 0 0 0,0 0-1 0 0,0-1 1 0 0,0 1 0 0 0,1 0 0 0 0,-1-1-1 0 0,1 1 1 0 0,0 0 0 0 0,0 0-1 0 0,0 0 1 0 0,0-1 0 0 0,0 1 0 0 0,1 0-1 0 0,-1 0 1 0 0,2 2 0 0 0,-1 3 265 0 0,1 0 1 0 0,0 0-1 0 0,1 0 1 0 0,-1-1 0 0 0,2 1-1 0 0,6 12 1 0 0,-5-14-281 0 0,-1-1 0 0 0,1 1 1 0 0,0-1-1 0 0,0 0 0 0 0,1 0 1 0 0,0-1-1 0 0,0 0 0 0 0,0 0 1 0 0,0 0-1 0 0,9 3 0 0 0,-13-5-152 0 0,1-1-1 0 0,0 0 1 0 0,0 1-1 0 0,0-2 1 0 0,0 1 0 0 0,0 0-1 0 0,0 0 1 0 0,0-1-1 0 0,0 0 1 0 0,0 1 0 0 0,0-1-1 0 0,0-1 1 0 0,0 1-1 0 0,0 0 1 0 0,0-1 0 0 0,0 1-1 0 0,0-1 1 0 0,0 0-1 0 0,0 0 1 0 0,0 0-1 0 0,0 0 1 0 0,0-1 0 0 0,-1 1-1 0 0,1-1 1 0 0,0 0-1 0 0,3-2 1 0 0,-5 2-37 0 0,1 0 1 0 0,-1-1-1 0 0,0 1 0 0 0,0 0 0 0 0,1 0 1 0 0,-1-1-1 0 0,-1 1 0 0 0,1 0 1 0 0,0-1-1 0 0,0 1 0 0 0,-1-1 1 0 0,0 1-1 0 0,1-1 0 0 0,-1 0 0 0 0,0 1 1 0 0,0-1-1 0 0,-1 1 0 0 0,1-1 1 0 0,0 1-1 0 0,-1-1 0 0 0,1 1 0 0 0,-1-1 1 0 0,0 1-1 0 0,0 0 0 0 0,0-1 1 0 0,0 1-1 0 0,0 0 0 0 0,-1 0 1 0 0,1 0-1 0 0,-3-3 0 0 0,-4-7 36 0 0,-1-1 0 0 0,-1 1 0 0 0,-16-15 0 0 0,-12-21 208 0 0,31 37-13 0 0,-1 1 1 0 0,0 0-1 0 0,-16-16 0 0 0,24 26-177 0 0,0 0-1 0 0,0 0 0 0 0,0 0 0 0 0,-1-1 1 0 0,1 1-1 0 0,0 0 0 0 0,0 0 0 0 0,0 0 1 0 0,0 0-1 0 0,0 0 0 0 0,0 0 0 0 0,0-1 1 0 0,-1 1-1 0 0,1 0 0 0 0,0 0 0 0 0,0 0 1 0 0,0 0-1 0 0,0 0 0 0 0,-1 0 0 0 0,1 0 1 0 0,0 0-1 0 0,0 0 0 0 0,0 0 0 0 0,0 0 1 0 0,-1 0-1 0 0,1 0 0 0 0,0 0 0 0 0,0 0 0 0 0,0 0 1 0 0,0 0-1 0 0,-1 0 0 0 0,1 0 0 0 0,0 0 1 0 0,0 0-1 0 0,0 0 0 0 0,0 0 0 0 0,-1 0 1 0 0,1 0-1 0 0,0 0 0 0 0,0 0 0 0 0,0 1 1 0 0,0-1-1 0 0,0 0 0 0 0,-1 0 0 0 0,1 0 1 0 0,-1 10-1310 0 0,2 1-2259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91 2761 0 0,'2'-1'3154'0'0,"7"6"-1559"0"0,9 10 60 0 0,8 25 216 0 0,-20-28-1492 0 0,1 0-1 0 0,0-1 1 0 0,13 14 0 0 0,-17-22-346 0 0,-1-1 1 0 0,0 0-1 0 0,0 0 0 0 0,1 0 1 0 0,-1 0-1 0 0,1 0 1 0 0,0-1-1 0 0,-1 1 0 0 0,1-1 1 0 0,0 0-1 0 0,0 0 1 0 0,0 0-1 0 0,0 0 0 0 0,0 0 1 0 0,0 0-1 0 0,0-1 1 0 0,0 0-1 0 0,0 1 0 0 0,5-2 1 0 0,-6 1-71 0 0,-1 0 0 0 0,1-1 1 0 0,-1 0-1 0 0,1 1 0 0 0,-1-1 1 0 0,1 0-1 0 0,-1 0 0 0 0,0 1 0 0 0,1-1 1 0 0,-1 0-1 0 0,0 0 0 0 0,0-1 0 0 0,0 1 1 0 0,0 0-1 0 0,0 0 0 0 0,0 0 1 0 0,0-1-1 0 0,0 1 0 0 0,0-1 0 0 0,-1 1 1 0 0,1 0-1 0 0,0-1 0 0 0,-1 1 1 0 0,0-1-1 0 0,1 0 0 0 0,-1 1 0 0 0,0-1 1 0 0,1 1-1 0 0,-1-1 0 0 0,0 1 1 0 0,0-1-1 0 0,-1 0 0 0 0,1 1 0 0 0,0-3 1 0 0,-1-9-541 0 0,0 0 1 0 0,-7-25-1 0 0,7 32 554 0 0,-3-13-146 0 0,1 11 303 0 0,1-1-1 0 0,0 0 0 0 0,0 0 0 0 0,1 0 1 0 0,1 0-1 0 0,-1 0 0 0 0,1 0 0 0 0,2-9 1 0 0,-2 17-82 0 0,0 1 1 0 0,1-1-1 0 0,-1 0 1 0 0,0 0 0 0 0,1 1-1 0 0,-1-1 1 0 0,1 0-1 0 0,-1 1 1 0 0,1-1-1 0 0,-1 1 1 0 0,1-1 0 0 0,-1 1-1 0 0,1-1 1 0 0,0 1-1 0 0,-1-1 1 0 0,1 1-1 0 0,0-1 1 0 0,0 1 0 0 0,-1 0-1 0 0,1-1 1 0 0,0 1-1 0 0,0 0 1 0 0,-1 0-1 0 0,1 0 1 0 0,0-1 0 0 0,0 1-1 0 0,0 0 1 0 0,-1 0-1 0 0,1 0 1 0 0,0 0-1 0 0,0 0 1 0 0,0 1-1 0 0,-1-1 1 0 0,1 0 0 0 0,0 0-1 0 0,0 0 1 0 0,0 1-1 0 0,-1-1 1 0 0,1 0-1 0 0,0 1 1 0 0,-1-1 0 0 0,1 1-1 0 0,1 0 1 0 0,35 22 945 0 0,-32-19-1046 0 0,-4-4 42 0 0,4 4-300 0 0,0 0 1 0 0,1 0-1 0 0,0-1 0 0 0,0 0 0 0 0,0 0 0 0 0,7 2 0 0 0,-2-3-4196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0,'20'35'7151'0'0,"23"43"-4909"0"0,69 171-3215 0 0,-97-215-1017 0 0,-7-18-2807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0 209 2761 0 0,'0'-3'95'0'0,"0"0"1"0"0,0 0-1 0 0,1 0 1 0 0,-1 0-1 0 0,1 1 1 0 0,-1-1-1 0 0,1 0 1 0 0,0 0-1 0 0,0 0 1 0 0,0 0 0 0 0,1 1-1 0 0,-1-1 1 0 0,1 0-1 0 0,-1 1 1 0 0,1-1-1 0 0,3-2 1 0 0,37-41 2031 0 0,-31 35-1719 0 0,7-7 1162 0 0,31-24 0 0 0,-42 37-1411 0 0,1-1 0 0 0,0 1 1 0 0,0 1-1 0 0,0-1 0 0 0,0 1 1 0 0,1 1-1 0 0,14-5 0 0 0,4 7-1452 0 0,-16 2 606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2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0 1840 0 0,'-4'14'8281'0'0,"4"-11"-8220"0"0,0 0 1 0 0,0 1-1 0 0,0-1 0 0 0,0 0 1 0 0,0 0-1 0 0,1 1 0 0 0,0-1 1 0 0,0 0-1 0 0,0 0 0 0 0,0 0 1 0 0,0 0-1 0 0,0 0 0 0 0,1 0 1 0 0,0 0-1 0 0,-1 0 0 0 0,3 2 1 0 0,86 99 891 0 0,-63-75-867 0 0,-1 0 0 0 0,-1 2 0 0 0,-2 1 0 0 0,24 44 0 0 0,-46-75-85 0 0,-1 0 0 0 0,1 0 0 0 0,-1 0 0 0 0,1 1 1 0 0,-1-1-1 0 0,1 0 0 0 0,-1 1 0 0 0,0-1 1 0 0,0 0-1 0 0,0 0 0 0 0,0 1 0 0 0,0-1 0 0 0,0 0 1 0 0,0 1-1 0 0,0-1 0 0 0,-1 0 0 0 0,1 1 0 0 0,0-1 1 0 0,-1 0-1 0 0,1 0 0 0 0,-1 1 0 0 0,1-1 0 0 0,-1 0 1 0 0,0 0-1 0 0,0 1 0 0 0,-1 1 6 0 0,-1 0 0 0 0,0-1 0 0 0,1 0-1 0 0,-1 1 1 0 0,0-1 0 0 0,0 0 0 0 0,0 0 0 0 0,0-1 0 0 0,-5 3 0 0 0,-4 1 13 0 0,-1-1 0 0 0,0 0 0 0 0,0-1 0 0 0,-15 2 0 0 0,16-3 40 0 0,1-1 1 0 0,-1 0-1 0 0,0 0 0 0 0,0-2 1 0 0,0 1-1 0 0,1-2 1 0 0,-1 0-1 0 0,0 0 0 0 0,-12-4 1 0 0,18 3-21 0 0,0 0 1 0 0,0 0 0 0 0,0 0-1 0 0,1 0 1 0 0,0-1 0 0 0,-1 0-1 0 0,1 0 1 0 0,0-1 0 0 0,1 1-1 0 0,-1-1 1 0 0,1 0 0 0 0,0-1-1 0 0,0 1 1 0 0,1 0-1 0 0,-1-1 1 0 0,1 0 0 0 0,0 0-1 0 0,-2-6 1 0 0,-1-6 21 0 0,0-1-1 0 0,1 1 1 0 0,1-1 0 0 0,0 0-1 0 0,2 0 1 0 0,0 0 0 0 0,1 0-1 0 0,1 0 1 0 0,1 0 0 0 0,0 0-1 0 0,6-23 1 0 0,2 6-5355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4 221 3297 0 0,'0'-34'1140'0'0,"5"-138"4545"0"0,-2 158-2589 0 0,0 24-1057 0 0,2 25-666 0 0,-17 271 819 0 0,4-205-2009 0 0,9 174 0 0 0,1-249-255 0 0,-1 0-340 0 0,2 0 0 0 0,0 0 0 0 0,2 0 0 0 0,13 42 0 0 0,-12-61-2497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60 920 0 0,'-1'-2'201'0'0,"0"0"1"0"0,0-1-1 0 0,0 1 0 0 0,0 0 0 0 0,1 0 0 0 0,-1 0 1 0 0,1-1-1 0 0,-1 1 0 0 0,1 0 0 0 0,0-1 1 0 0,0 1-1 0 0,0 0 0 0 0,0 0 0 0 0,0-1 0 0 0,0 1 1 0 0,1 0-1 0 0,0-5 0 0 0,0 6-53 0 0,-1 0 1 0 0,1 0-1 0 0,-1 0 1 0 0,1 0-1 0 0,0 1 0 0 0,-1-1 1 0 0,1 0-1 0 0,0 0 0 0 0,0 0 1 0 0,-1 1-1 0 0,1-1 0 0 0,0 1 1 0 0,0-1-1 0 0,0 0 1 0 0,0 1-1 0 0,0-1 0 0 0,0 1 1 0 0,0 0-1 0 0,0-1 0 0 0,0 1 1 0 0,0 0-1 0 0,0 0 0 0 0,0 0 1 0 0,0-1-1 0 0,0 1 0 0 0,0 0 1 0 0,0 1-1 0 0,0-1 1 0 0,1 0-1 0 0,-1 0 0 0 0,0 0 1 0 0,0 0-1 0 0,0 1 0 0 0,0-1 1 0 0,0 1-1 0 0,0-1 0 0 0,0 1 1 0 0,-1-1-1 0 0,1 1 1 0 0,2 0-1 0 0,15 11 859 0 0,0 1 1 0 0,0 0-1 0 0,-1 1 0 0 0,27 29 0 0 0,-22-21-235 0 0,150 162 911 0 0,-82-83-1836 0 0,-80-91-310 0 0,25 31-438 0 0,-33-38 385 0 0,0-1 0 0 0,-1 1-1 0 0,1 0 1 0 0,-1 0 0 0 0,0 0 0 0 0,0 0 0 0 0,0 0-1 0 0,1 4 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7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3681 0 0,'28'-28'5682'0'0,"23"-24"-2252"0"0,5 6-7040 0 0,-41 36-348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1 108 3681 0 0,'1'0'132'0'0,"0"0"0"0"0,0 1 0 0 0,-1-1 0 0 0,1 0 0 0 0,0 0 0 0 0,0 0-1 0 0,0 0 1 0 0,0 0 0 0 0,0-1 0 0 0,0 1 0 0 0,0 0 0 0 0,0 0 0 0 0,0-1 0 0 0,0 1 0 0 0,0 0 0 0 0,0-1 0 0 0,0 1 0 0 0,-1-1 0 0 0,2 0 0 0 0,21-13 1620 0 0,-20 12-1581 0 0,53-40 1677 0 0,3-2-7470 0 0,-56 43 5522 0 0</inkml:trace>
  <inkml:trace contextRef="#ctx0" brushRef="#br0" timeOffset="1">144 166 1176 0 0,'8'-3'0'0'0,"-4"0"0"0"0,2 0 72 0 0,-2 1-72 0 0,-1 2 0 0 0,-1-2 0 0 0,2 1 0 0 0,5-2 0 0 0,2-2 96 0 0,4-2-32 0 0,1-1-64 0 0,-1-1 112 0 0,-2 1-112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18 7834 0 0,'-5'-4'-186'0'0,"4"2"536"0"0,-1 1 0 0 0,1 0 0 0 0,-1-1 0 0 0,1 1 0 0 0,-1 0 0 0 0,0 0 0 0 0,1 0 0 0 0,-1 0 1 0 0,0 1-1 0 0,0-1 0 0 0,-1 0 0 0 0,2 1-206 0 0,0 1 0 0 0,0-1 0 0 0,0 1 0 0 0,1-1 0 0 0,-1 1 0 0 0,0-1 1 0 0,1 1-1 0 0,-1-1 0 0 0,0 1 0 0 0,1 0 0 0 0,-1 0 0 0 0,1-1 0 0 0,-1 1 1 0 0,1 0-1 0 0,-1 0 0 0 0,1 0 0 0 0,0-1 0 0 0,-1 1 0 0 0,1 0 0 0 0,0 0 1 0 0,0 0-1 0 0,0 0 0 0 0,0 0 0 0 0,-1 0 0 0 0,1-1 0 0 0,0 1 0 0 0,0 0 1 0 0,1 0-1 0 0,-1 1 0 0 0,0 17 260 0 0,1 0 0 0 0,0-1 0 0 0,2 1 0 0 0,0-1 0 0 0,1 1 0 0 0,1-1 0 0 0,11 27-1 0 0,-9-23-147 0 0,-7-22-252 0 0,125 352 575 0 0,-115-330-1671 0 0,0-2-3617 0 0,0-2-1507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26 3681 0 0,'-1'0'164'0'0,"0"-1"-1"0"0,1 0 1 0 0,-1 1 0 0 0,0-1 0 0 0,0 0-1 0 0,1 0 1 0 0,-1 0 0 0 0,0 0 0 0 0,1 1 0 0 0,-1-1-1 0 0,1 0 1 0 0,-1 0 0 0 0,1 0 0 0 0,0 0-1 0 0,-1 0 1 0 0,1 0 0 0 0,0 0 0 0 0,0-1 0 0 0,0 1-1 0 0,0 0 1 0 0,0 0 0 0 0,0 0 0 0 0,0 0-1 0 0,0 0 1 0 0,0-2 0 0 0,-2 11 781 0 0,1-1-1 0 0,0 0 1 0 0,0 0-1 0 0,0 1 1 0 0,1-1-1 0 0,1 8 1 0 0,0-1-715 0 0,0 1-1 0 0,2-1 1 0 0,-1 0 0 0 0,9 23-1 0 0,-4-22-204 0 0,0-1-1 0 0,1 1 1 0 0,0-1 0 0 0,1-1-1 0 0,1 1 1 0 0,0-2-1 0 0,1 1 1 0 0,17 14-1 0 0,-19-19-46 0 0,-1 0 0 0 0,2-1 0 0 0,-1 0 1 0 0,1 0-1 0 0,0-1 0 0 0,0-1 0 0 0,1 0 0 0 0,0 0 0 0 0,0-1 0 0 0,0 0 0 0 0,0-1 0 0 0,17 2 0 0 0,-25-4-1 0 0,1-1-1 0 0,-1 0 0 0 0,0 0 0 0 0,0 0 1 0 0,0 0-1 0 0,0 0 0 0 0,0-1 1 0 0,0 1-1 0 0,0-1 0 0 0,0 0 0 0 0,0 0 1 0 0,0 0-1 0 0,0-1 0 0 0,0 1 1 0 0,0-1-1 0 0,-1 1 0 0 0,1-1 0 0 0,0 0 1 0 0,2-2-1 0 0,-3 1 47 0 0,1-1 0 0 0,-1 1 0 0 0,0 0-1 0 0,0-1 1 0 0,0 1 0 0 0,0-1 0 0 0,-1 0 0 0 0,0 1 0 0 0,1-1 0 0 0,-1 0-1 0 0,-1 0 1 0 0,1 0 0 0 0,0-5 0 0 0,-1-4 154 0 0,0 0 1 0 0,0 0-1 0 0,-1 0 0 0 0,-1 0 1 0 0,-1 0-1 0 0,1 0 0 0 0,-10-25 1 0 0,7 27-169 0 0,0 0 0 0 0,0 0 1 0 0,-1 0-1 0 0,0 0 1 0 0,-1 1-1 0 0,0 0 1 0 0,-1 1-1 0 0,0-1 0 0 0,0 1 1 0 0,-1 1-1 0 0,0 0 1 0 0,-1 0-1 0 0,-16-10 1 0 0,4 6-727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7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1 146 920 0 0,'0'-1'178'0'0,"0"-1"-1"0"0,0 0 1 0 0,-1 0-1 0 0,2 0 1 0 0,-1 1-1 0 0,0-1 1 0 0,0 0-1 0 0,1 0 1 0 0,-1 1-1 0 0,0-1 1 0 0,1 0-1 0 0,0 1 1 0 0,-1-1-1 0 0,1 0 1 0 0,0 1-1 0 0,0-1 1 0 0,0 1-1 0 0,0-1 1 0 0,0 1-1 0 0,0 0 1 0 0,1 0-1 0 0,0-2 1 0 0,31-29 4374 0 0,-17 19-3501 0 0,1 0-1 0 0,20-11 1 0 0,-31 20-829 0 0,0 1-1 0 0,0 0 1 0 0,0 0-1 0 0,0 1 1 0 0,1-1 0 0 0,-1 1-1 0 0,0 1 1 0 0,1-1-1 0 0,0 1 1 0 0,11 0 0 0 0,-16 1-167 0 0,1 0 1 0 0,-1 1 0 0 0,1-1 0 0 0,-1 1 0 0 0,1 0 0 0 0,-1-1-1 0 0,0 1 1 0 0,1 0 0 0 0,-1 1 0 0 0,0-1 0 0 0,0 0-1 0 0,0 1 1 0 0,0-1 0 0 0,0 1 0 0 0,0-1 0 0 0,0 1 0 0 0,1 2-1 0 0,0 1-16 0 0,0-1 1 0 0,0 0-1 0 0,-1 1 0 0 0,0-1 0 0 0,0 1 0 0 0,0 0 0 0 0,0 0 0 0 0,0 5 0 0 0,1 7 11 0 0,0 0-1 0 0,-2 0 1 0 0,0 33 0 0 0,-9 4 95 0 0,6-45-74 0 0,0 0 0 0 0,0-1 0 0 0,1 1 0 0 0,1 0 0 0 0,-1 0 1 0 0,1 0-1 0 0,1 0 0 0 0,0 0 0 0 0,3 14 0 0 0,-3-21-52 0 0,0 0 0 0 0,0 0 1 0 0,0 0-1 0 0,1 0 0 0 0,-1 0 0 0 0,1 0 1 0 0,0-1-1 0 0,-1 1 0 0 0,1 0 0 0 0,0-1 1 0 0,0 1-1 0 0,0-1 0 0 0,0 0 0 0 0,0 0 1 0 0,0 0-1 0 0,0 0 0 0 0,1 0 0 0 0,-1 0 1 0 0,0 0-1 0 0,1-1 0 0 0,-1 1 0 0 0,0-1 1 0 0,1 0-1 0 0,-1 1 0 0 0,3-1 0 0 0,10 0 102 0 0,0 0 0 0 0,-1-1-1 0 0,16-3 1 0 0,-11 2 56 0 0,-11 1-95 0 0,6-1-12 0 0,0 0 0 0 0,0 2 0 0 0,0 0 0 0 0,0 0 0 0 0,22 4 0 0 0,-32-3-55 0 0,-1 0-1 0 0,0 0 0 0 0,1 1 1 0 0,-1-1-1 0 0,0 0 0 0 0,0 1 1 0 0,0 0-1 0 0,0 0 0 0 0,0 0 1 0 0,0 0-1 0 0,-1 0 0 0 0,1 1 1 0 0,-1-1-1 0 0,1 1 1 0 0,-1 0-1 0 0,0-1 0 0 0,0 1 1 0 0,0 0-1 0 0,-1 0 0 0 0,1 0 1 0 0,-1 1-1 0 0,1-1 0 0 0,-1 0 1 0 0,0 0-1 0 0,0 1 0 0 0,-1-1 1 0 0,1 8-1 0 0,0-4 120 0 0,-1 1 0 0 0,0 0-1 0 0,0 0 1 0 0,-1 0 0 0 0,0 0-1 0 0,0-1 1 0 0,-1 1 0 0 0,0 0-1 0 0,-5 11 1 0 0,-2 0-535 0 0,0 0 1 0 0,-16 24-1 0 0,13-25-6647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2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114 202 2304 0 0,'-10'-61'517'0'0,"7"39"982"0"0,0 0 1 0 0,-2 0-1 0 0,-13-40 0 0 0,18 61-1372 0 0,0 1 1 0 0,0-1-1 0 0,0 1 1 0 0,0-1-1 0 0,-1 0 1 0 0,1 1-1 0 0,0-1 1 0 0,0 1-1 0 0,-1-1 1 0 0,1 1-1 0 0,0-1 1 0 0,-1 1-1 0 0,1-1 1 0 0,0 1-1 0 0,-1-1 1 0 0,1 1-1 0 0,-1-1 1 0 0,1 1-1 0 0,-1 0 1 0 0,1-1-1 0 0,-1 1 1 0 0,1 0-1 0 0,-1-1 1 0 0,1 1-1 0 0,-1 0 1 0 0,1 0-1 0 0,-1 0 1 0 0,0-1-1 0 0,1 1 1 0 0,-1 0-1 0 0,1 0 1 0 0,-1 0-1 0 0,0 0 1 0 0,0 0-1 0 0,0 1 60 0 0,0 0 0 0 0,-1 0 0 0 0,1 0 0 0 0,0 0 0 0 0,0 0-1 0 0,0 0 1 0 0,0 0 0 0 0,0 0 0 0 0,0 0 0 0 0,0 1 0 0 0,1-1-1 0 0,-1 0 1 0 0,0 2 0 0 0,-18 49 1722 0 0,10 0-1442 0 0,1 0 1 0 0,3 1-1 0 0,2 66 1 0 0,2-56-284 0 0,45 1536 793 0 0,39-779-965 0 0,-45-439 1087 0 0,-14 436-1 0 0,-32-622-943 0 0,-1 122-185 0 0,9-317 16 0 0,0 0-1 0 0,0 0 1 0 0,-1 0 0 0 0,1 1-1 0 0,0-1 1 0 0,0 0-1 0 0,0 0 1 0 0,0 0-1 0 0,0 1 1 0 0,0-1-1 0 0,0 0 1 0 0,0 0 0 0 0,0 0-1 0 0,0 1 1 0 0,0-1-1 0 0,0 0 1 0 0,0 0-1 0 0,0 0 1 0 0,0 1 0 0 0,0-1-1 0 0,0 0 1 0 0,0 0-1 0 0,0 0 1 0 0,0 1-1 0 0,1-1 1 0 0,-1 0-1 0 0,0 0 1 0 0,0 0 0 0 0,0 0-1 0 0,0 1 1 0 0,0-1-1 0 0,0 0 1 0 0,1 0-1 0 0,-1 0 1 0 0,0 0 0 0 0,0 0-1 0 0,0 0 1 0 0,0 1-1 0 0,1-1 1 0 0,-1 0-1 0 0,0 0 1 0 0,0 0-1 0 0,0 0 1 0 0,1 0 0 0 0,-1 0-1 0 0,0 0 1 0 0,0 0-1 0 0,1 0 1 0 0,6-9-1521 0 0,-3-2 19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3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110 112 2761 0 0,'-4'-12'906'0'0,"0"0"-1"0"0,0 0 1 0 0,-2 1 0 0 0,-8-16 0 0 0,13 24-691 0 0,-1 1 0 0 0,1-1-1 0 0,-1 1 1 0 0,1 0 0 0 0,-1 0 0 0 0,0-1-1 0 0,0 1 1 0 0,0 0 0 0 0,0 1 0 0 0,0-1-1 0 0,0 0 1 0 0,-1 0 0 0 0,1 1 0 0 0,-1 0-1 0 0,1-1 1 0 0,-1 1 0 0 0,1 0-1 0 0,-1 0 1 0 0,0 0 0 0 0,0 1 0 0 0,1-1-1 0 0,-1 1 1 0 0,0-1 0 0 0,0 1 0 0 0,-5 0-1 0 0,8 0-155 0 0,-1 0-1 0 0,0 0 1 0 0,1 0-1 0 0,-1 1 0 0 0,1-1 1 0 0,-1 0-1 0 0,1 0 0 0 0,-1 0 1 0 0,0 0-1 0 0,1 1 1 0 0,-1-1-1 0 0,1 0 0 0 0,-1 1 1 0 0,1-1-1 0 0,0 0 0 0 0,-1 1 1 0 0,1-1-1 0 0,-1 1 1 0 0,1-1-1 0 0,0 1 0 0 0,-1-1 1 0 0,1 1-1 0 0,0-1 0 0 0,-1 1 1 0 0,1-1-1 0 0,0 1 1 0 0,0-1-1 0 0,0 1 0 0 0,-1-1 1 0 0,1 1-1 0 0,0 0 0 0 0,0 0 1 0 0,8 21 849 0 0,25 17-274 0 0,-32-37-559 0 0,107 100 1076 0 0,147 108 1 0 0,-76-66-781 0 0,241 166-105 0 0,-310-242-301 0 0,4-5 0 0 0,123 49 0 0 0,554 192-1693 0 0,-456-173 1520 0 0,-245-90 152 0 0,139 85 0 0 0,-183-96 0 0 0,0 2 0 0 0,-3 2 0 0 0,42 41 0 0 0,-84-74 80 0 0,0 0 1 0 0,0 0-1 0 0,0 0 1 0 0,0 0 0 0 0,0 0-1 0 0,0 0 1 0 0,-1 0-1 0 0,1 0 1 0 0,0 0 0 0 0,-1 0-1 0 0,1 0 1 0 0,0 0-1 0 0,-1 0 1 0 0,1 1-1 0 0,-1-1 1 0 0,0 0 0 0 0,1 0-1 0 0,-1 1 1 0 0,0-1-1 0 0,0 0 1 0 0,0 2 0 0 0,-1-1 119 0 0,0 0-1 0 0,0 0 1 0 0,0 0 0 0 0,0 0 0 0 0,-1-1 0 0 0,1 1 0 0 0,0 0 0 0 0,-1-1 0 0 0,1 1 0 0 0,-4 1 0 0 0,-6 8 44 0 0,-61 55 173 0 0,-83 57-1 0 0,54-44-193 0 0,-302 228-411 0 0,-59 49 10 0 0,322-235 429 0 0,-141 160 0 0 0,-56 59 1258 0 0,209-211-1230 0 0,-43 40-373 0 0,133-136-1729 0 0,-51 33 1 0 0,69-54-4677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54 110 456 0 0,'-7'-3'222'0'0,"1"1"845"0"0,0 0 0 0 0,1 0 0 0 0,-1 1 0 0 0,0 0 0 0 0,0 0 0 0 0,-5-5 3438 0 0,39-18-3222 0 0,-10 12-817 0 0,0 2 0 0 0,1 0-1 0 0,26-11 1 0 0,-35 18-433 0 0,0 0 0 0 0,0 1 1 0 0,1-1-1 0 0,-1 2 0 0 0,1 0 0 0 0,-1 0 0 0 0,1 1 1 0 0,18 1-1 0 0,-11 2-252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 4145 0 0,'6'4'543'0'0,"0"-1"0"0"0,1 0-1 0 0,-1 0 1 0 0,1-1 0 0 0,0 0 0 0 0,0 0 0 0 0,-1 0 0 0 0,2-1 0 0 0,12 1-1 0 0,-5 0 223 0 0,19 2 528 0 0,0-1 0 0 0,0-2 1 0 0,46-4-1 0 0,42-10-1675 0 0,-83 9-900 0 0,-18-1-2128 0 0,-20 5 3232 0 0,-1 0 0 0 0,1-1 0 0 0,-1 1 0 0 0,1 0 0 0 0,-1-1 0 0 0,1 1 0 0 0,-1-1 0 0 0,0 1 0 0 0,1 0 0 0 0,-1-1 1 0 0,0 1-1 0 0,1-1 0 0 0,-1 1 0 0 0,0-1 0 0 0,1 1 0 0 0,-1-1 0 0 0,0 1 0 0 0,0-1 0 0 0,0 1 0 0 0,1-1 0 0 0,-1 0 0 0 0,0 1 0 0 0,0-1 0 0 0,0 1 0 0 0,0-1 0 0 0,0 1 0 0 0,0-1 1 0 0,0 0-1 0 0,0 1 0 0 0,0-1 0 0 0,0 1 0 0 0,-1-1 0 0 0,1 1 0 0 0,0-2 0 0 0,-3-5 34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6913 0 0,'-1'2'440'0'0,"-1"1"-1"0"0,1 0 0 0 0,0 0 0 0 0,1 0 0 0 0,-1 0 0 0 0,1 0 0 0 0,-1 0 0 0 0,1 0 0 0 0,0 0 0 0 0,0 0 0 0 0,0 0 0 0 0,0 0 0 0 0,1 0 0 0 0,-1 0 0 0 0,1 0 0 0 0,1 4 0 0 0,1 10 363 0 0,4 128 3354 0 0,5 34-2216 0 0,-9-150-2479 0 0,2 0 0 0 0,2 0 0 0 0,0-1 0 0 0,13 30 0 0 0,-11-34-285 0 0,-1-6 544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2104 23 1376 0 0,'-24'-15'3620'0'0,"19"13"-3195"0"0,0 1 0 0 0,0 0 1 0 0,0-1-1 0 0,0 2 0 0 0,0-1 0 0 0,0 0 1 0 0,0 1-1 0 0,0 0 0 0 0,0 0 1 0 0,-6 1-1 0 0,-55 13 1788 0 0,30-6-1233 0 0,-358 38 4647 0 0,320-40-4982 0 0,-543 21 75 0 0,0-37-215 0 0,542 9-633 0 0,30 2-243 0 0,-45-6 0 0 0,88 4-213 0 0,0 1 363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 3 3681 0 0,'-14'-2'359'0'0,"-1"1"0"0"0,1 1 1 0 0,-1 1-1 0 0,0 0 0 0 0,1 0 0 0 0,-1 2 0 0 0,1 0 1 0 0,0 0-1 0 0,-20 9 0 0 0,29-11-198 0 0,-1 2 1 0 0,1-1-1 0 0,0 0 0 0 0,0 1 0 0 0,1 0 1 0 0,-1 0-1 0 0,1 1 0 0 0,-1-1 0 0 0,1 1 1 0 0,0 0-1 0 0,0 0 0 0 0,1 0 0 0 0,-1 1 1 0 0,1-1-1 0 0,0 1 0 0 0,0 0 0 0 0,0 0 0 0 0,1 0 1 0 0,0 0-1 0 0,0 0 0 0 0,0 0 0 0 0,0 1 1 0 0,1-1-1 0 0,0 1 0 0 0,0-1 0 0 0,1 1 1 0 0,0 8-1 0 0,0-7-72 0 0,2 0-1 0 0,-1 1 1 0 0,1-1-1 0 0,0 0 1 0 0,1 0 0 0 0,0 0-1 0 0,0-1 1 0 0,0 1 0 0 0,1 0-1 0 0,0-1 1 0 0,0 0 0 0 0,1 0-1 0 0,-1 0 1 0 0,1-1 0 0 0,1 0-1 0 0,7 7 1 0 0,-3-4 37 0 0,-1 0 1 0 0,2-1-1 0 0,-1 0 0 0 0,1-1 0 0 0,0 0 1 0 0,0-1-1 0 0,1 0 0 0 0,-1-1 1 0 0,14 3-1 0 0,-21-5-103 0 0,0-2 0 0 0,1 1 0 0 0,-1 0 0 0 0,1-1 0 0 0,0 0 0 0 0,-1 0 0 0 0,1 0 1 0 0,-1 0-1 0 0,1-1 0 0 0,-1 0 0 0 0,1 0 0 0 0,-1 0 0 0 0,0 0 0 0 0,1-1 0 0 0,-1 1 0 0 0,0-1 0 0 0,0-1 1 0 0,0 1-1 0 0,0 0 0 0 0,-1-1 0 0 0,1 0 0 0 0,0 0 0 0 0,-1 0 0 0 0,0 0 0 0 0,0 0 0 0 0,0-1 0 0 0,0 1 1 0 0,-1-1-1 0 0,1 0 0 0 0,-1 0 0 0 0,0 0 0 0 0,0 0 0 0 0,0 0 0 0 0,-1-1 0 0 0,1 1 0 0 0,1-9 0 0 0,-1 5 7 0 0,-1 0 0 0 0,0 0 0 0 0,0 0 0 0 0,-1 0 0 0 0,1-1 0 0 0,-2 1 0 0 0,1 0 0 0 0,-1 0 0 0 0,-1 0 0 0 0,1 0 0 0 0,-1 0 0 0 0,-1 0 0 0 0,1 1 0 0 0,-1-1 0 0 0,-1 0 0 0 0,1 1 0 0 0,-1 0 0 0 0,-1 0 0 0 0,1 0 0 0 0,-7-6 0 0 0,6 8-803 0 0,0 0 1 0 0,-1 1-1 0 0,1 0 1 0 0,-1 0-1 0 0,-8-4 0 0 0,-8-2-4136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2142 0 3681 0 0,'-46'2'1558'0'0,"-50"9"1"0"0,38-3-147 0 0,-162 18 3505 0 0,-292 31 215 0 0,290-36-4247 0 0,-362 48-89 0 0,429-49-1665 0 0,-66 14-6217 0 0,206-30 6074 0 0,2 0-39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35 456 0 0,'-15'1'881'0'0,"1"0"-1"0"0,-1 1 1 0 0,1 0-1 0 0,-1 1 1 0 0,1 0 0 0 0,0 2-1 0 0,-21 8 1 0 0,28-10-632 0 0,1 0 1 0 0,0 0 0 0 0,0 1-1 0 0,0-1 1 0 0,0 2 0 0 0,0-1-1 0 0,1 0 1 0 0,0 1 0 0 0,0 0-1 0 0,0 0 1 0 0,1 1 0 0 0,-1-1-1 0 0,1 1 1 0 0,1 0 0 0 0,-1 0-1 0 0,1 0 1 0 0,-4 12 0 0 0,6-12-187 0 0,0 0 1 0 0,0 0-1 0 0,1 0 1 0 0,0 0-1 0 0,1 0 1 0 0,-1 0 0 0 0,1 0-1 0 0,0 0 1 0 0,1 0-1 0 0,-1 0 1 0 0,1-1-1 0 0,0 1 1 0 0,1 0 0 0 0,-1-1-1 0 0,1 0 1 0 0,0 1-1 0 0,7 7 1 0 0,2 4 158 0 0,1-1 0 0 0,1 0 0 0 0,29 24 0 0 0,-34-32-169 0 0,1-1-1 0 0,0 0 1 0 0,0-1-1 0 0,0 0 1 0 0,1-1-1 0 0,0 0 1 0 0,0 0-1 0 0,1-2 1 0 0,-1 1-1 0 0,1-1 1 0 0,0-1 0 0 0,-1 0-1 0 0,1-1 1 0 0,23 0-1 0 0,-27-1-11 0 0,1 0 0 0 0,-1-1 0 0 0,1-1 0 0 0,-1 1 0 0 0,0-1 0 0 0,0-1 0 0 0,0 0 0 0 0,0 0-1 0 0,0 0 1 0 0,-1-1 0 0 0,0 0 0 0 0,1 0 0 0 0,-1-1 0 0 0,-1 0 0 0 0,1-1 0 0 0,-1 1 0 0 0,0-1 0 0 0,0 0 0 0 0,0-1 0 0 0,-1 1-1 0 0,9-15 1 0 0,-11 16 5 0 0,-1-1 0 0 0,1 0 0 0 0,-1 0 0 0 0,0 0 0 0 0,0 0 0 0 0,-1 0 0 0 0,0 0 0 0 0,0 0 1 0 0,0 0-1 0 0,-1-1 0 0 0,0 1 0 0 0,-1-10 0 0 0,0 6 35 0 0,-1 0 1 0 0,0 1 0 0 0,-1-1-1 0 0,0 1 1 0 0,-1 0 0 0 0,0 0-1 0 0,-7-12 1 0 0,-1 2-246 0 0,-2 0-1 0 0,0 1 1 0 0,-1 0-1 0 0,-1 1 0 0 0,0 1 1 0 0,-20-15-1 0 0,14 14-5504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6913 0 0,'-10'-1'9761'0'0,"62"89"-8474"0"0,69 166-1 0 0,-105-219-1233 0 0,8 20-224 0 0,94 221-4251 0 0,-111-256-1059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12 392 4609 0 0,'-1'-1'135'0'0,"0"0"0"0"0,0 0-1 0 0,0 0 1 0 0,0 0 0 0 0,1 0 0 0 0,-1 0-1 0 0,0-1 1 0 0,0 1 0 0 0,1 0 0 0 0,-1 0 0 0 0,1-1-1 0 0,-1 1 1 0 0,1 0 0 0 0,-1-1 0 0 0,1 1 0 0 0,0 0-1 0 0,0-1 1 0 0,0 1 0 0 0,-1 0 0 0 0,1-1 0 0 0,1 1-1 0 0,-1 0 1 0 0,0-1 0 0 0,0 1 0 0 0,0 0-1 0 0,1-2 1 0 0,-1 0 239 0 0,1 1 0 0 0,-1-1 0 0 0,1 1 0 0 0,-1-1 0 0 0,1 1 0 0 0,0 0 0 0 0,0-1 0 0 0,0 1 0 0 0,0 0 0 0 0,0 0 0 0 0,0 0 0 0 0,1 0 0 0 0,-1 0 0 0 0,1 0 0 0 0,1-2 0 0 0,-2 4-263 0 0,0-1-1 0 0,0 1 1 0 0,0 0-1 0 0,0 0 0 0 0,0 0 1 0 0,0 0-1 0 0,1 0 1 0 0,-1 0-1 0 0,0 0 1 0 0,0 1-1 0 0,0-1 0 0 0,0 0 1 0 0,-1 1-1 0 0,1-1 1 0 0,0 0-1 0 0,0 1 1 0 0,0-1-1 0 0,0 1 0 0 0,0-1 1 0 0,0 1-1 0 0,0 0 1 0 0,-1-1-1 0 0,1 1 0 0 0,0 0 1 0 0,-1 0-1 0 0,1-1 1 0 0,0 1-1 0 0,0 1 1 0 0,21 28 737 0 0,-18-24-640 0 0,9 12 26 0 0,2-1 0 0 0,0 0 0 0 0,1-1 0 0 0,0-1 1 0 0,1 0-1 0 0,25 15 0 0 0,-7-8 2 0 0,1-1-1 0 0,58 24 0 0 0,-90-43-204 0 0,0 0-1 0 0,1 0 0 0 0,-1-1 0 0 0,0 0 0 0 0,1 0 0 0 0,-1 0 1 0 0,1 0-1 0 0,0-1 0 0 0,-1 1 0 0 0,1-1 0 0 0,-1-1 0 0 0,1 1 1 0 0,-1 0-1 0 0,1-1 0 0 0,-1 0 0 0 0,7-2 0 0 0,-8 1-5 0 0,0 0 1 0 0,0 0-1 0 0,0 1 0 0 0,-1-2 1 0 0,1 1-1 0 0,-1 0 0 0 0,0 0 1 0 0,1-1-1 0 0,-1 1 0 0 0,0-1 1 0 0,0 0-1 0 0,-1 0 0 0 0,1 0 1 0 0,0 0-1 0 0,-1 0 0 0 0,0 0 1 0 0,0 0-1 0 0,0 0 0 0 0,0 0 0 0 0,0 0 1 0 0,-1-1-1 0 0,1 1 0 0 0,-1-5 1 0 0,1-8 47 0 0,-1-1 0 0 0,-1 0-1 0 0,0 1 1 0 0,-1-1 0 0 0,-1 1 0 0 0,-7-25 0 0 0,-40-94-193 0 0,4 13-2064 0 0,42 108 687 0 0,1 1 0 0 0,1-1 0 0 0,0 0 1 0 0,1-21-1 0 0,3 4-1276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9674 0 0,'-1'0'80'0'0,"1"1"0"0"0,0-1 0 0 0,-1 0 0 0 0,1 0 0 0 0,0 1-1 0 0,-1-1 1 0 0,1 0 0 0 0,0 1 0 0 0,-1-1 0 0 0,1 0 0 0 0,0 1 0 0 0,0-1 0 0 0,-1 1 0 0 0,1-1 0 0 0,0 1-1 0 0,0-1 1 0 0,0 0 0 0 0,0 1 0 0 0,0-1 0 0 0,0 1 0 0 0,-1-1 0 0 0,1 1 0 0 0,0-1 0 0 0,0 1 0 0 0,0-1-1 0 0,1 1 1 0 0,-1-1 0 0 0,0 0 0 0 0,0 1 0 0 0,0-1 0 0 0,0 1 0 0 0,0-1 0 0 0,0 1 0 0 0,1-1 0 0 0,-1 0-1 0 0,1 1 1 0 0,6 18 852 0 0,6-5-798 0 0,-11-12-167 0 0,1 0-1 0 0,-1 1 1 0 0,0-1 0 0 0,0 0 0 0 0,0 1-1 0 0,0 0 1 0 0,0-1 0 0 0,0 1 0 0 0,-1 0 0 0 0,0 0-1 0 0,1 0 1 0 0,-1 0 0 0 0,0 0 0 0 0,1 4-1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10 258 3681 0 0,'0'1'54'0'0,"-1"-1"0"0"0,0 0 0 0 0,1 1 0 0 0,-1-1 0 0 0,1 1 0 0 0,-1-1 0 0 0,0 1 0 0 0,1 0 0 0 0,-1-1 0 0 0,1 1 0 0 0,-1 0 0 0 0,1-1 0 0 0,0 1 0 0 0,-1 0 0 0 0,1-1 0 0 0,0 1 0 0 0,-1 0 0 0 0,1 0 0 0 0,0-1 0 0 0,0 1 0 0 0,0 0 0 0 0,0 0 0 0 0,0-1 0 0 0,0 1 0 0 0,0 0 0 0 0,0 0 0 0 0,0 0 0 0 0,0 1 0 0 0,1-2 49 0 0,0 0 0 0 0,0 0-1 0 0,0 1 1 0 0,0-1 0 0 0,1 0-1 0 0,-1 0 1 0 0,0 0 0 0 0,0 0-1 0 0,0 0 1 0 0,0 0 0 0 0,0 0-1 0 0,0-1 1 0 0,0 1-1 0 0,1 0 1 0 0,-1-1 0 0 0,0 1-1 0 0,0 0 1 0 0,0-1 0 0 0,0 1-1 0 0,0-1 1 0 0,1-1 0 0 0,29-16 1277 0 0,-2-1 0 0 0,0-2 0 0 0,-1-1 0 0 0,45-45 0 0 0,-40 35-2785 0 0,72-53 0 0 0,-95 80 491 0 0,-3 1-70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 6913 0 0,'-6'5'-34'0'0,"0"1"0"0"0,0 0 0 0 0,1 0 0 0 0,0 0 1 0 0,0 1-1 0 0,1-1 0 0 0,-1 1 0 0 0,-4 12 0 0 0,7-16 186 0 0,1 0 1 0 0,-1 1 0 0 0,1 0 0 0 0,0-1-1 0 0,0 1 1 0 0,0 0 0 0 0,0 0 0 0 0,0-1-1 0 0,1 1 1 0 0,0 0 0 0 0,0 0 0 0 0,0 0-1 0 0,0 0 1 0 0,1 0 0 0 0,-1-1 0 0 0,1 1-1 0 0,0 0 1 0 0,0 0 0 0 0,1-1 0 0 0,1 4-1 0 0,-1-4-23 0 0,0-1-1 0 0,0 1 0 0 0,1-1 0 0 0,-1 0 1 0 0,0 0-1 0 0,1 0 0 0 0,0 0 0 0 0,-1-1 1 0 0,1 1-1 0 0,0-1 0 0 0,0 0 0 0 0,0 1 1 0 0,0-1-1 0 0,0-1 0 0 0,0 1 0 0 0,6 1 1 0 0,56 2 986 0 0,-51-4-872 0 0,18 0 201 0 0,-20-1-162 0 0,1 1 0 0 0,0 1 0 0 0,-1-1 0 0 0,1 2 0 0 0,12 3 0 0 0,-22-5-238 0 0,-1 1 0 0 0,1 0 0 0 0,-1 0 0 0 0,1 0 0 0 0,-1 0 0 0 0,0 0 0 0 0,1 1 0 0 0,-1-1 0 0 0,0 1 0 0 0,0-1 0 0 0,0 1 0 0 0,0 0-1 0 0,0 0 1 0 0,-1 0 0 0 0,1 0 0 0 0,0 0 0 0 0,-1 0 0 0 0,0 1 0 0 0,1-1 0 0 0,-1 0 0 0 0,0 1 0 0 0,0-1 0 0 0,0 1 0 0 0,-1-1 0 0 0,1 1 0 0 0,-1-1 0 0 0,1 1 0 0 0,-1 0 0 0 0,0 4 0 0 0,0 8-5 0 0,-2 0-1 0 0,0 0 1 0 0,0 0 0 0 0,-2 0-1 0 0,1 0 1 0 0,-2 0 0 0 0,-10 23-1 0 0,-1-4 144 0 0,-40 62 0 0 0,34-65-348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80 254 4609 0 0,'-5'1'372'0'0,"1"1"-1"0"0,-1-1 1 0 0,0 1 0 0 0,1 0 0 0 0,0 0-1 0 0,-1 0 1 0 0,1 1 0 0 0,0-1 0 0 0,0 1-1 0 0,0 0 1 0 0,1 0 0 0 0,-1 0 0 0 0,1 1-1 0 0,0-1 1 0 0,0 1 0 0 0,0 0 0 0 0,0 0-1 0 0,0 0 1 0 0,-2 6 0 0 0,5-9-332 0 0,-1-1 0 0 0,1 1 0 0 0,0-1 0 0 0,0 1 1 0 0,0-1-1 0 0,0 1 0 0 0,0-1 0 0 0,0 1 0 0 0,-1-1 0 0 0,1 1 0 0 0,0-1 1 0 0,1 1-1 0 0,-1-1 0 0 0,0 1 0 0 0,0-1 0 0 0,0 1 0 0 0,0-1 0 0 0,0 1 1 0 0,0-1-1 0 0,1 1 0 0 0,-1-1 0 0 0,0 1 0 0 0,0-1 0 0 0,1 1 0 0 0,-1-1 0 0 0,0 0 1 0 0,1 1-1 0 0,-1-1 0 0 0,0 1 0 0 0,1-1 0 0 0,-1 0 0 0 0,1 1 0 0 0,-1-1 1 0 0,0 0-1 0 0,1 0 0 0 0,-1 1 0 0 0,1-1 0 0 0,-1 0 0 0 0,1 0 0 0 0,-1 0 1 0 0,1 0-1 0 0,-1 1 0 0 0,1-1 0 0 0,-1 0 0 0 0,1 0 0 0 0,-1 0 0 0 0,1 0 1 0 0,-1 0-1 0 0,1 0 0 0 0,-1-1 0 0 0,1 1 0 0 0,-1 0 0 0 0,1 0 0 0 0,-1 0 0 0 0,2-1 1 0 0,35-6 583 0 0,-30 5-377 0 0,186-29 883 0 0,21-5-1047 0 0,227-53 81 0 0,-318 71-298 0 0,203-3-1 0 0,540-4-929 0 0,-756 21 1364 0 0,-1 1 873 0 0,0-5 1 0 0,120-24 0 0 0,-168 19-885 0 0,141-27-674 0 0,-195 37-1997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94 456 0 0,'2'-4'285'0'0,"-1"0"-1"0"0,1 0 1 0 0,-1-1 0 0 0,0 1-1 0 0,-1 0 1 0 0,1-1 0 0 0,-1 1-1 0 0,0 0 1 0 0,0-1 0 0 0,0 1-1 0 0,-1 0 1 0 0,0-5-1 0 0,1 7-26 0 0,-1-1-1 0 0,1 1 0 0 0,-1 0 1 0 0,0 0-1 0 0,1 0 0 0 0,-1 0 0 0 0,0 0 1 0 0,0 0-1 0 0,-1 0 0 0 0,1 0 0 0 0,-2-2 1 0 0,2 3-171 0 0,0 0 0 0 0,0 1 0 0 0,1-1 0 0 0,-1 1 0 0 0,0-1 0 0 0,0 1 0 0 0,0-1 0 0 0,0 1 0 0 0,0 0 0 0 0,0 0 0 0 0,0-1 0 0 0,1 1 0 0 0,-1 0 0 0 0,0 0 0 0 0,0 0 0 0 0,0 0 0 0 0,0 0-1 0 0,0 0 1 0 0,0 0 0 0 0,0 0 0 0 0,0 0 0 0 0,0 0 0 0 0,0 1 0 0 0,0-1 0 0 0,0 0 0 0 0,0 1 0 0 0,0 0 0 0 0,-3 1-63 0 0,0 1 1 0 0,0-1-1 0 0,0 1 0 0 0,1 0 0 0 0,-1 0 0 0 0,1 0 0 0 0,0 1 0 0 0,0-1 0 0 0,0 1 0 0 0,0 0 0 0 0,1 0 0 0 0,0 0 0 0 0,-1 0 0 0 0,1 0 0 0 0,1 0 0 0 0,-3 9 1 0 0,2-9-31 0 0,1 0 1 0 0,0 0 0 0 0,0 0 0 0 0,1 0-1 0 0,-1 0 1 0 0,1 0 0 0 0,0 0-1 0 0,0 0 1 0 0,0 0 0 0 0,1 0 0 0 0,-1 0-1 0 0,1 0 1 0 0,0 0 0 0 0,0 0 0 0 0,0 0-1 0 0,1 0 1 0 0,0 0 0 0 0,-1 0 0 0 0,4 3-1 0 0,-4-5 12 0 0,0-1-1 0 0,0 1 0 0 0,0-1 1 0 0,1 1-1 0 0,-1-1 0 0 0,0 0 1 0 0,1 0-1 0 0,-1 0 0 0 0,1 0 0 0 0,-1 0 1 0 0,1 0-1 0 0,0 0 0 0 0,-1 0 1 0 0,1-1-1 0 0,0 1 0 0 0,-1-1 1 0 0,1 1-1 0 0,0-1 0 0 0,0 0 0 0 0,0 1 1 0 0,-1-1-1 0 0,5 0 0 0 0,-3-1 45 0 0,0 0-1 0 0,0 0 1 0 0,0 0-1 0 0,0 0 1 0 0,0 0-1 0 0,0-1 1 0 0,-1 1-1 0 0,1-1 1 0 0,0 0-1 0 0,-1 0 0 0 0,1 0 1 0 0,2-3-1 0 0,1-1 54 0 0,-1 0 0 0 0,1 0 0 0 0,-1-1 0 0 0,-1 0 0 0 0,1 0 0 0 0,-1 0 0 0 0,0-1 0 0 0,-1 1 1 0 0,4-12-1 0 0,-6 17-103 0 0,0 0 1 0 0,-1 1 0 0 0,1-1 0 0 0,-1 0-1 0 0,0 0 1 0 0,1 0 0 0 0,-1 1 0 0 0,0-1-1 0 0,0 0 1 0 0,0 0 0 0 0,0 0 0 0 0,0 0-1 0 0,-1 1 1 0 0,1-1 0 0 0,-1 0 0 0 0,1 0-1 0 0,-1 0 1 0 0,1 1 0 0 0,-1-1 0 0 0,0 0-1 0 0,0 1 1 0 0,0-1 0 0 0,0 1 0 0 0,0-1-1 0 0,0 1 1 0 0,0-1 0 0 0,-1 1 0 0 0,-2-3-1 0 0,1 3-17 0 0,0 0 1 0 0,0 0-1 0 0,0 1 0 0 0,-1-1 0 0 0,1 0 0 0 0,0 1 0 0 0,0 0 0 0 0,-1 0 1 0 0,1 0-1 0 0,0 0 0 0 0,0 0 0 0 0,-1 1 0 0 0,1 0 0 0 0,0-1 0 0 0,-6 3 0 0 0,-4 2-295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1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0,'2'5'8984'0'0,"8"7"-9374"0"0,-5-5 222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295 376 456 0 0,'-12'-10'193'0'0,"0"0"1"0"0,0-1-1 0 0,1 0 0 0 0,1-1 1 0 0,0 0-1 0 0,1-1 0 0 0,0 1 0 0 0,-12-24 1 0 0,9 14 694 0 0,-2 1 1 0 0,-21-25-1 0 0,24 34 134 0 0,0 1 0 0 0,-24-18-1 0 0,31 25-538 0 0,-1 1 0 0 0,0 0 0 0 0,1 0 1 0 0,-1 1-1 0 0,0 0 0 0 0,-1-1 0 0 0,1 1 0 0 0,0 1 0 0 0,0-1 0 0 0,-1 1 0 0 0,-9-1 0 0 0,15 6-136 0 0,1 0 1 0 0,0 0-1 0 0,0 1 1 0 0,1-1-1 0 0,-1 0 0 0 0,1-1 1 0 0,3 8-1 0 0,-5-11-288 0 0,155 275 2092 0 0,-102-187-1450 0 0,-20-33-864 0 0,3-2 0 0 0,69 80 0 0 0,-101-128 233 0 0,1-1 1 0 0,-1 1-1 0 0,1-1 1 0 0,0 0-1 0 0,-1-1 0 0 0,2 1 1 0 0,8 4-1 0 0,-13-8-49 0 0,0 1-1 0 0,0-1 0 0 0,0 0 1 0 0,0 1-1 0 0,0-1 0 0 0,0 0 1 0 0,0 0-1 0 0,0 0 0 0 0,0 0 1 0 0,0 0-1 0 0,0 0 0 0 0,0 0 1 0 0,0 0-1 0 0,0 0 0 0 0,0-1 1 0 0,0 1-1 0 0,0 0 0 0 0,0-1 1 0 0,0 1-1 0 0,1-1 0 0 0,0-1-2 0 0,-1 1-1 0 0,0-1 0 0 0,0 1 1 0 0,1-1-1 0 0,-1 1 1 0 0,0-1-1 0 0,-1 1 0 0 0,1-1 1 0 0,0 0-1 0 0,0 1 0 0 0,-1-1 1 0 0,1 0-1 0 0,-1 0 1 0 0,1 0-1 0 0,-1-2 0 0 0,3-24 273 0 0,-2 0 0 0 0,-1 0 0 0 0,-1 0 0 0 0,-7-41 1 0 0,1 12-177 0 0,6 50-203 0 0,-14-220 385 0 0,18 114-1942 0 0,1 77-1527 0 0,9-40 0 0 0,-5 43-2853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4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5529 0 0,'-4'10'452'0'0,"1"0"0"0"0,1 1 0 0 0,-1 0 0 0 0,2-1 0 0 0,-1 1 0 0 0,2 0-1 0 0,0 12 1 0 0,-2 6 249 0 0,-2 16 446 0 0,2 0 0 0 0,2 0 1 0 0,11 80-1 0 0,-11-121-1063 0 0,1-1 1 0 0,0 1-1 0 0,0-1 1 0 0,0 1-1 0 0,0-1 1 0 0,0 0-1 0 0,1 1 1 0 0,-1-1 0 0 0,1 0-1 0 0,0 0 1 0 0,0 0-1 0 0,0 0 1 0 0,0 0-1 0 0,1-1 1 0 0,-1 1-1 0 0,1-1 1 0 0,0 1-1 0 0,0-1 1 0 0,-1 0-1 0 0,1 0 1 0 0,5 2-1 0 0,-5-3-54 0 0,1 0 0 0 0,-1-1 0 0 0,1 1 0 0 0,-1 0 0 0 0,1-1 0 0 0,0 0 0 0 0,-1 0 0 0 0,1 0 0 0 0,-1-1 0 0 0,1 1 0 0 0,0-1 1 0 0,-1 0-1 0 0,1 0 0 0 0,-1 0 0 0 0,1 0 0 0 0,-1 0 0 0 0,0-1 0 0 0,0 0 0 0 0,1 0 0 0 0,4-4 0 0 0,-1 1-72 0 0,-1-1 0 0 0,1-1 0 0 0,-1 1 0 0 0,-1-1 0 0 0,0 0 0 0 0,0 0 0 0 0,0 0 0 0 0,-1-1 0 0 0,0 1 0 0 0,0-1 0 0 0,0 0 0 0 0,-2 0 0 0 0,5-14 0 0 0,-5 12-65 0 0,0 1 0 0 0,0-1-1 0 0,-1 1 1 0 0,0-1 0 0 0,0 0 0 0 0,-1 1 0 0 0,0-1 0 0 0,-1 0-1 0 0,0 1 1 0 0,-1-1 0 0 0,-5-18 0 0 0,4 22-105 0 0,-1 1 1 0 0,1-1-1 0 0,-1 0 0 0 0,0 1 1 0 0,0 0-1 0 0,0 0 0 0 0,-1 0 1 0 0,0 1-1 0 0,0 0 1 0 0,0 0-1 0 0,0 0 0 0 0,-1 0 1 0 0,0 1-1 0 0,0 0 0 0 0,0 0 1 0 0,0 0-1 0 0,0 1 0 0 0,0 0 1 0 0,0 0-1 0 0,-1 1 1 0 0,1-1-1 0 0,-1 1 0 0 0,0 1 1 0 0,1-1-1 0 0,-11 2 0 0 0,-1 0-3342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99 4145 0 0,'1'8'791'0'0,"0"0"0"0"0,1 0 0 0 0,0 0 0 0 0,0 0 0 0 0,1 0 1 0 0,5 10-1 0 0,1 6 351 0 0,-4-10-718 0 0,27 73 1428 0 0,-29-81-1724 0 0,0 1 0 0 0,1-1-1 0 0,0 0 1 0 0,-1 0 0 0 0,2 0 0 0 0,-1-1 0 0 0,1 1 0 0 0,0-1-1 0 0,0 0 1 0 0,8 6 0 0 0,-12-11-132 0 0,-1 1 0 0 0,1-1 0 0 0,0 0 0 0 0,-1 0 0 0 0,1 1-1 0 0,-1-1 1 0 0,1 0 0 0 0,0 0 0 0 0,-1 0 0 0 0,1 0 0 0 0,-1 0 0 0 0,1 0 0 0 0,0 0-1 0 0,-1 0 1 0 0,1 0 0 0 0,-1 0 0 0 0,1 0 0 0 0,0 0 0 0 0,-1 0 0 0 0,1 0 0 0 0,-1 0-1 0 0,1-1 1 0 0,0 1 0 0 0,-1 0 0 0 0,1-1 0 0 0,-1 1 0 0 0,2-1 0 0 0,12-18-208 0 0,4-28-650 0 0,-17 44 720 0 0,20-84-1244 0 0,-17 63 1220 0 0,2-1 0 0 0,1 1 0 0 0,0 0 0 0 0,2 1 0 0 0,20-39 0 0 0,-28 60 212 0 0,0 1-1 0 0,-1 0 0 0 0,1 0 1 0 0,0-1-1 0 0,0 1 1 0 0,0 0-1 0 0,0 0 0 0 0,0 0 1 0 0,0 0-1 0 0,1 0 0 0 0,-1 0 1 0 0,0 0-1 0 0,0 0 1 0 0,1 0-1 0 0,-1 1 0 0 0,0-1 1 0 0,1 1-1 0 0,-1-1 0 0 0,3 0 1 0 0,-3 1 46 0 0,0 0 1 0 0,1 0-1 0 0,-1 1 0 0 0,0-1 1 0 0,0 0-1 0 0,1 1 1 0 0,-1-1-1 0 0,0 1 0 0 0,0-1 1 0 0,0 1-1 0 0,1-1 1 0 0,-1 1-1 0 0,0 0 1 0 0,0 0-1 0 0,0-1 0 0 0,0 1 1 0 0,0 0-1 0 0,1 1 1 0 0,4 7 551 0 0,1-1 0 0 0,-1 1 0 0 0,-1 0 1 0 0,8 16-1 0 0,-4-6-450 0 0,5 5 270 0 0,32 51 333 0 0,-42-70-1002 0 0,-1 0 0 0 0,1 0 0 0 0,1 0 0 0 0,-1-1 0 0 0,1 1 0 0 0,0-1 0 0 0,0 0 0 0 0,0-1 0 0 0,0 1 0 0 0,0-1 0 0 0,7 3 0 0 0,-2-4-1042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0,'11'27'2930'0'0,"13"50"-25"0"0,70 202 2945 0 0,-32-146-6960 0 0,-43-98-1325 0 0,39 52-1 0 0,-48-74-2995 0 0</inkml:trace>
  <inkml:trace contextRef="#ctx0" brushRef="#br0" timeOffset="1">33 405 3225 0 0,'0'-1'57'0'0,"-1"0"0"0"0,0 1 0 0 0,0-1 1 0 0,1 0-1 0 0,-1 0 0 0 0,0 0 0 0 0,1 0 1 0 0,-1 0-1 0 0,1 1 0 0 0,-1-1 0 0 0,1 0 0 0 0,-1 0 1 0 0,1 0-1 0 0,0 0 0 0 0,-1 0 0 0 0,1-1 1 0 0,0 1-1 0 0,0 0 0 0 0,0 0 0 0 0,0 0 1 0 0,0 0-1 0 0,0 0 0 0 0,0 0 0 0 0,0-1 0 0 0,1-2 178 0 0,0 1-1 0 0,0 0 0 0 0,1 0 1 0 0,-1 0-1 0 0,1-1 0 0 0,-1 1 0 0 0,5-5 1 0 0,5-6 620 0 0,0 1 1 0 0,19-16 0 0 0,-23 23-859 0 0,95-76-1952 0 0,-86 66 1705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8290 0 0,'3'-3'3077'0'0,"12"3"-2769"0"0,7 3-997 0 0,-20 0 668 0 0,-3-1-86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1840 0 0,'1'-3'205'0'0,"1"0"-1"0"0,-1 0 0 0 0,1 1 0 0 0,-1-1 0 0 0,1 0 0 0 0,0 1 0 0 0,0 0 0 0 0,0-1 0 0 0,0 1 1 0 0,0 0-1 0 0,4-2 0 0 0,4-6 568 0 0,105-111 4391 0 0,12 13-5118 0 0,-105 92-553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0 947 10594 0 0,'53'-34'916'0'0,"-15"2"-15"0"0,38-40 0 0 0,-5-4-5636 0 0,-57 61 3376 0 0</inkml:trace>
  <inkml:trace contextRef="#ctx0" brushRef="#br0" timeOffset="1">559 0 9674 0 0,'-2'4'469'0'0,"0"-1"-1"0"0,1 1 0 0 0,0 0 1 0 0,0-1-1 0 0,0 1 1 0 0,0 0-1 0 0,0 0 1 0 0,1 0-1 0 0,0 0 0 0 0,0-1 1 0 0,0 7-1 0 0,0 2 610 0 0,0 163 3223 0 0,26 89-3339 0 0,-20-217-777 0 0,8 58-188 0 0,44 162-1 0 0,-7-114-4970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0,'-8'-9'6453'0'0,"30"13"-2487"0"0,33 14-1198 0 0,11 13-2375 0 0,-2 2 1 0 0,-1 4-1 0 0,-2 2 0 0 0,78 65 0 0 0,-108-81-730 0 0,-7-5-208 0 0,25 22 1 0 0,-44-35-195 0 0,1 0 0 0 0,-1 1 0 0 0,-1-1-1 0 0,1 1 1 0 0,-1 0 0 0 0,0 1 0 0 0,0-1 0 0 0,0 1-1 0 0,4 12 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6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0 212 9218 0 0,'51'-48'6985'0'0,"5"-3"-4625"0"0,5-4-2071 0 0,-51 46-495 0 0,1 0-1 0 0,0 0 1 0 0,0 1-1 0 0,16-8 1 0 0,-13 9 206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7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5985 0 0,'-9'7'11577'0'0,"22"-25"-17929"0"0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8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149 126 920 0 0,'-5'-10'534'0'0,"1"0"0"0"0,-2 1 1 0 0,1 0-1 0 0,-1 0 0 0 0,-1 0 0 0 0,1 0 0 0 0,-1 1 0 0 0,-1 0 0 0 0,-13-10 0 0 0,18 15-113 0 0,0 0 0 0 0,-1 0-1 0 0,0 0 1 0 0,0 1-1 0 0,1-1 1 0 0,-1 1 0 0 0,-1 0-1 0 0,1 0 1 0 0,-7-1 0 0 0,10 3-297 0 0,1-1-1 0 0,-1 1 1 0 0,0 0 0 0 0,0 0 0 0 0,0 0 0 0 0,0 0 0 0 0,0 0 0 0 0,0 1 0 0 0,1-1 0 0 0,-1 0 0 0 0,0 0 0 0 0,0 0 0 0 0,0 1 0 0 0,0-1 0 0 0,1 1 0 0 0,-1-1 0 0 0,0 0-1 0 0,0 1 1 0 0,1-1 0 0 0,-2 2 0 0 0,1 0-18 0 0,0-1-1 0 0,0 1 1 0 0,0-1 0 0 0,0 1-1 0 0,0 0 1 0 0,0 0-1 0 0,1-1 1 0 0,-1 1 0 0 0,1 0-1 0 0,-1 0 1 0 0,1 0-1 0 0,0 0 1 0 0,-1 2-1 0 0,0 30 376 0 0,1-1-1 0 0,2 0 0 0 0,1 0 0 0 0,10 47 0 0 0,2-18-7 0 0,30 83-1 0 0,-25-94-275 0 0,2-1-1 0 0,3 0 1 0 0,1-2-1 0 0,3-1 1 0 0,2-1-1 0 0,1-2 1 0 0,3-1-1 0 0,71 69 1 0 0,-75-83-222 0 0,2-2 0 0 0,1-1 1 0 0,1-2-1 0 0,1-1 0 0 0,1-2 0 0 0,1-1 0 0 0,0-3 1 0 0,2 0-1 0 0,0-3 0 0 0,0-1 0 0 0,82 14 0 0 0,-50-21-1816 0 0,-42-7-3190 0 0,-10-2-364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7026 0 0,'-1'-3'0'0'0,"1"1"0"0"0,0 0 0 0 0,1 2 0 0 0,-1-1 0 0 0,0-1 0 0 0,0 0 0 0 0,0-2 0 0 0,0-1 0 0 0,0 3 0 0 0,2-1 0 0 0,-1 0 0 0 0,1 0 0 0 0,-1 1 0 0 0,0-1 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 1376 0 0,'-14'23'1294'0'0,"15"-25"-730"0"0,0 0 1 0 0,-1 0-1 0 0,1-1 0 0 0,0 1 1 0 0,0 0-1 0 0,0 0 0 0 0,1 0 1 0 0,-1 0-1 0 0,0 0 0 0 0,12-2 4010 0 0,-12 4-4440 0 0,7 16 2308 0 0,0 2-1163 0 0,0 0 0 0 0,19 30 0 0 0,4 9-680 0 0,66 176 500 0 0,-55-124-748 0 0,69 126 1 0 0,-100-219-575 0 0,-2 1-1 0 0,0 1 1 0 0,-1 0 0 0 0,-1 0 0 0 0,-1 0 0 0 0,6 27 0 0 0,-11-37-832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0 235 1376 0 0,'69'-65'7598'0'0,"96"-69"0"0"0,-131 109-12187 0 0,-19 15-561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11058 0 0,'0'2'605'0'0,"0"1"0"0"0,0-1-1 0 0,1 0 1 0 0,-1 1 0 0 0,0-1-1 0 0,1 1 1 0 0,-1-1-1 0 0,1 0 1 0 0,0 1 0 0 0,0-1-1 0 0,0 0 1 0 0,0 0 0 0 0,2 3-1 0 0,6 20 956 0 0,-9-15-1726 0 0,1-1 0 0 0,-2 1-1 0 0,1-1 1 0 0,-1 0 0 0 0,-3 13 0 0 0,3-16-1012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96 5065 0 0,'13'-6'768'0'0,"0"-1"-1"0"0,0-1 1 0 0,18-14-1 0 0,-23 16-283 0 0,0-1-1 0 0,0 2 1 0 0,0-1-1 0 0,1 1 0 0 0,0 0 1 0 0,0 1-1 0 0,0 0 1 0 0,1 1-1 0 0,17-5 0 0 0,-17 9-495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1840 0 0,'-8'11'493'0'0,"1"0"0"0"0,0 1 0 0 0,1 0 0 0 0,1 0-1 0 0,0 0 1 0 0,0 1 0 0 0,-3 17 0 0 0,7-26-109 0 0,0 1 0 0 0,0-1 0 0 0,1 0 0 0 0,0 0 0 0 0,-1 1 1 0 0,2-1-1 0 0,-1 0 0 0 0,0 1 0 0 0,1-1 0 0 0,0 0 0 0 0,0 0 0 0 0,0 0 0 0 0,1 0 1 0 0,-1 0-1 0 0,1 0 0 0 0,0 0 0 0 0,0 0 0 0 0,0-1 0 0 0,1 1 0 0 0,-1-1 0 0 0,1 1 1 0 0,0-1-1 0 0,0 0 0 0 0,0 0 0 0 0,0 0 0 0 0,6 3 0 0 0,-1 0-281 0 0,-1 1 1 0 0,0 0-1 0 0,0 0 0 0 0,0 0 0 0 0,-1 1 1 0 0,0 0-1 0 0,-1 0 0 0 0,1 1 0 0 0,-2-1 1 0 0,1 1-1 0 0,-1 0 0 0 0,-1 0 0 0 0,1 1 1 0 0,-2-1-1 0 0,4 20 0 0 0,-3-9 82 0 0,0 0 0 0 0,-2 0 0 0 0,0 0 0 0 0,-1 1-1 0 0,-1-1 1 0 0,-8 38 0 0 0,7-50-501 0 0,0 0 0 0 0,-1 1 0 0 0,0-1 0 0 0,0 0 1 0 0,-1 0-1 0 0,0-1 0 0 0,-6 10 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23 6449 0 0,'0'0'83'0'0,"-1"0"-1"0"0,1 0 0 0 0,0-1 0 0 0,-1 1 0 0 0,1 0 0 0 0,0 0 1 0 0,0-1-1 0 0,-1 1 0 0 0,1 0 0 0 0,0-1 0 0 0,0 1 0 0 0,0 0 1 0 0,-1-1-1 0 0,1 1 0 0 0,0-1 0 0 0,0 1 0 0 0,0 0 0 0 0,0-1 1 0 0,0 1-1 0 0,0-1 0 0 0,0 1 0 0 0,0 0 0 0 0,0-1 0 0 0,0 1 1 0 0,0-1-1 0 0,0 1 0 0 0,0 0 0 0 0,0-1 0 0 0,0 1 1 0 0,0-1-1 0 0,0 1 0 0 0,0 0 0 0 0,1-1 0 0 0,12-7 3217 0 0,20 5 879 0 0,-26 6-3905 0 0,0-1 0 0 0,0 1 0 0 0,-1 0 0 0 0,1 1 0 0 0,-1-1 0 0 0,0 1 0 0 0,0 0 0 0 0,0 1 1 0 0,0 0-1 0 0,-1 0 0 0 0,0 0 0 0 0,0 0 0 0 0,0 1 0 0 0,-1 0 0 0 0,8 12 0 0 0,-1 1-131 0 0,-1 1-1 0 0,-1 0 1 0 0,-1 0-1 0 0,6 24 1 0 0,5 28-60 0 0,-4 0 1 0 0,-3 1-1 0 0,-3 1 1 0 0,-3 0-1 0 0,-3 0 1 0 0,-11 109-1 0 0,-9-39-32 0 0,-6-1-1 0 0,-55 188 0 0 0,58-259-1621 0 0,2-6-5935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98 6145 0 0,'-7'5'46'0'0,"0"1"-1"0"0,1 0 0 0 0,-1 1 1 0 0,1 0-1 0 0,0 0 0 0 0,-5 8 1 0 0,11-15-29 0 0,0 1 1 0 0,0-1-1 0 0,0 0 1 0 0,0 0 0 0 0,0 0-1 0 0,-1 0 1 0 0,1 0-1 0 0,0 0 1 0 0,0 0-1 0 0,0 0 1 0 0,0 0-1 0 0,0 0 1 0 0,0 0 0 0 0,0 1-1 0 0,0-1 1 0 0,0 0-1 0 0,0 0 1 0 0,0 0-1 0 0,0 0 1 0 0,0 0-1 0 0,0 0 1 0 0,0 0 0 0 0,0 0-1 0 0,0 0 1 0 0,0 1-1 0 0,0-1 1 0 0,0 0-1 0 0,0 0 1 0 0,0 0-1 0 0,0 0 1 0 0,0 0 0 0 0,0 0-1 0 0,0 0 1 0 0,0 0-1 0 0,0 0 1 0 0,0 0-1 0 0,1 1 1 0 0,-1-1-1 0 0,0 0 1 0 0,0 0 0 0 0,0 0-1 0 0,0 0 1 0 0,0 0-1 0 0,0 0 1 0 0,0 0-1 0 0,0 0 1 0 0,0 0-1 0 0,0 0 1 0 0,0 0 0 0 0,1 0-1 0 0,-1 0 1 0 0,0 0-1 0 0,0 0 1 0 0,0 0-1 0 0,0 0 1 0 0,0 0-1 0 0,0 0 1 0 0,0 0 0 0 0,0 0-1 0 0,1 0 1 0 0,8-2 918 0 0,7-6 511 0 0,90-70 4224 0 0,-36 26-6947 0 0,-49 37-3874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6 169 9218 0 0,'-6'9'685'0'0,"8"-7"80"0"0,16-11 794 0 0,23-20 168 0 0,12-17-413 0 0,-32 26-1789 0 0,2 1-1 0 0,42-28 1 0 0,-47 37-156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5529 0 0,'-8'10'6604'0'0,"7"-9"-6360"0"0,3 20 3555 0 0,17 33-1132 0 0,-10-32-1535 0 0,73 256 877 0 0,16 52-1888 0 0,-53-211-1165 0 0,-22-69-4618 0 0,-7-19-959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54 5529 0 0,'-2'6'413'0'0,"1"-1"1"0"0,1 1-1 0 0,-1-1 0 0 0,1 1 0 0 0,0-1 1 0 0,0 1-1 0 0,0 0 0 0 0,1-1 0 0 0,0 1 0 0 0,0-1 1 0 0,2 6-1 0 0,0 4 109 0 0,1 13 154 0 0,1 0-1 0 0,1-1 1 0 0,2 0-1 0 0,0 0 0 0 0,20 42 1 0 0,-24-62-602 0 0,-1-1 0 0 0,1 1 0 0 0,0-1 0 0 0,0 0 0 0 0,1 0-1 0 0,-1-1 1 0 0,1 1 0 0 0,1-1 0 0 0,-1 0 0 0 0,1-1 0 0 0,0 1 0 0 0,0-1 0 0 0,0 0 0 0 0,0-1 0 0 0,1 1 0 0 0,0-1 0 0 0,-1 0 0 0 0,1-1 0 0 0,0 0 0 0 0,1 0 0 0 0,-1 0 0 0 0,0-1 0 0 0,0 0 0 0 0,1-1 0 0 0,-1 1 0 0 0,15-3 0 0 0,-17 2-39 0 0,1-1 0 0 0,0 0 1 0 0,-1 0-1 0 0,0-1 0 0 0,1 0 0 0 0,-1 0 1 0 0,0 0-1 0 0,0 0 0 0 0,0-1 1 0 0,0 0-1 0 0,0 0 0 0 0,-1 0 1 0 0,1-1-1 0 0,-1 0 0 0 0,0 1 0 0 0,0-1 1 0 0,0-1-1 0 0,-1 1 0 0 0,1-1 1 0 0,-1 1-1 0 0,0-1 0 0 0,0 0 1 0 0,-1 0-1 0 0,0 0 0 0 0,0 0 0 0 0,0-1 1 0 0,0 1-1 0 0,-1-1 0 0 0,0 1 1 0 0,0-1-1 0 0,0-5 0 0 0,1-2 39 0 0,-2 1 0 0 0,0 0-1 0 0,0-1 1 0 0,-1 1 0 0 0,0 0 0 0 0,-1 0-1 0 0,-1 0 1 0 0,0 0 0 0 0,0 0 0 0 0,-1 0-1 0 0,-1 1 1 0 0,0-1 0 0 0,-9-13-1 0 0,6 14-42 0 0,-1-1-1 0 0,0 2 0 0 0,0-1 0 0 0,-1 2 0 0 0,-1-1 0 0 0,0 1 1 0 0,0 1-1 0 0,0 0 0 0 0,-1 0 0 0 0,-1 1 0 0 0,-22-9 0 0 0,22 11-792 0 0,1 1 0 0 0,-1 1-1 0 0,0 0 1 0 0,-16-2-1 0 0,9 3-5070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2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85 127 456 0 0,'-7'0'1326'0'0,"0"1"-499"0"0,1-1 0 0 0,-1 0 0 0 0,1 0 0 0 0,-1-1 0 0 0,1 1 0 0 0,0-2 0 0 0,-1 1 0 0 0,1-1 0 0 0,-11-4-1 0 0,17 5-703 0 0,-1 0-1 0 0,1 0 1 0 0,-1 0-1 0 0,1 0 0 0 0,0 0 1 0 0,0 0-1 0 0,0 0 1 0 0,-1 0-1 0 0,1 0 0 0 0,0 0 1 0 0,0 0-1 0 0,0 0 0 0 0,0 0 1 0 0,1 0-1 0 0,-1 0 1 0 0,0 0-1 0 0,0 0 0 0 0,1 0 1 0 0,-1 0-1 0 0,0 0 0 0 0,1 0 1 0 0,-1 0-1 0 0,1 0 1 0 0,-1 0-1 0 0,1 0 0 0 0,0 1 1 0 0,-1-1-1 0 0,2-1 1 0 0,19-25 1687 0 0,-14 19-1392 0 0,-1 1-1 0 0,2 0 0 0 0,-1 1 0 0 0,1 0 0 0 0,0 0 1 0 0,12-6-1 0 0,-18 11-378 0 0,-1 0-1 0 0,1 0 1 0 0,0 0 0 0 0,0 1-1 0 0,-1-1 1 0 0,1 0 0 0 0,0 1-1 0 0,0 0 1 0 0,0-1 0 0 0,0 1-1 0 0,-1 0 1 0 0,1 0 0 0 0,0 0-1 0 0,0 0 1 0 0,0 0 0 0 0,0 0-1 0 0,0 1 1 0 0,-1-1 0 0 0,1 1-1 0 0,0-1 1 0 0,0 1 0 0 0,-1 0-1 0 0,1 0 1 0 0,0-1 0 0 0,-1 1-1 0 0,1 0 1 0 0,0 1 0 0 0,-1-1 0 0 0,0 0-1 0 0,1 0 1 0 0,-1 1 0 0 0,0-1-1 0 0,1 0 1 0 0,-1 1 0 0 0,0 0-1 0 0,0-1 1 0 0,0 1 0 0 0,-1-1-1 0 0,1 1 1 0 0,0 0 0 0 0,0 2-1 0 0,2 6-20 0 0,0 0 0 0 0,-1 0 0 0 0,0 0 0 0 0,-1 0 0 0 0,0 1 1 0 0,-1-1-1 0 0,0 0 0 0 0,-2 19 0 0 0,1 35-133 0 0,1-64 114 0 0,0 1 0 0 0,0 0 0 0 0,0-1 0 0 0,0 1 0 0 0,0 0 0 0 0,0-1 0 0 0,0 1 0 0 0,0-1 0 0 0,0 1 0 0 0,1 0 0 0 0,-1-1-1 0 0,0 1 1 0 0,0-1 0 0 0,1 1 0 0 0,-1-1 0 0 0,0 1 0 0 0,1-1 0 0 0,-1 1 0 0 0,1-1 0 0 0,-1 1 0 0 0,1-1 0 0 0,-1 1 0 0 0,1-1 0 0 0,-1 0 0 0 0,1 1 0 0 0,-1-1-1 0 0,1 0 1 0 0,-1 0 0 0 0,1 1 0 0 0,-1-1 0 0 0,2 0 0 0 0,-1 0-3 0 0,1 0 0 0 0,0 0 1 0 0,0 0-1 0 0,-1 0 0 0 0,1 0 0 0 0,0-1 0 0 0,0 1 1 0 0,-1-1-1 0 0,1 0 0 0 0,0 1 0 0 0,1-2 0 0 0,40-27-59 0 0,-41 28 62 0 0,6-5-18 0 0,0 0 0 0 0,1 1 0 0 0,-1-1-1 0 0,14-4 1 0 0,-20 9 16 0 0,-1 0 0 0 0,1 0-1 0 0,0 1 1 0 0,0-1 0 0 0,0 0-1 0 0,0 1 1 0 0,0-1 0 0 0,0 1-1 0 0,0 0 1 0 0,0 0 0 0 0,0-1 0 0 0,0 1-1 0 0,0 1 1 0 0,0-1 0 0 0,0 0-1 0 0,0 0 1 0 0,0 1 0 0 0,0-1-1 0 0,0 1 1 0 0,0 0 0 0 0,-1-1-1 0 0,1 1 1 0 0,0 0 0 0 0,0 0-1 0 0,0 0 1 0 0,-1 1 0 0 0,1-1 0 0 0,2 3-1 0 0,-3-2 7 0 0,0 0 0 0 0,0 0-1 0 0,0 0 1 0 0,0 0 0 0 0,-1 1-1 0 0,1-1 1 0 0,-1 0 0 0 0,0 0-1 0 0,1 1 1 0 0,-1-1 0 0 0,0 0 0 0 0,0 1-1 0 0,-1-1 1 0 0,1 0 0 0 0,0 0-1 0 0,-1 1 1 0 0,1-1 0 0 0,-1 0-1 0 0,0 0 1 0 0,-1 3 0 0 0,-24 47 76 0 0,18-39-71 0 0,-5 9-753 0 0,8-16-164 0 0,1 1 1 0 0,0-1-1 0 0,1 1 0 0 0,0 0 1 0 0,-4 10-1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11058 0 0,'-2'4'488'0'0,"2"-2"105"0"0,0 0-105 0 0,2-3-296 0 0,-1 1 0 0 0,1-1-352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11522 0 0,'3'-1'525'0'0,"1"1"0"0"0,-1 0 0 0 0,0 1 0 0 0,0-1 0 0 0,0 0-1 0 0,0 1 1 0 0,0 0 0 0 0,1 0 0 0 0,-1 0 0 0 0,0 0-1 0 0,4 2 1 0 0,-6-2-480 0 0,0 0 0 0 0,0 0 0 0 0,0 1 1 0 0,0-1-1 0 0,0 0 0 0 0,0 0 0 0 0,-1 1 0 0 0,1-1 0 0 0,0 1 0 0 0,-1-1 0 0 0,1 0 0 0 0,-1 1 0 0 0,0-1 0 0 0,1 1 0 0 0,-1-1 0 0 0,0 1 0 0 0,0-1 1 0 0,0 1-1 0 0,0-1 0 0 0,0 1 0 0 0,0-1 0 0 0,0 1 0 0 0,-1-1 0 0 0,1 1 0 0 0,-1 2 0 0 0,-2 14-473 0 0,-4 20-1287 0 0,-2-18-2710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5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4145 0 0,'95'-103'9020'0'0,"-1"-1"-5659"0"0,-92 100-4694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1 1824 0 0,'-7'11'160'0'0,"-11"24"529"0"0,-17 43 0 0 0,31-67-186 0 0,0 1 1 0 0,0-1-1 0 0,2 1 0 0 0,-1-1 0 0 0,1 1 0 0 0,1 0 1 0 0,0 0-1 0 0,2 16 0 0 0,0-22-118 0 0,0 0-1 0 0,0 0 1 0 0,1 0 0 0 0,0 0-1 0 0,1 0 1 0 0,-1-1 0 0 0,1 1 0 0 0,0-1-1 0 0,1 0 1 0 0,4 6 0 0 0,47 48 2649 0 0,-8-8-587 0 0,-42-44-2230 0 0,0 0 0 0 0,-1 0 0 0 0,0 0 0 0 0,0 1 0 0 0,-1-1 0 0 0,0 1 0 0 0,0 0 0 0 0,-1 0 0 0 0,0 0 0 0 0,0 0 0 0 0,-1 0 0 0 0,0 0 0 0 0,0 1 1 0 0,-1-1-1 0 0,0 0 0 0 0,-1 1 0 0 0,0-1 0 0 0,-2 9 0 0 0,-2 2-342 0 0,0-1-1 0 0,-1 0 1 0 0,-1-1 0 0 0,-1 1 0 0 0,-1-1-1 0 0,-20 30 1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208 122 6145 0 0,'-21'10'544'0'0,"9"-5"-432"0"0,1-1-112 0 0,4-2 0 0 0,3-1 0 0 0,-1 1 0 0 0,1-2 0 0 0,-3 1 0 0 0,-4 2 0 0 0,-2-2 0 0 0,-3 2 0 0 0,0-2 64 0 0,1 1-64 0 0</inkml:trace>
  <inkml:trace contextRef="#ctx0" brushRef="#br0" timeOffset="1">29 163 920 0 0,'-29'-12'8617'0'0,"30"11"-8236"0"0,10-19 2413 0 0,6-2-134 0 0,38-40 1 0 0,-44 51-4712 0 0,0 2 0 0 0,23-17 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1 226 1376 0 0,'2'0'186'0'0,"-1"0"0"0"0,1-1 0 0 0,0 1 0 0 0,-1 0 0 0 0,1 0 0 0 0,0-1 0 0 0,-1 1 0 0 0,1-1 0 0 0,0 0 0 0 0,-1 1 0 0 0,1-1 0 0 0,-1 0 0 0 0,0 0 0 0 0,1 0 0 0 0,-1 0 1 0 0,1 0-1 0 0,-1 0 0 0 0,0-1 0 0 0,0 1 0 0 0,0 0 0 0 0,0-1 0 0 0,2-2 0 0 0,25-37 3411 0 0,-25 37-3310 0 0,30-64 987 0 0,-25 49-2378 0 0,1 1 0 0 0,17-26-1 0 0,-18 33 1079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6913 0 0,'68'-42'7291'0'0,"-43"18"-5362"0"0,35-42-1 0 0,0-2-6007 0 0</inkml:trace>
  <inkml:trace contextRef="#ctx0" brushRef="#br0" timeOffset="1">54 161 2937 0 0,'-3'11'216'0'0,"0"0"0"0"0,0 1 1 0 0,1-1-1 0 0,1 1 0 0 0,0 13 1 0 0,1-20 110 0 0,0 1 1 0 0,1-1 0 0 0,0 1-1 0 0,0-1 1 0 0,0 0 0 0 0,1 1-1 0 0,0-1 1 0 0,0 0 0 0 0,0 0-1 0 0,0 0 1 0 0,1 0 0 0 0,0-1-1 0 0,4 6 1 0 0,1-1 393 0 0,1-1 0 0 0,0-1 0 0 0,0 1 0 0 0,1-2 0 0 0,-1 1 0 0 0,2-1 0 0 0,19 8-1 0 0,-16-7 18 0 0,0 0-1 0 0,0 1 0 0 0,20 16 0 0 0,-28-19-628 0 0,-1 1 0 0 0,0 0 0 0 0,-1 0-1 0 0,1 0 1 0 0,-1 1 0 0 0,0-1-1 0 0,-1 1 1 0 0,1 0 0 0 0,-2 0 0 0 0,1 0-1 0 0,-1 0 1 0 0,0 1 0 0 0,0-1-1 0 0,-1 1 1 0 0,0-1 0 0 0,0 1 0 0 0,-1 0-1 0 0,0-1 1 0 0,0 1 0 0 0,0 0-1 0 0,-3 8 1 0 0,-3 17-246 0 0,-1-1 1 0 0,-2 0-1 0 0,-18 45 0 0 0,26-75 134 0 0,-11 25-1238 0 0,7-19-14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7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4609 0 0,'1'17'1597'0'0,"1"-1"-1"0"0,6 25 1 0 0,-1-7-674 0 0,-2-5-443 0 0,-1 3-214 0 0,2 0-1 0 0,1-1 0 0 0,23 62 1 0 0,-27-86-257 0 0,0 0 0 0 0,0 0 1 0 0,1-1-1 0 0,0 1 0 0 0,0-1 1 0 0,1 0-1 0 0,-1 0 0 0 0,1 0 1 0 0,1 0-1 0 0,-1-1 0 0 0,1 0 1 0 0,0 0-1 0 0,0-1 0 0 0,0 0 1 0 0,1 0-1 0 0,0 0 1 0 0,-1-1-1 0 0,1 0 0 0 0,1 0 1 0 0,-1 0-1 0 0,0-1 0 0 0,13 2 1 0 0,-17-4 71 0 0,0 1 1 0 0,-1-1 0 0 0,1 0 0 0 0,0 0 0 0 0,0 0-1 0 0,0 0 1 0 0,-1 0 0 0 0,1-1 0 0 0,0 1 0 0 0,0-1-1 0 0,-1 0 1 0 0,1 0 0 0 0,0 0 0 0 0,-1 0 0 0 0,1 0-1 0 0,-1 0 1 0 0,1-1 0 0 0,-1 1 0 0 0,0-1 0 0 0,0 0-1 0 0,0 0 1 0 0,1 0 0 0 0,-2 0 0 0 0,4-4 0 0 0,-3 3-19 0 0,0 0 0 0 0,-1-1 0 0 0,1 1 0 0 0,-1-1 0 0 0,0 1 0 0 0,0-1 1 0 0,-1 1-1 0 0,1-1 0 0 0,-1 0 0 0 0,0 0 0 0 0,1 1 0 0 0,-2-1 0 0 0,1 0 1 0 0,0 1-1 0 0,-1-1 0 0 0,0 0 0 0 0,1 1 0 0 0,-3-6 0 0 0,-14-29-264 0 0,-1 1 0 0 0,-1 1 0 0 0,-2 1 0 0 0,-47-60-1 0 0,54 76 144 0 0,-3-1-9 0 0,13 16-8 0 0,1 1 0 0 0,0-1-1 0 0,0 0 1 0 0,0 0 0 0 0,0-1-1 0 0,-2-4 1 0 0,4 7 44 0 0,1 1 1 0 0,0-1-1 0 0,-1 0 0 0 0,1 0 0 0 0,0 1 1 0 0,0-1-1 0 0,0 0 0 0 0,0 1 0 0 0,0-1 0 0 0,0 0 1 0 0,0 0-1 0 0,0 1 0 0 0,1-1 0 0 0,-1 0 1 0 0,1 1-1 0 0,0-1 0 0 0,-1 0 0 0 0,1 1 0 0 0,0-1 1 0 0,0 1-1 0 0,2-3 0 0 0,14-21 6 0 0,2 2 0 0 0,24-25 0 0 0,-33 38 211 0 0,1 0 0 0 0,0 0 1 0 0,1 1-1 0 0,0 1 0 0 0,0 0 0 0 0,19-9 0 0 0,-28 16-127 0 0,0-1-1 0 0,0 1 0 0 0,0 0 0 0 0,0 0 0 0 0,1 0 0 0 0,-1 1 1 0 0,0-1-1 0 0,0 1 0 0 0,0 0 0 0 0,1 0 0 0 0,-1 0 1 0 0,0 0-1 0 0,0 0 0 0 0,1 1 0 0 0,-1-1 0 0 0,0 1 0 0 0,0 0 1 0 0,0 0-1 0 0,0 0 0 0 0,0 1 0 0 0,0-1 0 0 0,0 1 1 0 0,0-1-1 0 0,0 1 0 0 0,-1 0 0 0 0,1 0 0 0 0,-1 0 0 0 0,1 1 1 0 0,-1-1-1 0 0,0 0 0 0 0,0 1 0 0 0,0 0 0 0 0,0-1 1 0 0,2 5-1 0 0,4 9-56 0 0,0 1 1 0 0,-1-1 0 0 0,-1 1 0 0 0,8 34-1 0 0,-10-37 23 0 0,7 35-121 0 0,-4-18-53 0 0,1 0 0 0 0,15 36-1 0 0,-21-60 104 0 0,1 0 1 0 0,1 0-1 0 0,-1-1 0 0 0,1 1 0 0 0,0-1 0 0 0,1 0 0 0 0,0 0 0 0 0,0 0 0 0 0,0-1 1 0 0,0 1-1 0 0,1-1 0 0 0,0-1 0 0 0,0 1 0 0 0,11 6 0 0 0,-15-10 93 0 0,1 0 0 0 0,-1 1 0 0 0,1-1 0 0 0,-1 0 0 0 0,1 0 0 0 0,0-1 0 0 0,-1 1 0 0 0,1 0 0 0 0,0-1 0 0 0,-1 0 1 0 0,1 1-1 0 0,0-1 0 0 0,0 0 0 0 0,-1-1 0 0 0,1 1 0 0 0,0 0 0 0 0,0-1 0 0 0,-1 1 0 0 0,1-1 0 0 0,0 0 0 0 0,-1 0 0 0 0,1 0 0 0 0,-1 0 0 0 0,1-1 0 0 0,-1 1 0 0 0,0-1 0 0 0,0 1 0 0 0,1-1 0 0 0,-1 0 0 0 0,0 0 0 0 0,0 0 0 0 0,-1 0 0 0 0,1 0 0 0 0,0 0 0 0 0,-1 0 0 0 0,1-1 0 0 0,-1 1 0 0 0,0-1 0 0 0,0 1 0 0 0,2-5 0 0 0,0-2 169 0 0,0 0-1 0 0,-1 1 1 0 0,0-1-1 0 0,0 0 1 0 0,-1 0-1 0 0,0 0 1 0 0,-1-1-1 0 0,0 1 1 0 0,0 0-1 0 0,-1 0 1 0 0,-3-12 0 0 0,-1 3-101 0 0,-2 0 1 0 0,0 1 0 0 0,-1 0 0 0 0,0 0 0 0 0,-2 0-1 0 0,0 1 1 0 0,0 1 0 0 0,-2 0 0 0 0,0 0 0 0 0,-1 1-1 0 0,-15-13 1 0 0,14 15-1577 0 0,0 0 0 0 0,-1 1 0 0 0,-25-14 0 0 0,24 16-5040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8.5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1 569 8290 0 0,'0'-2'297'0'0,"0"1"1"0"0,0 0-1 0 0,0 0 1 0 0,0-1 0 0 0,0 1-1 0 0,0 0 1 0 0,0-1-1 0 0,1 1 1 0 0,-1 0-1 0 0,0 0 1 0 0,1-1 0 0 0,-1 1-1 0 0,1 0 1 0 0,0 0-1 0 0,-1 0 1 0 0,1 0-1 0 0,0 0 1 0 0,0 0 0 0 0,-1 0-1 0 0,1 0 1 0 0,2-2-1 0 0,-3 3-162 0 0,1-1-1 0 0,0 1 0 0 0,-1-1 1 0 0,1 0-1 0 0,0 1 1 0 0,-1 0-1 0 0,1-1 1 0 0,0 1-1 0 0,0-1 0 0 0,-1 1 1 0 0,1 0-1 0 0,0 0 1 0 0,0-1-1 0 0,0 1 1 0 0,-1 0-1 0 0,1 0 0 0 0,0 0 1 0 0,0 0-1 0 0,0 0 1 0 0,0 0-1 0 0,-1 0 0 0 0,1 0 1 0 0,0 0-1 0 0,0 0 1 0 0,0 0-1 0 0,-1 1 1 0 0,1-1-1 0 0,0 0 0 0 0,0 1 1 0 0,0-1-1 0 0,-1 0 1 0 0,1 1-1 0 0,0-1 1 0 0,-1 1-1 0 0,1-1 0 0 0,0 1 1 0 0,0 1-1 0 0,174 206 1089 0 0,80 85-211 0 0,-255-293-995 0 0,0 0 0 0 0,0 1-1 0 0,1-1 1 0 0,-1 0-1 0 0,0 0 1 0 0,0 1-1 0 0,0-1 1 0 0,1 0 0 0 0,-1 0-1 0 0,0 0 1 0 0,0 0-1 0 0,0 1 1 0 0,1-1-1 0 0,-1 0 1 0 0,0 0 0 0 0,0 0-1 0 0,1 0 1 0 0,-1 0-1 0 0,0 0 1 0 0,0 0-1 0 0,1 0 1 0 0,-1 1-1 0 0,0-1 1 0 0,0 0 0 0 0,1 0-1 0 0,-1 0 1 0 0,0 0-1 0 0,1 0 1 0 0,-1-1-1 0 0,0 1 1 0 0,0 0 0 0 0,1 0-1 0 0,-1 0 1 0 0,0 0-1 0 0,0 0 1 0 0,1 0-1 0 0,-1 0 1 0 0,0 0 0 0 0,0-1-1 0 0,0 1 1 0 0,1 0-1 0 0,-1 0 1 0 0,0 0-1 0 0,5-16 264 0 0,-4-27-194 0 0,-2 39-35 0 0,-28-338 385 0 0,13 208-742 0 0,1-149 0 0 0,18 97-4603 0 0,-3 150-1841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26 2304 0 0,'-3'-2'594'0'0,"0"1"-1"0"0,1-1 0 0 0,-1 1 1 0 0,1-1-1 0 0,-1 0 0 0 0,1 0 1 0 0,0 0-1 0 0,-10-9 4397 0 0,25 31-2660 0 0,50 68-187 0 0,73 109-466 0 0,-98-137-1699 0 0,88 133 523 0 0,-31-74-3784 0 0,-72-93-2374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110 350 3225 0 0,'-12'-10'501'0'0,"-1"-1"0"0"0,2 0 0 0 0,-19-22 0 0 0,25 27 16 0 0,0-1-1 0 0,0 0 1 0 0,1 0-1 0 0,0 0 1 0 0,0-1-1 0 0,1 1 1 0 0,-1-1 0 0 0,-2-15-1 0 0,5 21-407 0 0,0 0-1 0 0,1 0 1 0 0,-1 0 0 0 0,1 0-1 0 0,0 0 1 0 0,0 0 0 0 0,0 0-1 0 0,0 0 1 0 0,0 0 0 0 0,0 0-1 0 0,1 1 1 0 0,-1-1 0 0 0,0 0-1 0 0,1 0 1 0 0,0 0 0 0 0,-1 0-1 0 0,1 0 1 0 0,0 1 0 0 0,0-1-1 0 0,0 0 1 0 0,0 0 0 0 0,0 1-1 0 0,0-1 1 0 0,1 1 0 0 0,-1-1-1 0 0,1 1 1 0 0,-1 0 0 0 0,1 0-1 0 0,-1-1 1 0 0,1 1 0 0 0,-1 0-1 0 0,1 0 1 0 0,0 0 0 0 0,0 1-1 0 0,0-1 1 0 0,-1 0 0 0 0,1 1-1 0 0,3-1 1 0 0,0 0 127 0 0,-1 1 0 0 0,1 0 0 0 0,0 0 0 0 0,-1 0 0 0 0,1 1 0 0 0,0-1 0 0 0,-1 1 0 0 0,1 0 0 0 0,-1 0 0 0 0,0 1 0 0 0,1-1 0 0 0,-1 1 0 0 0,0 0 0 0 0,0 0 0 0 0,6 4 0 0 0,6 9-592 0 0,0 0 1 0 0,-1 1 0 0 0,0 0 0 0 0,-1 1-1 0 0,-1 1 1 0 0,16 28 0 0 0,-22-36 299 0 0,-7-8 19 0 0,1-1 1 0 0,-1 0-1 0 0,1 0 0 0 0,0 0 1 0 0,0 0-1 0 0,-1 1 1 0 0,1-1-1 0 0,0 0 1 0 0,0 0-1 0 0,0-1 0 0 0,0 1 1 0 0,0 0-1 0 0,0 0 1 0 0,1 0-1 0 0,0 0 1 0 0,-1-1-19 0 0,-1-1 0 0 0,0 1 0 0 0,1 0 0 0 0,-1 0 0 0 0,0-1 1 0 0,1 1-1 0 0,-1-1 0 0 0,0 1 0 0 0,0 0 0 0 0,1-1 0 0 0,-1 1 0 0 0,0 0 0 0 0,0-1 1 0 0,0 1-1 0 0,1-1 0 0 0,-1 1 0 0 0,0-1 0 0 0,0 1 0 0 0,0-1 0 0 0,0 1 1 0 0,0-1-1 0 0,0 1 0 0 0,0 0 0 0 0,0-1 0 0 0,0 1 0 0 0,0-1 0 0 0,-1 0 1 0 0,-6-45-2116 0 0,0 17 1694 0 0,0-1 0 0 0,-2-35 0 0 0,8 53 600 0 0,1 0 1 0 0,0 0-1 0 0,1 0 0 0 0,0 0 1 0 0,1 0-1 0 0,0 0 0 0 0,1 0 1 0 0,5-16-1 0 0,-7 27 25 0 0,-1-1 0 0 0,1 1-1 0 0,0-1 1 0 0,0 1 0 0 0,-1-1 0 0 0,1 1 0 0 0,0 0 0 0 0,0-1-1 0 0,0 1 1 0 0,0 0 0 0 0,1 0 0 0 0,-1 0 0 0 0,0 0 0 0 0,0 0-1 0 0,1 0 1 0 0,-1 0 0 0 0,0 0 0 0 0,1 0 0 0 0,-1 0 0 0 0,1 1-1 0 0,0-1 1 0 0,1 0 0 0 0,0 1 61 0 0,0 0-1 0 0,0 0 1 0 0,0 0-1 0 0,0 0 1 0 0,-1 1-1 0 0,1-1 1 0 0,0 1-1 0 0,0-1 1 0 0,0 1-1 0 0,0 0 1 0 0,4 3-1 0 0,7 3 350 0 0,-1 2 0 0 0,1 0-1 0 0,20 18 1 0 0,-26-20-556 0 0,40 34-6 0 0,35 27-4188 0 0,-64-55-1281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7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18 158 8290 0 0,'-1'0'151'0'0,"-1"-1"1"0"0,1 0 0 0 0,0-1-1 0 0,0 1 1 0 0,0 0 0 0 0,-1 0-1 0 0,1 0 1 0 0,0-1-1 0 0,1 1 1 0 0,-1 0 0 0 0,0-1-1 0 0,0 1 1 0 0,1-1 0 0 0,-1 1-1 0 0,0-1 1 0 0,1 1 0 0 0,0-1-1 0 0,-1 1 1 0 0,1-1-1 0 0,0 0 1 0 0,0 1 0 0 0,0-3-1 0 0,0 4-60 0 0,0-1 0 0 0,0 1 0 0 0,0-1 0 0 0,0 1 0 0 0,1-1-1 0 0,-1 1 1 0 0,0 0 0 0 0,0-1 0 0 0,1 1 0 0 0,-1 0 0 0 0,0-1 0 0 0,1 1-1 0 0,-1-1 1 0 0,0 1 0 0 0,1 0 0 0 0,-1 0 0 0 0,0-1 0 0 0,1 1 0 0 0,-1 0 0 0 0,0 0-1 0 0,1-1 1 0 0,-1 1 0 0 0,1 0 0 0 0,-1 0 0 0 0,1 0 0 0 0,-1 0 0 0 0,1 0-1 0 0,1 0-10 0 0,-1 0 0 0 0,1 0 0 0 0,0 0 0 0 0,-1 0 0 0 0,1 1-1 0 0,-1-1 1 0 0,1 0 0 0 0,0 1 0 0 0,-1 0 0 0 0,1-1 0 0 0,-1 1-1 0 0,2 1 1 0 0,38 25 964 0 0,-2 1-1 0 0,63 60 0 0 0,-70-59-773 0 0,26 27-175 0 0,-31-28-1 0 0,45 35 1 0 0,-63-56-86 0 0,0-1 1 0 0,0 0 0 0 0,0-1 0 0 0,1 0-1 0 0,-1 0 1 0 0,1-1 0 0 0,0-1 0 0 0,1 1-1 0 0,20 3 1 0 0,-31-7-1 0 0,1 0 1 0 0,-1 0-1 0 0,1 0 0 0 0,0 1 1 0 0,-1-1-1 0 0,1 0 0 0 0,0 0 1 0 0,-1 0-1 0 0,1 0 1 0 0,-1 0-1 0 0,1 0 0 0 0,0 0 1 0 0,-1-1-1 0 0,1 1 0 0 0,0 0 1 0 0,-1 0-1 0 0,1 0 0 0 0,-1-1 1 0 0,1 1-1 0 0,-1 0 0 0 0,1 0 1 0 0,-1-1-1 0 0,1 1 0 0 0,-1-1 1 0 0,1 1-1 0 0,-1 0 0 0 0,1-1 1 0 0,-1 1-1 0 0,1-1 0 0 0,-1 1 1 0 0,0-1-1 0 0,1 1 0 0 0,-1-1 1 0 0,0 1-1 0 0,1-1 0 0 0,-1 0 1 0 0,0 1-1 0 0,0-1 0 0 0,0 1 1 0 0,0-1-1 0 0,1 0 0 0 0,-1 1 1 0 0,0-1-1 0 0,0 0 0 0 0,0 1 1 0 0,0-1-1 0 0,0 1 0 0 0,0-1 1 0 0,-1 0-1 0 0,1 1 1 0 0,0-1-1 0 0,0 1 0 0 0,0-1 1 0 0,-1 0-1 0 0,1 1 0 0 0,0-1 1 0 0,-1 0-1 0 0,-20-40 827 0 0,18 35-723 0 0,-84-126 1299 0 0,55 86-1746 0 0,2-1 0 0 0,-28-58 0 0 0,38 57-1594 0 0,2 1-5038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5985 0 0,'0'0'464'0'0,"18"19"3132"0"0,103 150 2351 0 0,48 95-3264 0 0,-90-137-2152 0 0,107 128 0 0 0,24-27-4518 0 0,-192-211 1989 0 0,-1-5-3152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18 137 5065 0 0,'-9'6'1292'0'0,"8"-6"-1202"0"0,1 1 1 0 0,-1-1-1 0 0,1 0 1 0 0,-1 0-1 0 0,1 1 0 0 0,-1-1 1 0 0,1 0-1 0 0,-1 1 1 0 0,1-1-1 0 0,0 1 1 0 0,-1-1-1 0 0,1 0 0 0 0,-1 1 1 0 0,1-1-1 0 0,0 1 1 0 0,0-1-1 0 0,-1 1 1 0 0,1-1-1 0 0,0 1 0 0 0,0-1 1 0 0,0 1-1 0 0,-1-1 1 0 0,1 1-1 0 0,0 0 0 0 0,0-1 1 0 0,0 1-1 0 0,0-1 1 0 0,0 1-1 0 0,0-1 1 0 0,0 1-1 0 0,0-1 0 0 0,0 1 1 0 0,1 0-1 0 0,-1-1 1 0 0,0 1-1 0 0,0-1 1 0 0,0 1-1 0 0,1 0 0 0 0,6 19 460 0 0,1 0-1 0 0,1-1 0 0 0,1 0 0 0 0,0 0 1 0 0,1-1-1 0 0,20 23 0 0 0,-18-22-239 0 0,9 12-60 0 0,71 96 608 0 0,-76-107-710 0 0,0-1-1 0 0,2 0 1 0 0,0-1-1 0 0,21 15 0 0 0,-33-29-151 0 0,-1 0 0 0 0,1 0 0 0 0,0 0-1 0 0,0-1 1 0 0,0 1 0 0 0,1-2 0 0 0,-1 1 0 0 0,1-1-1 0 0,-1 0 1 0 0,1-1 0 0 0,0 0 0 0 0,15 0-1 0 0,-19-1-20 0 0,0 0 0 0 0,-1-1-1 0 0,1 1 1 0 0,0-1-1 0 0,-1 0 1 0 0,1-1-1 0 0,0 1 1 0 0,-1-1 0 0 0,1 1-1 0 0,-1-1 1 0 0,0 0-1 0 0,0 0 1 0 0,0 0-1 0 0,0-1 1 0 0,0 1 0 0 0,0-1-1 0 0,0 0 1 0 0,-1 1-1 0 0,0-1 1 0 0,1 0 0 0 0,-1-1-1 0 0,0 1 1 0 0,0 0-1 0 0,-1 0 1 0 0,1-1-1 0 0,-1 0 1 0 0,1 1 0 0 0,0-5-1 0 0,4-20 216 0 0,0-1 0 0 0,-2 1 1 0 0,-1-1-1 0 0,-1 0 0 0 0,-2 0 0 0 0,-1 0 0 0 0,-1 0 0 0 0,-8-41 0 0 0,8 58-118 0 0,-1 0-1 0 0,-1 0 1 0 0,0 1 0 0 0,0 0-1 0 0,-1 0 1 0 0,-1 0-1 0 0,0 0 1 0 0,0 1 0 0 0,-1 0-1 0 0,0 0 1 0 0,-12-11-1 0 0,9 10 5 0 0,-1 2-1 0 0,-1 0 0 0 0,0 0 0 0 0,0 1 0 0 0,-1 1 1 0 0,0 0-1 0 0,0 0 0 0 0,0 1 0 0 0,-16-4 0 0 0,-10-2 126 0 0,-64-11 0 0 0,74 18-1442 0 0,-38 0 0 0 0,43 5-4698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18 152 10138 0 0,'-3'4'239'0'0,"1"1"0"0"0,0 0 0 0 0,0 0 0 0 0,0 0 0 0 0,0 0 0 0 0,1 0 0 0 0,0 0 0 0 0,0 1 0 0 0,-1 6 0 0 0,6-8 1193 0 0,4-9-894 0 0,5-11-178 0 0,39-84 1385 0 0,-18 31-3041 0 0,-21 46-4193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0 6913 0 0,'-7'1'242'0'0,"1"-1"0"0"0,-1 1 0 0 0,1 0 0 0 0,-1 1-1 0 0,1-1 1 0 0,0 1 0 0 0,-11 5 0 0 0,14-5-50 0 0,0 0 0 0 0,0 0 0 0 0,0 1 1 0 0,0-1-1 0 0,0 1 0 0 0,0 0 0 0 0,1-1 0 0 0,-1 1 0 0 0,1 0 1 0 0,0 1-1 0 0,0-1 0 0 0,0 0 0 0 0,0 1 0 0 0,-1 5 1 0 0,-1-1 58 0 0,2 0 0 0 0,-1 0 0 0 0,1 1 0 0 0,0-1 0 0 0,1 1 0 0 0,0 0 0 0 0,1-1 0 0 0,0 1 0 0 0,0 0 0 0 0,0 0 0 0 0,1-1 0 0 0,1 1 0 0 0,-1-1 0 0 0,1 1 0 0 0,1-1 0 0 0,0 1 0 0 0,0-1 0 0 0,8 15 0 0 0,-6-15-195 0 0,0-1-1 0 0,1 1 0 0 0,0-1 0 0 0,0 0 1 0 0,0 0-1 0 0,1 0 0 0 0,0-1 0 0 0,0 0 0 0 0,1-1 1 0 0,-1 1-1 0 0,1-1 0 0 0,0-1 0 0 0,1 0 1 0 0,-1 0-1 0 0,1 0 0 0 0,0-1 0 0 0,14 3 0 0 0,1-2-215 0 0,1 0 0 0 0,38-1 0 0 0,-51-3-42 0 0,1 0 0 0 0,0-1 1 0 0,-1-1-1 0 0,1 0 0 0 0,-1 0 1 0 0,23-9-1 0 0,-33 11 163 0 0,-1-1-1 0 0,1 1 1 0 0,-1-1 0 0 0,0 0 0 0 0,1 1-1 0 0,-1-1 1 0 0,1 0 0 0 0,-1 0-1 0 0,0 0 1 0 0,0 0 0 0 0,0 0 0 0 0,1 0-1 0 0,-1 0 1 0 0,0-1 0 0 0,0 1-1 0 0,0 0 1 0 0,-1-1 0 0 0,1 1 0 0 0,0 0-1 0 0,0-1 1 0 0,-1 1 0 0 0,1-1-1 0 0,-1 1 1 0 0,1-1 0 0 0,-1 1 0 0 0,0-1-1 0 0,0 1 1 0 0,1-1 0 0 0,-1 0-1 0 0,0 1 1 0 0,-1-1 0 0 0,1 1-1 0 0,-1-4 1 0 0,1 2 59 0 0,-1 1 0 0 0,-1 0 0 0 0,1-1-1 0 0,0 1 1 0 0,0 0 0 0 0,-1 0 0 0 0,0 0 0 0 0,1 0-1 0 0,-1 0 1 0 0,0 0 0 0 0,0 0 0 0 0,0 1-1 0 0,0-1 1 0 0,0 1 0 0 0,0-1 0 0 0,-1 1 0 0 0,1 0-1 0 0,0 0 1 0 0,-1 0 0 0 0,-2-1 0 0 0,1 0-103 0 0,0 1 1 0 0,-1 0-1 0 0,1 0 0 0 0,0 0 1 0 0,-1 0-1 0 0,1 1 1 0 0,0 0-1 0 0,-1 0 1 0 0,1 0-1 0 0,-1 0 0 0 0,1 1 1 0 0,0-1-1 0 0,-1 1 1 0 0,1 0-1 0 0,0 1 0 0 0,0-1 1 0 0,0 1-1 0 0,0 0 1 0 0,0 0-1 0 0,0 0 1 0 0,0 0-1 0 0,1 1 0 0 0,-1-1 1 0 0,1 1-1 0 0,-6 5 1 0 0,-2 12-4523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1 211 7370 0 0,'-1'2'656'0'0,"1"-1"-528"0"0,0-2-128 0 0,1-1 328 0 0,1 1 40 0 0,-1-2 8 0 0,3-2 0 0 0,2-5-56 0 0,1-4 0 0 0,1-1-8 0 0,0-4 0 0 0,0 0-144 0 0,2-2-24 0 0,0-1-8 0 0,6-8-2120 0 0,1 2-433 0 0,1 5-79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5529 0 0,'2'-6'240'0'0,"-2"2"56"0"0,1 0-232 0 0,0-1-64 0 0,1 1 0 0 0,-1-1 0 0 0,2 0-224 0 0,1-6-48 0 0,6-7-16 0 0,-1-5 0 0 0,2-3 288 0 0,-4 1 72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8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 9674 0 0,'-7'-1'31'0'0,"-12"1"1537"0"0,18 0-1525 0 0,1 0 1 0 0,0 0-1 0 0,0 0 0 0 0,-1 1 0 0 0,1-1 0 0 0,0 0 0 0 0,0 0 0 0 0,-1 1 0 0 0,1-1 0 0 0,0 0 0 0 0,0 1 1 0 0,0-1-1 0 0,-1 0 0 0 0,1 1 0 0 0,0-1 0 0 0,0 0 0 0 0,0 1 0 0 0,0-1 0 0 0,0 0 0 0 0,0 1 1 0 0,0-1-1 0 0,0 0 0 0 0,0 1 0 0 0,0-1 0 0 0,0 0 0 0 0,0 1 0 0 0,0-1 0 0 0,0 0 0 0 0,0 1 0 0 0,0-1 1 0 0,0 0-1 0 0,0 1 0 0 0,1-1 0 0 0,-1 0 0 0 0,0 1 0 0 0,0-1 0 0 0,0 0 0 0 0,0 1 0 0 0,1-1 1 0 0,-1 0-1 0 0,0 0 0 0 0,0 1 0 0 0,1-1 0 0 0,-1 0 0 0 0,0 0 0 0 0,1 0 0 0 0,-1 1 0 0 0,1-1 1 0 0,50 68 3143 0 0,-20-28-1887 0 0,26 45-1 0 0,98 209 821 0 0,30 52-3317 0 0,-152-296-739 0 0,-4-3-4701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5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10138 0 0,'4'1'475'0'0,"-1"-1"1"0"0,0 1-1 0 0,1 0 0 0 0,-1 1 1 0 0,0-1-1 0 0,0 0 0 0 0,0 1 1 0 0,0 0-1 0 0,0 0 0 0 0,5 4 0 0 0,33 29 1238 0 0,-33-28-1146 0 0,53 54 373 0 0,-31-31-680 0 0,63 51 0 0 0,-85-74-420 0 0,1-1-1 0 0,0 0 1 0 0,1-1 0 0 0,-1 0 0 0 0,1 0-1 0 0,0-1 1 0 0,0-1 0 0 0,1 1-1 0 0,-1-2 1 0 0,1 1 0 0 0,0-1 0 0 0,15 0-1 0 0,-23-2 31 0 0,0 0 0 0 0,0 0 0 0 0,1 0-1 0 0,-1 0 1 0 0,0-1 0 0 0,0 1-1 0 0,0-1 1 0 0,0 0 0 0 0,0 0 0 0 0,0 0-1 0 0,0 0 1 0 0,0-1 0 0 0,-1 1 0 0 0,1-1-1 0 0,0 1 1 0 0,-1-1 0 0 0,1 0 0 0 0,-1 0-1 0 0,4-4 1 0 0,-4 3 34 0 0,0 0 0 0 0,-1-1 0 0 0,1 1 0 0 0,-1 0 0 0 0,1-1 0 0 0,-1 0 0 0 0,0 1 0 0 0,0-1 0 0 0,0 0 0 0 0,-1 1 0 0 0,0-1 0 0 0,1 0 0 0 0,-2-7 0 0 0,-1-6 345 0 0,-1 0-1 0 0,0 0 0 0 0,-1 0 0 0 0,-2 0 1 0 0,-11-28-1 0 0,-15-22 1410 0 0,20 45-1112 0 0,1 0-1 0 0,1-1 0 0 0,1-1 0 0 0,1 0 0 0 0,-5-31 0 0 0,12 54-512 0 0,1 0-1 0 0,0 0 1 0 0,-1 0-1 0 0,1 0 1 0 0,0 0-1 0 0,0 0 1 0 0,0 0-1 0 0,0-1 1 0 0,0 1-1 0 0,0 0 1 0 0,1 0-1 0 0,-1 0 1 0 0,0 0-1 0 0,0 0 1 0 0,1 0-1 0 0,-1 0 1 0 0,1 0-1 0 0,-1 0 1 0 0,1 0-1 0 0,1-2 1 0 0,-2 3-9 0 0,1-1 0 0 0,0 1 0 0 0,-1 0 0 0 0,1 0 1 0 0,0 0-1 0 0,0-1 0 0 0,-1 1 0 0 0,1 0 0 0 0,0 0 1 0 0,0 0-1 0 0,-1 0 0 0 0,1 1 0 0 0,0-1 0 0 0,0 0 1 0 0,-1 0-1 0 0,1 0 0 0 0,0 1 0 0 0,-1-1 0 0 0,1 0 1 0 0,0 0-1 0 0,-1 1 0 0 0,2 0 0 0 0,4 3 44 0 0,-1-1 1 0 0,0 2-1 0 0,0-1 0 0 0,0 0 0 0 0,6 8 1 0 0,8 10-256 0 0,34 31 1 0 0,-18-24-5403 0 0,-10-11-940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0,'0'2'463'0'0,"2"1"1"0"0,-1-1 0 0 0,0 1-1 0 0,0-1 1 0 0,1 0-1 0 0,0 1 1 0 0,-1-1-1 0 0,1 0 1 0 0,3 2 0 0 0,-1 2 56 0 0,41 55 690 0 0,106 137 1675 0 0,-67-105-4173 0 0,7-9-3403 0 0,-58-59-294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64 129 10594 0 0,'1'4'449'0'0,"1"-1"0"0"0,-1 1-1 0 0,1-1 1 0 0,0 0 0 0 0,-1 0-1 0 0,1 1 1 0 0,1-1 0 0 0,3 4-1 0 0,1 2 163 0 0,28 45 494 0 0,43 50 1 0 0,-66-90-898 0 0,1 0 1 0 0,0-1 0 0 0,0 0 0 0 0,2-1-1 0 0,0-1 1 0 0,0 0 0 0 0,0-1-1 0 0,24 11 1 0 0,-33-18-296 0 0,1-1 0 0 0,-1 0 0 0 0,1 0 1 0 0,0-1-1 0 0,-1 0 0 0 0,1 0 0 0 0,0 0 0 0 0,-1-1 0 0 0,1 0 0 0 0,0 0 0 0 0,0-1 0 0 0,0 0 0 0 0,11-3 1 0 0,-15 3 45 0 0,0 0 0 0 0,0 0 0 0 0,0 0 0 0 0,0-1 0 0 0,-1 1 0 0 0,1-1 0 0 0,0 0 0 0 0,-1 0 0 0 0,1 0 0 0 0,-1 0 0 0 0,0 0 0 0 0,0 0 0 0 0,0-1 0 0 0,0 1 0 0 0,0-1 0 0 0,0 1 0 0 0,-1-1 0 0 0,1 0 0 0 0,-1 0 0 0 0,0 0 0 0 0,1 0 0 0 0,-1 0 0 0 0,-1 0 0 0 0,1 0 0 0 0,0 0 0 0 0,-1 0 0 0 0,0 0 0 0 0,1 0 0 0 0,-1 0 0 0 0,-1-6 0 0 0,-1-8 130 0 0,-1 0 0 0 0,-1 1-1 0 0,0 0 1 0 0,-1-1 0 0 0,-1 2 0 0 0,0-1 0 0 0,-1 1-1 0 0,-1 0 1 0 0,-16-24 0 0 0,7 15 286 0 0,-1 1 0 0 0,-1 0 0 0 0,-1 1 0 0 0,-38-31 0 0 0,52 47-332 0 0,0 1 0 0 0,-1 0 1 0 0,0 1-1 0 0,0 0 0 0 0,0 0 0 0 0,-1 0 0 0 0,0 1 0 0 0,1 0 0 0 0,-1 1 1 0 0,0-1-1 0 0,0 2 0 0 0,0-1 0 0 0,0 1 0 0 0,-1 0 0 0 0,1 1 0 0 0,0 0 1 0 0,0 0-1 0 0,-1 1 0 0 0,-8 1 0 0 0,9 0-345 0 0,0 1 0 0 0,1-1 1 0 0,-1 1-1 0 0,1 1 0 0 0,0 0 0 0 0,0 0 0 0 0,0 0 1 0 0,0 1-1 0 0,1-1 0 0 0,0 2 0 0 0,0-1 0 0 0,-10 12 1 0 0,10-9 76 0 0,1 1 1 0 0,-1 0 0 0 0,1 0 0 0 0,1 1 0 0 0,0-1 0 0 0,0 1 0 0 0,-3 14 0 0 0,1-4 224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 6913 0 0,'13'-17'8008'0'0,"2"-8"-5099"0"0,-8 12-3228 0 0,2-1 0 0 0,15-18 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8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19 6913 0 0,'-17'-13'3717'0'0,"17"13"-3641"0"0,-1 0 0 0 0,1 1 1 0 0,0-1-1 0 0,0 0 0 0 0,0 0 0 0 0,-1 1 1 0 0,1-1-1 0 0,0 0 0 0 0,0 0 1 0 0,0 0-1 0 0,0 1 0 0 0,0-1 0 0 0,0 0 1 0 0,0 1-1 0 0,0-1 0 0 0,-1 0 1 0 0,1 0-1 0 0,0 1 0 0 0,0-1 1 0 0,0 0-1 0 0,0 1 0 0 0,0-1 0 0 0,0 0 1 0 0,1 0-1 0 0,-1 1 0 0 0,0-1 1 0 0,0 0-1 0 0,0 0 0 0 0,0 1 0 0 0,0-1 1 0 0,0 0-1 0 0,0 0 0 0 0,1 1 1 0 0,-1-1-1 0 0,0 0 0 0 0,18 40 2364 0 0,-15-33-2510 0 0,6 11 48 0 0,-1 1-1 0 0,-1 0 0 0 0,-1 0 1 0 0,-1 1-1 0 0,5 27 1 0 0,-9-42-70 0 0,-1-1 1 0 0,1 1-1 0 0,-1 0 1 0 0,0 0 0 0 0,0-1-1 0 0,0 1 1 0 0,-1 0-1 0 0,1-1 1 0 0,-1 1-1 0 0,0-1 1 0 0,-1 1-1 0 0,1-1 1 0 0,-1 1-1 0 0,0-1 1 0 0,0 0-1 0 0,0 0 1 0 0,-1 0-1 0 0,1 0 1 0 0,-1 0-1 0 0,0 0 1 0 0,0-1 0 0 0,-1 0-1 0 0,1 1 1 0 0,0-1-1 0 0,-1 0 1 0 0,0-1-1 0 0,0 1 1 0 0,0-1-1 0 0,-5 3 1 0 0,4-3 128 0 0,0-1 1 0 0,0 1-1 0 0,0-1 1 0 0,0-1-1 0 0,0 1 1 0 0,0-1-1 0 0,-1 1 1 0 0,1-1 0 0 0,0-1-1 0 0,0 1 1 0 0,0-1-1 0 0,-1 0 1 0 0,1 0-1 0 0,0-1 1 0 0,0 1-1 0 0,0-1 1 0 0,1 0-1 0 0,-1 0 1 0 0,0-1-1 0 0,1 1 1 0 0,-1-1-1 0 0,1 0 1 0 0,0-1-1 0 0,0 1 1 0 0,0-1 0 0 0,-3-3-1 0 0,0 0 10 0 0,1 0 0 0 0,0 0 0 0 0,0-1 0 0 0,0 0 0 0 0,1 0 1 0 0,0 0-1 0 0,1 0 0 0 0,0-1 0 0 0,0 0 0 0 0,1 0 0 0 0,0 0 0 0 0,0 0 0 0 0,-1-14 0 0 0,3 15-28 0 0,1 1-1 0 0,0 0 1 0 0,0-1-1 0 0,1 1 1 0 0,0 0-1 0 0,1-1 1 0 0,-1 1-1 0 0,1 0 1 0 0,0 0-1 0 0,1 0 1 0 0,0 1-1 0 0,0-1 1 0 0,1 0-1 0 0,-1 1 1 0 0,1 0-1 0 0,8-9 1 0 0,-9 11 55 0 0,1 1 1 0 0,-1 0-1 0 0,1 0 1 0 0,0 0-1 0 0,0 1 1 0 0,0-1 0 0 0,0 1-1 0 0,0 0 1 0 0,1 0-1 0 0,-1 1 1 0 0,1-1-1 0 0,-1 1 1 0 0,1 0-1 0 0,-1 0 1 0 0,1 0-1 0 0,0 1 1 0 0,-1 0-1 0 0,1 0 1 0 0,0 0 0 0 0,-1 0-1 0 0,1 1 1 0 0,0-1-1 0 0,-1 1 1 0 0,1 1-1 0 0,-1-1 1 0 0,9 4-1 0 0,-1 1 47 0 0,0 0 1 0 0,0 1-1 0 0,0 1 0 0 0,-1 0 0 0 0,-1 0 0 0 0,1 1 1 0 0,-1 0-1 0 0,-1 1 0 0 0,0 0 0 0 0,0 1 0 0 0,-1 0 1 0 0,0 0-1 0 0,-1 1 0 0 0,7 14 0 0 0,8 22-24 0 0,-1 1 0 0 0,17 65 0 0 0,-32-97-108 0 0,18 59-1576 0 0,-13-40-4660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10594 0 0,'5'-22'648'0'0,"3"-2"-389"0"0,15-48 238 0 0,-20 64-838 0 0,0 1 0 0 0,0 0-1 0 0,1 0 1 0 0,0 0-1 0 0,0 1 1 0 0,11-13 0 0 0,-14 18 327 0 0,0 0 0 0 0,0 0 0 0 0,1 0 1 0 0,-1 0-1 0 0,0 0 0 0 0,1 0 0 0 0,-1 0 1 0 0,1 0-1 0 0,-1 0 0 0 0,1 0 0 0 0,-1 1 1 0 0,1-1-1 0 0,0 1 0 0 0,-1-1 0 0 0,1 1 0 0 0,0 0 1 0 0,-1 0-1 0 0,1 0 0 0 0,0-1 0 0 0,-1 2 1 0 0,1-1-1 0 0,0 0 0 0 0,-1 0 0 0 0,1 0 1 0 0,0 1-1 0 0,-1-1 0 0 0,3 1 0 0 0,6 6-39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4145 0 0,'-1'3'368'0'0,"0"-5"-296"0"0,-1 1-72 0 0,2-2 0 0 0,-1 0 264 0 0,1 1 40 0 0,0-4 8 0 0,-2-4 0 0 0,2-5-56 0 0,-1-7-16 0 0,1-4 0 0 0,0-3 0 0 0,1-1-320 0 0,2 1-64 0 0,3 0-16 0 0,-1 0 0 0 0,1 0 160 0 0,-2 5 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19 223 5065 0 0,'-1'0'210'0'0,"0"0"1"0"0,0 0-1 0 0,0 0 0 0 0,1 0 0 0 0,-1 0 1 0 0,0 0-1 0 0,0 0 0 0 0,0 1 0 0 0,1-1 1 0 0,-1 0-1 0 0,0 0 0 0 0,0 1 0 0 0,0-1 0 0 0,1 0 1 0 0,-1 1-1 0 0,0-1 0 0 0,0 1 0 0 0,1-1 1 0 0,-1 1-1 0 0,1-1 0 0 0,-1 1 0 0 0,0-1 1 0 0,1 1-1 0 0,6 9 4135 0 0,5-1-4551 0 0,36 27 1626 0 0,-1 3 1 0 0,72 81 0 0 0,-103-102-1582 0 0,-10-12-131 0 0,0 0 0 0 0,0 0 0 0 0,0 0-1 0 0,1 0 1 0 0,0-1 0 0 0,0 0 0 0 0,14 8 0 0 0,-34-48-661 0 0,-11-19 1452 0 0,-49-119-312 0 0,61 138-124 0 0,2-1 0 0 0,-14-72 1 0 0,24 100 105 0 0,0 0 1 0 0,1 0-1 0 0,0 0 0 0 0,1-12 1 0 0,-1 19-124 0 0,0 0 0 0 0,0 1 1 0 0,0-1-1 0 0,0 0 0 0 0,0 0 1 0 0,0 0-1 0 0,1 1 0 0 0,-1-1 1 0 0,0 0-1 0 0,0 0 0 0 0,0 1 1 0 0,1-1-1 0 0,-1 0 0 0 0,0 0 0 0 0,1 1 1 0 0,-1-1-1 0 0,1 0 0 0 0,-1 1 1 0 0,1-1-1 0 0,-1 1 0 0 0,1-1 1 0 0,-1 0-1 0 0,1 1 0 0 0,0-1 1 0 0,-1 1-1 0 0,1 0 0 0 0,0-1 1 0 0,-1 1-1 0 0,1-1 0 0 0,0 1 0 0 0,0 0 1 0 0,-1 0-1 0 0,1-1 0 0 0,0 1 1 0 0,0 0-1 0 0,-1 0 0 0 0,1 0 1 0 0,0 0-1 0 0,0 0 0 0 0,0 0 1 0 0,-1 0-1 0 0,1 0 0 0 0,0 0 0 0 0,0 0 1 0 0,0 0-1 0 0,-1 1 0 0 0,1-1 1 0 0,0 0-1 0 0,0 1 0 0 0,-1-1 1 0 0,1 0-1 0 0,0 1 0 0 0,-1-1 1 0 0,1 1-1 0 0,0-1 0 0 0,-1 1 1 0 0,1-1-1 0 0,0 2 0 0 0,14 10 488 0 0,-1 1 1 0 0,0 1-1 0 0,23 28 0 0 0,5 7 27 0 0,93 79 217 0 0,-111-109-1105 0 0,1 0-1 0 0,1-2 0 0 0,0-1 1 0 0,30 13-1 0 0,-23-15-7327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0,'1'6'242'0'0,"0"-1"1"0"0,0 0-1 0 0,1 1 1 0 0,0-1 0 0 0,0 0-1 0 0,1 0 1 0 0,-1 0-1 0 0,1-1 1 0 0,0 1-1 0 0,5 5 1 0 0,1 4 23 0 0,67 97 2385 0 0,150 170 1 0 0,118 80-1043 0 0,-265-281-1389 0 0,1492 1441 1407 0 0,-1536-1490-1603 0 0,393 351 269 0 0,122 109 590 0 0,-420-368-1094 0 0,159 194-1 0 0,-205-209-970 0 0,-4 3-1 0 0,94 175 1 0 0,-60-72-449 0 0,-95-178 1060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0,'-10'6'5964'0'0,"9"-6"-5812"0"0,1 1 1 0 0,0-1 0 0 0,9 19 1893 0 0,27 21-1882 0 0,-32-36 430 0 0,146 137 819 0 0,-83-82-1480 0 0,63 74 0 0 0,-117-118 44 0 0,120 134-3715 0 0,-98-114 2435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27 207 6913 0 0,'22'24'1709'0'0,"0"1"-985"0"0,-1 0 73 0 0,0-1 1 0 0,2-1-1 0 0,1-1 1 0 0,39 28-1 0 0,-55-45-681 0 0,-1-1 0 0 0,1 0 0 0 0,0 0-1 0 0,0 0 1 0 0,0-1 0 0 0,1 0 0 0 0,-1-1 0 0 0,1 0 0 0 0,-1 0 0 0 0,1-1 0 0 0,0 0-1 0 0,0-1 1 0 0,-1 0 0 0 0,1 0 0 0 0,0-1 0 0 0,0 0 0 0 0,-1 0 0 0 0,1-1-1 0 0,0 0 1 0 0,-1 0 0 0 0,14-7 0 0 0,-20 8-83 0 0,0 1 1 0 0,0-1-1 0 0,0 0 1 0 0,0 0-1 0 0,0 0 0 0 0,0 0 1 0 0,0-1-1 0 0,0 1 0 0 0,0-1 1 0 0,0 1-1 0 0,-1-1 0 0 0,1 0 1 0 0,-1 1-1 0 0,1-1 0 0 0,-1 0 1 0 0,0 0-1 0 0,1 0 1 0 0,-1 0-1 0 0,0 0 0 0 0,0 0 1 0 0,-1 0-1 0 0,2-3 0 0 0,-2 2-22 0 0,0-1 0 0 0,-1 1 0 0 0,1 0 0 0 0,-1 0-1 0 0,1 0 1 0 0,-1 0 0 0 0,0 0 0 0 0,0 1 0 0 0,-1-1-1 0 0,1 0 1 0 0,0 0 0 0 0,-1 1 0 0 0,0-1 0 0 0,1 0-1 0 0,-1 1 1 0 0,-4-4 0 0 0,-37-41 164 0 0,-2 2 0 0 0,-1 2 0 0 0,-3 2 0 0 0,-58-37 0 0 0,88 65-552 0 0,0 1 1 0 0,-1 1-1 0 0,0 0 0 0 0,-29-10 1 0 0,30 16-5351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3225 0 0,'-4'2'-265'0'0,"3"-2"540"0"0,0 0 1 0 0,1 0-1 0 0,-1 0 0 0 0,0 1 0 0 0,0-1 0 0 0,0 0 0 0 0,0 1 0 0 0,0-1 0 0 0,0 0 0 0 0,0 1 1 0 0,1-1-1 0 0,-1 1 0 0 0,0-1 0 0 0,0 1 0 0 0,1 0 0 0 0,-1-1 0 0 0,0 1 0 0 0,1 0 0 0 0,-1-1 1 0 0,0 1-1 0 0,1 0 0 0 0,-1 0 0 0 0,1 0 0 0 0,-1 0 0 0 0,1-1 0 0 0,0 1 0 0 0,-1 0 1 0 0,1 0-1 0 0,0 0 0 0 0,0 0 0 0 0,0 0 0 0 0,0 0 0 0 0,-1 1 0 0 0,4 11-169 0 0,3 2 77 0 0,1 0 0 0 0,0-1-1 0 0,1 0 1 0 0,1 0 0 0 0,0-1 0 0 0,1 0 0 0 0,20 21 0 0 0,-9-13 97 0 0,2-1 0 0 0,0-1 0 0 0,33 21 0 0 0,-42-30-331 0 0,1-1-1 0 0,1-1 1 0 0,16 6-1 0 0,-28-12 40 0 0,-1-1 0 0 0,1 1 0 0 0,0-1 0 0 0,0 0 0 0 0,0 0 0 0 0,0-1-1 0 0,0 1 1 0 0,0-1 0 0 0,0 0 0 0 0,0 0 0 0 0,0 0 0 0 0,0-1 0 0 0,0 1 0 0 0,0-1 0 0 0,0 0 0 0 0,-1 0-1 0 0,1 0 1 0 0,0 0 0 0 0,4-3 0 0 0,-7 3 19 0 0,0 1 0 0 0,-1 0 0 0 0,1-1 0 0 0,-1 1-1 0 0,1 0 1 0 0,-1-1 0 0 0,1 1 0 0 0,-1-1 0 0 0,1 1 0 0 0,-1-1 0 0 0,0 1 0 0 0,1-1-1 0 0,-1 1 1 0 0,0-1 0 0 0,1 1 0 0 0,-1-1 0 0 0,0 0 0 0 0,0 1 0 0 0,1-1-1 0 0,-1 1 1 0 0,0-1 0 0 0,0 0 0 0 0,0 1 0 0 0,0-1 0 0 0,0 0 0 0 0,0 1-1 0 0,0-1 1 0 0,0 1 0 0 0,0-1 0 0 0,0 0 0 0 0,-1-1 0 0 0,1 1 78 0 0,-1-1 0 0 0,0 0-1 0 0,-1 1 1 0 0,1-1 0 0 0,0 1 0 0 0,0-1 0 0 0,-1 1 0 0 0,1 0-1 0 0,-1 0 1 0 0,-2-3 0 0 0,-2 1 210 0 0,1-1-1 0 0,-1 1 1 0 0,0 1 0 0 0,1-1-1 0 0,-13-3 1 0 0,13 6-418 0 0,0 0 0 0 0,0 0 0 0 0,1 0 0 0 0,-1 1 0 0 0,0 0 0 0 0,1 0 1 0 0,-1 0-1 0 0,1 0 0 0 0,-1 1 0 0 0,1 0 0 0 0,0 0 0 0 0,-1 0 0 0 0,1 0 0 0 0,0 1 0 0 0,0 0 1 0 0,1-1-1 0 0,-1 1 0 0 0,0 1 0 0 0,1-1 0 0 0,-3 4 0 0 0,-4 6-5322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7 110 9674 0 0,'-4'1'864'0'0,"2"-1"-696"0"0,1 0-168 0 0,1-1 128 0 0,0-1 0 0 0,0-1-8 0 0,1-2 0 0 0,4-3-616 0 0,-3-2-120 0 0,4-1-24 0 0,-2 0-8 0 0,1 0 504 0 0,2 1 144 0 0,2-1 0 0 0,-3 2 0 0 0,3-1-88 0 0,-1 2 88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 2761 0 0,'0'8'248'0'0,"0"-5"-248"0"0,1 1 608 0 0,1-5-296 0 0,-1-1 0 0 0,2-3-600 0 0,1-4-112 0 0,0-3-24 0 0,-1-2-8 0 0,1-2 336 0 0,2-3 96 0 0,-1-1 0 0 0,2 1 0 0 0,-2 2 0 0 0,1 1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25 10594 0 0,'-14'-25'5887'0'0,"24"34"-4554"0"0,167 188 1531 0 0,116 119-5531 0 0,-267-291 1947 0 0,63 59-6058 0 0,-70-69 2602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102 441 1840 0 0,'-28'-29'-37'0'0,"9"10"3492"0"0,1-1 1 0 0,-18-26-1 0 0,48 50 77 0 0,9 8-2703 0 0,22 19 437 0 0,-8-4-434 0 0,57 33-1 0 0,-82-55-808 0 0,0 0 1 0 0,0 0-1 0 0,0-1 1 0 0,1 0-1 0 0,-1-1 0 0 0,1 0 1 0 0,0-1-1 0 0,0 0 1 0 0,0 0-1 0 0,0-1 1 0 0,13-1-1 0 0,-22 0-23 0 0,1 0-1 0 0,-1 0 0 0 0,1 0 1 0 0,-1-1-1 0 0,1 1 1 0 0,0-1-1 0 0,-1 0 1 0 0,0 1-1 0 0,1-1 0 0 0,-1 0 1 0 0,1 0-1 0 0,-1-1 1 0 0,0 1-1 0 0,0 0 0 0 0,0-1 1 0 0,0 1-1 0 0,0-1 1 0 0,3-3-1 0 0,-5 4-7 0 0,1-1 0 0 0,-1 0 0 0 0,1 0-1 0 0,-1 1 1 0 0,0-1 0 0 0,0 0 0 0 0,0 0 0 0 0,0 0-1 0 0,0 1 1 0 0,0-1 0 0 0,0 0 0 0 0,0 0 0 0 0,-1 0 0 0 0,1 1-1 0 0,-1-1 1 0 0,0 0 0 0 0,1 0 0 0 0,-1 1 0 0 0,0-1-1 0 0,0 1 1 0 0,0-1 0 0 0,0 1 0 0 0,0-1 0 0 0,0 1 0 0 0,0 0-1 0 0,-3-2 1 0 0,-50-62-40 0 0,31 39 60 0 0,0-2 0 0 0,2 0 0 0 0,-19-34 0 0 0,-11-39-29 0 0,45 87 53 0 0,0-1-1 0 0,2 1 1 0 0,0-1 0 0 0,0 1 0 0 0,-2-23 0 0 0,6 37-8 0 0,0-1 1 0 0,0 1 0 0 0,0 0-1 0 0,0-1 1 0 0,0 1 0 0 0,0-1-1 0 0,0 1 1 0 0,0 0 0 0 0,0-1 0 0 0,0 1-1 0 0,0-1 1 0 0,0 1 0 0 0,0 0-1 0 0,0-1 1 0 0,0 1 0 0 0,0-1-1 0 0,0 1 1 0 0,1 0 0 0 0,-1-1 0 0 0,0 1-1 0 0,0 0 1 0 0,0-1 0 0 0,1 1-1 0 0,-1 0 1 0 0,0-1 0 0 0,1 1 0 0 0,-1 0-1 0 0,0-1 1 0 0,0 1 0 0 0,1 0-1 0 0,-1 0 1 0 0,1-1 0 0 0,12 6 527 0 0,18 23-88 0 0,-25-22-372 0 0,36 33 96 0 0,1-1 0 0 0,3-2 0 0 0,0-2 0 0 0,75 41 0 0 0,-88-59-22 0 0,-17-9-659 0 0,0 1 0 0 0,-1 1 0 0 0,23 15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0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5065 0 0,'-10'-13'4932'0'0,"21"20"-3617"0"0,135 122 2911 0 0,-27-22-4089 0 0,-81-75-823 0 0,-1-1-268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76 179 6449 0 0,'-1'1'173'0'0,"0"-1"-1"0"0,1 0 0 0 0,-1 1 0 0 0,0-1 1 0 0,0 1-1 0 0,0-1 0 0 0,1 1 0 0 0,-1-1 1 0 0,0 1-1 0 0,1-1 0 0 0,-1 1 0 0 0,1 0 1 0 0,-1-1-1 0 0,0 1 0 0 0,1 0 0 0 0,0 0 0 0 0,-1-1 1 0 0,1 1-1 0 0,-1 0 0 0 0,1 0 0 0 0,0 0 1 0 0,-1 0-1 0 0,1-1 0 0 0,0 1 0 0 0,0 0 1 0 0,0 0-1 0 0,0 0 0 0 0,0 1 0 0 0,0 0-22 0 0,1 0 1 0 0,0 0-1 0 0,-1 0 0 0 0,1 0 0 0 0,0 0 0 0 0,0 0 0 0 0,0 0 0 0 0,0-1 0 0 0,1 1 0 0 0,-1 0 0 0 0,3 2 1 0 0,3 3 30 0 0,1 0 0 0 0,1 0 1 0 0,11 8-1 0 0,18 10 184 0 0,93 56 1038 0 0,-114-72-1174 0 0,0-1 0 0 0,1-1 1 0 0,0 0-1 0 0,0-2 0 0 0,37 8 0 0 0,-53-13-208 0 0,0 1 0 0 0,1-1 0 0 0,-1 1-1 0 0,0-1 1 0 0,1 0 0 0 0,-1 0 0 0 0,0 0-1 0 0,0 0 1 0 0,1-1 0 0 0,-1 1 0 0 0,0 0-1 0 0,0-1 1 0 0,1 0 0 0 0,-1 1-1 0 0,0-1 1 0 0,0 0 0 0 0,0 0 0 0 0,0 0-1 0 0,0-1 1 0 0,0 1 0 0 0,0 0 0 0 0,3-3-1 0 0,-4 1 38 0 0,0 0 0 0 0,0 1 0 0 0,0-1 0 0 0,0 0-1 0 0,0 0 1 0 0,-1 1 0 0 0,1-1 0 0 0,-1 0 0 0 0,0 0 0 0 0,1 0-1 0 0,-1 0 1 0 0,-1 0 0 0 0,1 1 0 0 0,0-1 0 0 0,-1 0-1 0 0,1 0 1 0 0,-2-4 0 0 0,-5-14 10 0 0,0-1 1 0 0,-1 1-1 0 0,-1 1 0 0 0,-1 0 1 0 0,-1 0-1 0 0,-1 1 0 0 0,-1 0 0 0 0,0 1 1 0 0,-1 0-1 0 0,-1 1 0 0 0,-1 1 1 0 0,0 1-1 0 0,-1 0 0 0 0,0 1 1 0 0,-2 1-1 0 0,1 0 0 0 0,-22-10 1 0 0,30 19-96 0 0,0 0 0 0 0,0 0 1 0 0,-1 1-1 0 0,1 1 0 0 0,-1 0 0 0 0,0 0 1 0 0,0 1-1 0 0,0 0 0 0 0,-18 1 1 0 0,24 1-152 0 0,-1 0 0 0 0,0 0 0 0 0,0 0 1 0 0,1 0-1 0 0,-1 1 0 0 0,1 0 0 0 0,-1 1 0 0 0,-8 4 1 0 0,11-5-240 0 0,-1 0 0 0 0,1 1 0 0 0,0 0 0 0 0,0 0 0 0 0,0 0 0 0 0,0 0 1 0 0,1 0-1 0 0,-1 0 0 0 0,1 1 0 0 0,0-1 0 0 0,0 1 0 0 0,0 0 0 0 0,-2 4 1 0 0,-1 10-4830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 6913 0 0,'0'0'153'0'0,"0"1"-1"0"0,1 0 0 0 0,0-1 1 0 0,-1 1-1 0 0,1-1 0 0 0,-1 1 1 0 0,1-1-1 0 0,0 1 0 0 0,-1-1 0 0 0,1 0 1 0 0,0 1-1 0 0,-1-1 0 0 0,1 0 1 0 0,0 1-1 0 0,0-1 0 0 0,-1 0 0 0 0,1 0 1 0 0,0 0-1 0 0,0 0 0 0 0,-1 0 1 0 0,1 0-1 0 0,0 0 0 0 0,0 0 0 0 0,-1 0 1 0 0,1 0-1 0 0,0 0 0 0 0,0 0 1 0 0,0 0-1 0 0,-1-1 0 0 0,1 1 1 0 0,0 0-1 0 0,-1 0 0 0 0,1-1 0 0 0,0 1 1 0 0,-1-1-1 0 0,1 1 0 0 0,0-1 1 0 0,-1 1-1 0 0,1-1 0 0 0,-1 1 0 0 0,1-1 1 0 0,-1 1-1 0 0,1-1 0 0 0,-1 0 1 0 0,1 1-1 0 0,-1-1 0 0 0,0 0 0 0 0,1 1 1 0 0,-1-1-1 0 0,0 0 0 0 0,0 0 1 0 0,1 1-1 0 0,-1-1 0 0 0,0 0 0 0 0,0 0 1 0 0,0 0-1 0 0,0 1 0 0 0,0-1 1 0 0,0 0-1 0 0,0 0 0 0 0,0 1 1 0 0,0-1-1 0 0,-1 0 0 0 0,1 0 0 0 0,0 1 1 0 0,-1-2-1 0 0,9 11 128 0 0,-1 1 0 0 0,0 1 0 0 0,0-1 0 0 0,-1 1 0 0 0,0 1-1 0 0,-1-1 1 0 0,-1 1 0 0 0,4 13 0 0 0,1 6-201 0 0,8 62 0 0 0,-16-84-94 0 0,0 1 1 0 0,-1-1 0 0 0,0 1-1 0 0,-1-1 1 0 0,1 1 0 0 0,-2-1-1 0 0,1 1 1 0 0,-5 10 0 0 0,6-18 5 0 0,-1 0 0 0 0,0 0 0 0 0,0 0-1 0 0,0 0 1 0 0,0 0 0 0 0,0 0 0 0 0,0 0 0 0 0,-1 0 0 0 0,1-1 0 0 0,0 1 0 0 0,-1 0 0 0 0,0-1 0 0 0,1 1 0 0 0,-1-1-1 0 0,0 0 1 0 0,0 0 0 0 0,0 1 0 0 0,0-1 0 0 0,0 0 0 0 0,0-1 0 0 0,0 1 0 0 0,0 0 0 0 0,0-1 0 0 0,0 1 0 0 0,0-1-1 0 0,0 1 1 0 0,-1-1 0 0 0,1 0 0 0 0,0 0 0 0 0,0 0 0 0 0,-1 0 0 0 0,1-1 0 0 0,0 1 0 0 0,0 0 0 0 0,0-1 0 0 0,0 0 0 0 0,0 1-1 0 0,0-1 1 0 0,-1 0 0 0 0,-2-2 0 0 0,-5-2-97 0 0,1 0-1 0 0,0-1 0 0 0,0 0 1 0 0,0 0-1 0 0,1-1 1 0 0,0 0-1 0 0,0 0 1 0 0,0-1-1 0 0,1 0 0 0 0,1-1 1 0 0,-7-9-1 0 0,5 5-47 0 0,-1 0-1 0 0,2-1 1 0 0,0-1-1 0 0,1 1 1 0 0,0-1-1 0 0,-6-29 1 0 0,10 36 116 0 0,1 0 0 0 0,0 0 0 0 0,0 0 0 0 0,1 0 0 0 0,0-1 0 0 0,1 1 1 0 0,0 0-1 0 0,0 0 0 0 0,3-11 0 0 0,-3 16 65 0 0,0 1 0 0 0,0 0 0 0 0,0-1 0 0 0,0 1 0 0 0,0 0 0 0 0,0 0 0 0 0,0 0 0 0 0,1 0 0 0 0,-1 0 0 0 0,1 0 0 0 0,0 1 0 0 0,-1-1 0 0 0,1 1 0 0 0,0-1 0 0 0,0 1-1 0 0,0-1 1 0 0,0 1 0 0 0,0 0 0 0 0,1 0 0 0 0,-1 0 0 0 0,0 0 0 0 0,0 0 0 0 0,1 1 0 0 0,-1-1 0 0 0,0 1 0 0 0,1-1 0 0 0,-1 1 0 0 0,1 0 0 0 0,-1 0 0 0 0,0 0 0 0 0,1 0 0 0 0,-1 0 0 0 0,1 1 0 0 0,-1-1 0 0 0,4 2 0 0 0,4 1 160 0 0,-1 0 0 0 0,1 1 0 0 0,0 0 0 0 0,-1 1 1 0 0,0 0-1 0 0,0 1 0 0 0,0 0 0 0 0,-1 0 0 0 0,0 0 1 0 0,0 1-1 0 0,-1 1 0 0 0,13 14 0 0 0,6 11 214 0 0,38 65 1 0 0,-56-85-350 0 0,41 71-111 0 0,31 50-2157 0 0,-64-111 286 0 0,1 0 0 0 0,0 0 0 0 0,28 24 0 0 0,-24-28-173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24 188 3209 0 0,'-1'0'173'0'0,"1"0"1"0"0,-1 0 0 0 0,0 0 0 0 0,1 0 0 0 0,-1 0-1 0 0,0 0 1 0 0,0 0 0 0 0,1 0 0 0 0,-1 0 0 0 0,0 0 0 0 0,1-1-1 0 0,-1 1 1 0 0,0 0 0 0 0,1 0 0 0 0,-1-1 0 0 0,0 1-1 0 0,1 0 1 0 0,-1-1 0 0 0,1 1 0 0 0,-1-1 0 0 0,0 1-1 0 0,1 0 1 0 0,-1-1 0 0 0,1 0 0 0 0,-1 1 0 0 0,1-1-1 0 0,0 1 1 0 0,-1-1 0 0 0,1 1 0 0 0,0-1 0 0 0,-1 0-1 0 0,1 1 1 0 0,-1-2 0 0 0,0-2 459 0 0,0 0 1 0 0,1 1-1 0 0,-1-1 0 0 0,0 0 1 0 0,1 0-1 0 0,0 0 0 0 0,0-4 1 0 0,6-34 2078 0 0,3 12-3867 0 0,-7 26 702 0 0,0 0 0 0 0,0 0 0 0 0,1 0-1 0 0,-1 1 1 0 0,1-1 0 0 0,0 1 0 0 0,0-1 0 0 0,0 1 0 0 0,1 0 0 0 0,-1 0-1 0 0,1 0 1 0 0,0 1 0 0 0,-1-1 0 0 0,1 1 0 0 0,0 0 0 0 0,1 0 0 0 0,6-2 0 0 0,28-6 391 0 0,-22 8 116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4 247 10594 0 0,'-4'-56'507'0'0,"5"33"-719"0"0,0 0 0 0 0,2 0 0 0 0,0 0 0 0 0,2 0 0 0 0,9-30 0 0 0,-5 31 201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48 6913 0 0,'-12'8'714'0'0,"-18"12"158"0"0,13-17 3880 0 0,24 8-3361 0 0,-1 1-1 0 0,0 0 1 0 0,4 13 0 0 0,11 24 1256 0 0,5-1-2779 0 0,2 0 0 0 0,2-2 1 0 0,2-1-1 0 0,1-1 0 0 0,3-2 0 0 0,2-2 1 0 0,71 61-1 0 0,-83-82-67 0 0,1 0 1 0 0,55 28-1 0 0,-70-41 45 0 0,0-1-1 0 0,1 0 1 0 0,-1-1-1 0 0,1 0 0 0 0,0-1 1 0 0,0-1-1 0 0,0 0 0 0 0,0 0 1 0 0,0-2-1 0 0,14 0 1 0 0,-25 0 113 0 0,0 0 0 0 0,0 0 0 0 0,-1 0 0 0 0,1-1 0 0 0,0 1 0 0 0,0-1 0 0 0,0 1 0 0 0,0-1 0 0 0,-1 0 0 0 0,1 0 0 0 0,0 0 0 0 0,-1 0 0 0 0,1 0 0 0 0,-1 0 0 0 0,1 0 0 0 0,-1 0 0 0 0,1-1 0 0 0,-1 1 0 0 0,0-1 0 0 0,1 1 0 0 0,-1-1 0 0 0,1-1 0 0 0,-1 0-5 0 0,0-1 0 0 0,0 1 0 0 0,0 0 0 0 0,0-1 0 0 0,0 1 1 0 0,-1-1-1 0 0,0 1 0 0 0,1-1 0 0 0,-1 1 0 0 0,0-1 0 0 0,-1-4 0 0 0,-2-9-62 0 0,-1 0 0 0 0,-1 1 0 0 0,-12-31 0 0 0,16 44 94 0 0,-5-13 23 0 0,-1 1-1 0 0,-1 0 0 0 0,0 1 1 0 0,0-1-1 0 0,-2 2 0 0 0,0-1 1 0 0,-19-19-1 0 0,22 26-16 0 0,-1 1 0 0 0,1-1 0 0 0,-1 1 0 0 0,-1 1 0 0 0,1 0 0 0 0,-1 0 0 0 0,0 0 0 0 0,0 1 0 0 0,-1 1 0 0 0,1-1 0 0 0,-1 2 0 0 0,0-1 0 0 0,-18-1 0 0 0,24 3 68 0 0,-1 1 0 0 0,1-1 0 0 0,0 0 0 0 0,-1 0 0 0 0,1 0 0 0 0,0 0 0 0 0,0-1 0 0 0,0 0 0 0 0,0 1 0 0 0,0-2 0 0 0,0 1 0 0 0,0 0 0 0 0,1-1 0 0 0,-1 0 0 0 0,1 0 0 0 0,0 0 0 0 0,0 0 0 0 0,-5-6 0 0 0,5 4-59 0 0,0-1 0 0 0,0 0 0 0 0,1 1-1 0 0,-1-1 1 0 0,1 0 0 0 0,1 0 0 0 0,-1-1 0 0 0,1 1-1 0 0,0 0 1 0 0,0 0 0 0 0,1-13 0 0 0,1 6-23 0 0,0-1 1 0 0,1 1-1 0 0,0-1 1 0 0,1 1-1 0 0,0 0 0 0 0,1 0 1 0 0,1 0-1 0 0,0 0 1 0 0,1 1-1 0 0,0 0 1 0 0,12-17-1 0 0,-15 24 143 0 0,0 1 1 0 0,1 0-1 0 0,-1 1 0 0 0,1-1 0 0 0,0 1 1 0 0,0-1-1 0 0,0 1 0 0 0,0 0 0 0 0,0 1 1 0 0,1-1-1 0 0,-1 1 0 0 0,1 0 1 0 0,0 0-1 0 0,-1 0 0 0 0,1 0 0 0 0,0 1 1 0 0,0 0-1 0 0,0 0 0 0 0,1 0 0 0 0,-1 1 1 0 0,0 0-1 0 0,0 0 0 0 0,0 0 1 0 0,0 1-1 0 0,0-1 0 0 0,0 1 0 0 0,0 0 1 0 0,0 1-1 0 0,0-1 0 0 0,0 1 0 0 0,9 4 1 0 0,-1 2 81 0 0,1 0-1 0 0,-1 1 1 0 0,0 0 0 0 0,-1 1 0 0 0,0 0 0 0 0,-1 1 0 0 0,0 0 0 0 0,0 1-1 0 0,10 15 1 0 0,4 9-239 0 0,-5-7 275 0 0,45 50 0 0 0,-56-70-463 0 0,1 0 1 0 0,0-1-1 0 0,0 0 1 0 0,1 0-1 0 0,0-1 0 0 0,1 0 1 0 0,-1-1-1 0 0,22 7 0 0 0,2-2-7432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2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0,'6'5'2971'0'0,"29"25"-1509"0"0,-1 1-489 0 0,-1 0-1 0 0,48 62 0 0 0,46 82 739 0 0,-118-163-1642 0 0,300 496 1778 0 0,-147-230-1536 0 0,101 181-234 0 0,90 145-295 0 0,-297-508-256 0 0,74 182 0 0 0,-44-85-787 0 0,-39-103-1401 0 0,-35-66-3470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3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1 920 0 0,'-23'3'308'0'0,"7"-1"575"0"0,1 0 0 0 0,-1 1-1 0 0,1 1 1 0 0,0 1 0 0 0,-19 7 0 0 0,32-11-633 0 0,-1 1 0 0 0,0-1 0 0 0,1 1 0 0 0,-1-1 0 0 0,1 1 0 0 0,-1 0 0 0 0,1 0 0 0 0,0 0 0 0 0,0 0 0 0 0,0 0 0 0 0,0 1 0 0 0,0-1 0 0 0,0 1 0 0 0,1-1 0 0 0,-1 1 0 0 0,1 0 0 0 0,0-1 0 0 0,0 1 0 0 0,0 0 0 0 0,0 0 0 0 0,0 0 0 0 0,1 0 0 0 0,-1 0 0 0 0,1 0 0 0 0,0 0 0 0 0,0 0 0 0 0,0 0 0 0 0,0 0 0 0 0,0 0 0 0 0,1 0 0 0 0,-1 0 0 0 0,1 0 0 0 0,0 0 0 0 0,1 3 0 0 0,-1-4-134 0 0,0 0-1 0 0,0 0 1 0 0,0-1-1 0 0,1 1 0 0 0,-1 0 1 0 0,0 0-1 0 0,1-1 1 0 0,-1 1-1 0 0,1-1 0 0 0,0 0 1 0 0,0 1-1 0 0,-1-1 1 0 0,1 0-1 0 0,0 0 0 0 0,0 0 1 0 0,0 0-1 0 0,0 0 1 0 0,4 1-1 0 0,46 9 110 0 0,-34-7-29 0 0,261 81-46 0 0,-112-29-153 0 0,-45-24-125 0 0,2-5 0 0 0,1-5 0 0 0,0-5 0 0 0,2-6 0 0 0,-1-6 0 0 0,156-13 0 0 0,-8-20-732 0 0,5-1 247 0 0,-271 29 609 0 0,84-2-9 0 0,-84 3 13 0 0,0-1 0 0 0,1 1 0 0 0,-1 1 1 0 0,0 0-1 0 0,0 0 0 0 0,0 0 0 0 0,0 1 0 0 0,12 6 0 0 0,-17-7 25 0 0,-1 1 1 0 0,1-1-1 0 0,-1 0 0 0 0,1 1 0 0 0,-1-1 0 0 0,0 1 0 0 0,0 0 0 0 0,0 0 1 0 0,0 0-1 0 0,-1 0 0 0 0,1 0 0 0 0,-1 0 0 0 0,0 0 0 0 0,0 1 0 0 0,0-1 1 0 0,0 0-1 0 0,0 1 0 0 0,-1-1 0 0 0,0 0 0 0 0,1 1 0 0 0,-1-1 0 0 0,-1 1 1 0 0,1-1-1 0 0,0 1 0 0 0,-1-1 0 0 0,-1 7 0 0 0,-3 10 183 0 0,-1-1 0 0 0,0 1 0 0 0,-12 23-1 0 0,12-28-126 0 0,-150 310 221 0 0,2-3-940 0 0,-39 200 931 0 0,143-377 512 0 0,-97 220 2297 0 0,77-202-2934 0 0,-59 208 0 0 0,116-320-894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931 13 3225 0 0,'0'-1'114'0'0,"0"1"1"0"0,0-1 0 0 0,0 1-1 0 0,0 0 1 0 0,0-1-1 0 0,0 1 1 0 0,0-1 0 0 0,0 1-1 0 0,0-1 1 0 0,0 1 0 0 0,-1-1-1 0 0,1 1 1 0 0,0 0-1 0 0,0-1 1 0 0,0 1 0 0 0,0-1-1 0 0,-1 1 1 0 0,1 0 0 0 0,0-1-1 0 0,0 1 1 0 0,-1 0-1 0 0,1-1 1 0 0,0 1 0 0 0,-1 0-1 0 0,1 0 1 0 0,0-1 0 0 0,-1 1-1 0 0,1 0 1 0 0,-1 0-1 0 0,1-1 1 0 0,0 1 0 0 0,-1 0-1 0 0,1 0 1 0 0,-1 0 0 0 0,1 0-1 0 0,0 0 1 0 0,-1 0-1 0 0,1 0 1 0 0,-1-1 0 0 0,1 1-1 0 0,-1 1 1 0 0,1-1 0 0 0,-1 0-1 0 0,1 0 1 0 0,0 0-1 0 0,-1 0 1 0 0,1 0 0 0 0,-1 0-1 0 0,1 0 1 0 0,0 0 0 0 0,-1 1-1 0 0,1-1 1 0 0,-1 0-1 0 0,1 0 1 0 0,0 1 0 0 0,-1-1-1 0 0,1 0 1 0 0,0 0 0 0 0,-1 1-1 0 0,-27 19 2254 0 0,24-16-2053 0 0,-86 58 1713 0 0,-3-3-1 0 0,-126 57 0 0 0,-21 14-754 0 0,179-98-1558 0 0,44-24-534 0 0,0 0 1 0 0,1 1-1 0 0,0 1 0 0 0,0 0 1 0 0,1 1-1 0 0,1 1 0 0 0,-24 24 1 0 0,34-31 534 0 0,1 1 0 0 0,0-1 1 0 0,0 1-1 0 0,1-1 0 0 0,-4 10 1 0 0,4-8 249 0 0,-3 8 34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5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6913 0 0,'0'-1'529'0'0,"1"-1"-349"0"0,0-1 1 0 0,0 0 0 0 0,0 1-1 0 0,1-1 1 0 0,-1 1 0 0 0,1-1 0 0 0,-1 1-1 0 0,1-1 1 0 0,3-2 0 0 0,2-4 235 0 0,13-23 457 0 0,42-59 1744 0 0,-16 33-3684 0 0,-34 45-3291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18 139 5985 0 0,'-12'14'1004'0'0,"12"-13"-853"0"0,-1-1 0 0 0,1 0 0 0 0,0 0 0 0 0,-1 1 0 0 0,1-1 0 0 0,0 1 0 0 0,-1-1 0 0 0,1 0-1 0 0,0 1 1 0 0,-1-1 0 0 0,1 1 0 0 0,0-1 0 0 0,0 1 0 0 0,0-1 0 0 0,-1 1 0 0 0,1-1 0 0 0,0 0 0 0 0,0 1 0 0 0,0-1 0 0 0,0 1 0 0 0,0-1-1 0 0,0 1 1 0 0,0-1 0 0 0,0 1 0 0 0,0-1 0 0 0,0 1 0 0 0,0-1 0 0 0,0 1 0 0 0,0-1 0 0 0,1 2 0 0 0,2-4 213 0 0,0-1-1 0 0,-1 1 1 0 0,1 0 0 0 0,-1-1 0 0 0,1 0 0 0 0,-1 1-1 0 0,0-1 1 0 0,3-5 0 0 0,26-49 610 0 0,-9 15-1749 0 0,-5 15-3021 0 0,-7 13-1084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 6913 0 0,'-34'0'2070'0'0,"9"0"2406"0"0,33 2-3905 0 0,0 2 1 0 0,0-1-1 0 0,-1 1 0 0 0,1 0 1 0 0,-1 1-1 0 0,0-1 0 0 0,9 9 1 0 0,-1-2 11 0 0,34 27-809 0 0,66 66 0 0 0,-43-38-2660 0 0,-45-41 1702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89 542 3681 0 0,'-15'23'1798'0'0,"1"0"0"0"0,-19 43 0 0 0,14-27 88 0 0,11-17 1177 0 0,13-17-1458 0 0,9-8-1024 0 0,-3-3-534 0 0,0-1-1 0 0,-1 0 1 0 0,0-1 0 0 0,0 0-1 0 0,-1-1 1 0 0,0 0 0 0 0,0 0-1 0 0,12-19 1 0 0,25-24 181 0 0,1 10 31 0 0,91-62-1 0 0,63-21 177 0 0,-21 14 14 0 0,41-38-2100 0 0,-164 116-2436 0 0,-43 23-624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29 3081 0 0,'-9'4'355'0'0,"0"0"0"0"0,1 1 1 0 0,-1 0-1 0 0,1 0 1 0 0,0 1-1 0 0,1 0 0 0 0,-1 0 1 0 0,1 1-1 0 0,0 0 0 0 0,1 0 1 0 0,-8 11-1 0 0,9-11-155 0 0,0-1 0 0 0,1 1 0 0 0,0 0 0 0 0,0 0 1 0 0,1 0-1 0 0,0 0 0 0 0,0 0 0 0 0,0 1 0 0 0,1 0 0 0 0,0-1 0 0 0,1 1 0 0 0,0 0 0 0 0,0 0 0 0 0,1 11 0 0 0,0-18-152 0 0,1 1 1 0 0,-1 0-1 0 0,1-1 0 0 0,0 1 1 0 0,-1-1-1 0 0,1 1 0 0 0,0-1 0 0 0,0 0 1 0 0,0 1-1 0 0,0-1 0 0 0,1 0 0 0 0,-1 0 1 0 0,0 1-1 0 0,0-1 0 0 0,1 0 0 0 0,-1 0 1 0 0,0 0-1 0 0,1-1 0 0 0,-1 1 1 0 0,1 0-1 0 0,0 0 0 0 0,-1-1 0 0 0,1 1 1 0 0,-1-1-1 0 0,1 0 0 0 0,0 1 0 0 0,-1-1 1 0 0,1 0-1 0 0,0 0 0 0 0,-1 0 0 0 0,1 0 1 0 0,0 0-1 0 0,1-1 0 0 0,5 1-61 0 0,0 0-1 0 0,0-1 0 0 0,0-1 1 0 0,0 1-1 0 0,12-5 0 0 0,-15 4-22 0 0,-1 1 0 0 0,1-1 0 0 0,-1 0 0 0 0,0-1-1 0 0,0 1 1 0 0,0-1 0 0 0,0 0 0 0 0,0 0 0 0 0,-1 0 0 0 0,1 0-1 0 0,-1-1 1 0 0,0 1 0 0 0,0-1 0 0 0,0 0 0 0 0,0 0 0 0 0,-1 0 0 0 0,1 0-1 0 0,-1-1 1 0 0,0 1 0 0 0,-1-1 0 0 0,1 1 0 0 0,-1-1 0 0 0,0 1-1 0 0,0-1 1 0 0,0 0 0 0 0,-1 0 0 0 0,1 1 0 0 0,-1-1 0 0 0,0 0-1 0 0,-1 0 1 0 0,1 0 0 0 0,-1 1 0 0 0,0-1 0 0 0,0 0 0 0 0,0 1-1 0 0,-1-1 1 0 0,0 1 0 0 0,0-1 0 0 0,0 1 0 0 0,0 0 0 0 0,-1 0 0 0 0,1 0-1 0 0,-4-4 1 0 0,0 1 148 0 0,-1 1-1 0 0,0-1 0 0 0,0 2 1 0 0,0-1-1 0 0,0 1 1 0 0,-1 0-1 0 0,0 0 0 0 0,0 1 1 0 0,0 0-1 0 0,0 1 1 0 0,-1 0-1 0 0,0 0 0 0 0,0 1 1 0 0,1 0-1 0 0,-1 0 1 0 0,-10 0-1 0 0,7 4-316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0,'5'17'6421'0'0,"10"11"-4134"0"0,20 23-2225 0 0,-4-18-3408 0 0,-23-27 2203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2 183 1376 0 0,'-1'0'187'0'0,"10"-32"4554"0"0,0 11-3623 0 0,23-52 1683 0 0,-8 26-4031 0 0,-16 38-253 0 0,-5 9 518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0,'3'24'11'0'0,"1"7"774"0"0,10 42-1 0 0,-12-66-525 0 0,0 1-1 0 0,0-1 1 0 0,1 0-1 0 0,0 0 1 0 0,0 0-1 0 0,1-1 1 0 0,0 1-1 0 0,0-1 1 0 0,0 0 0 0 0,1 0-1 0 0,7 7 1 0 0,-9-11-111 0 0,1 0 0 0 0,-1 0 0 0 0,1 0 0 0 0,0 0 0 0 0,0-1 1 0 0,0 1-1 0 0,0-1 0 0 0,0 0 0 0 0,0 0 0 0 0,1-1 0 0 0,-1 1 1 0 0,0-1-1 0 0,0 0 0 0 0,9-1 0 0 0,-7 1 65 0 0,-1 0-1 0 0,1 0 1 0 0,0 1 0 0 0,-1-1 0 0 0,1 1-1 0 0,7 3 1 0 0,-11-3-190 0 0,0 0 0 0 0,0 0 0 0 0,0 0 0 0 0,0 1 0 0 0,0-1 0 0 0,0 1 0 0 0,0-1 0 0 0,0 1-1 0 0,0 0 1 0 0,-1 0 0 0 0,1 0 0 0 0,-1 0 0 0 0,1 0 0 0 0,-1 0 0 0 0,0 0 0 0 0,0 0 0 0 0,0 0 0 0 0,0 1 0 0 0,1 2 0 0 0,1 5-329 0 0,-1 0 0 0 0,0 1 1 0 0,-1-1-1 0 0,0 0 0 0 0,-1 1 0 0 0,0-1 1 0 0,-2 16-1 0 0,0-5-2596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18 107 6449 0 0,'-17'-7'4656'0'0,"28"9"-3350"0"0,-5 0-1141 0 0,0 0 1 0 0,0 0 0 0 0,-1 0-1 0 0,1 1 1 0 0,-1 0-1 0 0,0 0 1 0 0,0 0 0 0 0,0 1-1 0 0,9 8 1 0 0,-1 1-37 0 0,21 30 1 0 0,8 8-557 0 0,-42-51 407 0 0,0 0-1 0 0,1 1 1 0 0,-1-1-1 0 0,0 0 1 0 0,0 0-1 0 0,0 0 1 0 0,0 1-1 0 0,0-1 1 0 0,1 0-1 0 0,-1 0 1 0 0,0 1-1 0 0,0-1 1 0 0,0 0-1 0 0,0 0 1 0 0,1 0 0 0 0,-1 0-1 0 0,0 0 1 0 0,0 1-1 0 0,1-1 1 0 0,-1 0-1 0 0,0 0 1 0 0,0 0-1 0 0,1 0 1 0 0,-1 0-1 0 0,0 0 1 0 0,0 0-1 0 0,1 0 1 0 0,-1 0-1 0 0,0 0 1 0 0,0 0 0 0 0,1 0-1 0 0,-1 0 1 0 0,0 0-1 0 0,0 0 1 0 0,1 0-1 0 0,-1 0 1 0 0,0 0-1 0 0,0 0 1 0 0,1 0-1 0 0,-1 0 1 0 0,0 0-1 0 0,0-1 1 0 0,1 1-1 0 0,-1 0 1 0 0,0 0 0 0 0,0 0-1 0 0,0 0 1 0 0,1-1-1 0 0,-1 1 1 0 0,0 0-1 0 0,0 0 1 0 0,0 0-1 0 0,1-1 1 0 0,0-21-1100 0 0,-8-28-648 0 0,0 25 1371 0 0,2 8 492 0 0,1-1 0 0 0,-2-19 0 0 0,5 32 29 0 0,1 1 0 0 0,0 0 0 0 0,0 0 0 0 0,0-1 0 0 0,0 1 0 0 0,1 0 0 0 0,0-1 0 0 0,0 1 0 0 0,0 0 0 0 0,0 0 0 0 0,1 0 0 0 0,-1 0 0 0 0,1 0 0 0 0,3-4 0 0 0,-5 7-84 0 0,0 1-1 0 0,1-1 0 0 0,-1 0 1 0 0,1 1-1 0 0,-1-1 0 0 0,1 1 1 0 0,-1-1-1 0 0,1 1 0 0 0,-1-1 1 0 0,1 1-1 0 0,-1-1 0 0 0,1 1 1 0 0,0 0-1 0 0,-1-1 0 0 0,1 1 0 0 0,0 0 1 0 0,-1-1-1 0 0,1 1 0 0 0,0 0 1 0 0,-1 0-1 0 0,1-1 0 0 0,0 1 1 0 0,0 0-1 0 0,-1 0 0 0 0,1 0 1 0 0,0 0-1 0 0,0 0 0 0 0,-1 0 0 0 0,1 0 1 0 0,0 1-1 0 0,-1-1 0 0 0,1 0 1 0 0,0 0-1 0 0,-1 0 0 0 0,1 1 1 0 0,0-1-1 0 0,-1 0 0 0 0,1 1 1 0 0,0-1-1 0 0,-1 1 0 0 0,1-1 0 0 0,-1 1 1 0 0,1-1-1 0 0,0 2 0 0 0,25 32 213 0 0,-14-16-483 0 0,-5-10-467 0 0,1 0 0 0 0,0 0 0 0 0,14 11 0 0 0,-10-11-3249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58 517 3681 0 0,'-33'-8'3132'0'0,"31"8"-2911"0"0,1-1 1 0 0,0 1-1 0 0,0-1 0 0 0,-1 1 0 0 0,1-1 0 0 0,0 1 1 0 0,0-1-1 0 0,0 0 0 0 0,-1 0 0 0 0,1 1 1 0 0,0-1-1 0 0,0 0 0 0 0,0 0 0 0 0,0 0 1 0 0,1 0-1 0 0,-1 0 0 0 0,0-1 0 0 0,0 1 0 0 0,1 0 1 0 0,-1 0-1 0 0,0 0 0 0 0,1-1 0 0 0,-1-1 1 0 0,1 3-136 0 0,0-1 1 0 0,0 0 0 0 0,0 1 0 0 0,1-1-1 0 0,-1 1 1 0 0,0-1 0 0 0,0 1 0 0 0,1-1 0 0 0,-1 1-1 0 0,0-1 1 0 0,1 1 0 0 0,-1-1 0 0 0,0 1 0 0 0,1-1-1 0 0,-1 1 1 0 0,1 0 0 0 0,-1-1 0 0 0,1 1-1 0 0,-1-1 1 0 0,1 1 0 0 0,-1 0 0 0 0,1 0 0 0 0,-1-1-1 0 0,1 1 1 0 0,-1 0 0 0 0,1 0 0 0 0,-1 0-1 0 0,1 0 1 0 0,0-1 0 0 0,-1 1 0 0 0,1 0 0 0 0,-1 0-1 0 0,1 0 1 0 0,0 0 0 0 0,-1 0 0 0 0,1 1-1 0 0,-1-1 1 0 0,1 0 0 0 0,0 0 0 0 0,-1 0 0 0 0,1 0-1 0 0,-1 1 1 0 0,1-1 0 0 0,25 9 864 0 0,48 29-317 0 0,0-3 1 0 0,148 46 0 0 0,-210-78-636 0 0,-7-2 2 0 0,0 0 0 0 0,-1 0 1 0 0,1 0-1 0 0,-1 1 0 0 0,1-1 1 0 0,-1 1-1 0 0,1 0 0 0 0,-1 0 1 0 0,5 4-1 0 0,-15-13 301 0 0,0-1 1 0 0,1 0-1 0 0,1 0 0 0 0,-1-1 1 0 0,-3-9-1 0 0,-9-16 189 0 0,-34-52 113 0 0,11 19-367 0 0,-34-73 0 0 0,54 95-565 0 0,2-1 0 0 0,2 0-1 0 0,-11-51 1 0 0,20 56-586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1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1209 5529 0 0,'-114'131'6432'0'0,"194"-216"-4076"0"0,-45 46-2064 0 0,1 1 0 0 0,2 2 0 0 0,43-31 0 0 0,546-387 3114 0 0,-275 183-2166 0 0,-303 235-1283 0 0,2 3 0 0 0,1 2 0 0 0,1 2 0 0 0,65-25 0 0 0,-93 42-12 0 0,0-1 0 0 0,-1-2-1 0 0,41-32 1 0 0,-34 24-161 0 0,36-21 0 0 0,-46 34-1031 0 0,-20 10 1107 0 0,-1-1-1 0 0,1 1 1 0 0,-1 0-1 0 0,1 0 1 0 0,-1-1-1 0 0,1 1 1 0 0,-1 0 0 0 0,1 0-1 0 0,-1 0 1 0 0,1 0-1 0 0,-1 0 1 0 0,1-1-1 0 0,-1 1 1 0 0,1 0-1 0 0,-1 0 1 0 0,1 0 0 0 0,-1 0-1 0 0,1 1 1 0 0,-1-1-1 0 0,1 0 1 0 0,-1 0-1 0 0,1 0 1 0 0,-1 0-1 0 0,1 0 1 0 0,-1 1-1 0 0,1-1 1 0 0,-1 0 0 0 0,1 0-1 0 0,-1 1 1 0 0,0-1-1 0 0,1 0 1 0 0,-1 1-1 0 0,1-1 1 0 0,-1 0-1 0 0,0 1 1 0 0,1-1 0 0 0,-1 1-1 0 0,1 0 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1 260 6913 0 0,'9'-1'606'0'0,"0"0"0"0"0,0-1 0 0 0,0 1 0 0 0,0-2 0 0 0,12-3 0 0 0,-10 0-306 0 0,-1-1 0 0 0,0 1 0 0 0,0-2 0 0 0,0 1 0 0 0,-1-1-1 0 0,0-1 1 0 0,-1 1 0 0 0,1-2 0 0 0,12-18 0 0 0,-19 25-264 0 0,1-1 0 0 0,-1 1 0 0 0,0-1 0 0 0,0 0 0 0 0,-1 0 0 0 0,1 0 0 0 0,-1 0 0 0 0,1 0-1 0 0,-1 0 1 0 0,-1 0 0 0 0,1-1 0 0 0,0 1 0 0 0,-1 0 0 0 0,0-1 0 0 0,0 1 0 0 0,0 0 0 0 0,-1 0 0 0 0,1-1 0 0 0,-1 1 0 0 0,0 0 0 0 0,-1 0 0 0 0,1 0-1 0 0,0 0 1 0 0,-1 0 0 0 0,0 0 0 0 0,0 0 0 0 0,0 1 0 0 0,-1-1 0 0 0,1 1 0 0 0,-1-1 0 0 0,-4-3 0 0 0,5 5 25 0 0,0 0 1 0 0,0 0-1 0 0,0 1 1 0 0,0-1-1 0 0,-1 1 1 0 0,1 0-1 0 0,-1-1 1 0 0,1 1-1 0 0,-1 0 1 0 0,1 0-1 0 0,-1 0 1 0 0,0 1-1 0 0,1-1 1 0 0,-1 1-1 0 0,0-1 1 0 0,1 1-1 0 0,-1 0 1 0 0,0 0-1 0 0,0 0 1 0 0,1 1-1 0 0,-1-1 1 0 0,0 0-1 0 0,0 1 1 0 0,1 0-1 0 0,-1 0 1 0 0,1 0-1 0 0,-5 2 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4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19 6233 0 0,'-8'0'116'0'0,"0"0"-1"0"0,-1 0 0 0 0,1-1 1 0 0,0 0-1 0 0,0 0 0 0 0,-15-5 1 0 0,14 3-290 0 0,-1 1 0 0 0,0 0 0 0 0,-18-1 0 0 0,28 3 210 0 0,-1 0 0 0 0,0 0-1 0 0,1 0 1 0 0,-1 0-1 0 0,1 0 1 0 0,-1 0 0 0 0,1 1-1 0 0,-1-1 1 0 0,0 0-1 0 0,1 0 1 0 0,-1 0 0 0 0,1 1-1 0 0,-1-1 1 0 0,1 0-1 0 0,-1 1 1 0 0,1-1 0 0 0,-1 0-1 0 0,1 1 1 0 0,0-1-1 0 0,-1 1 1 0 0,1-1 0 0 0,-1 1-1 0 0,1-1 1 0 0,0 0-1 0 0,-1 1 1 0 0,1-1 0 0 0,0 1-1 0 0,-1 1 1 0 0,1 20-277 0 0,13 19-284 0 0,-11-37 673 0 0,1 1 0 0 0,-1-1 0 0 0,1 0-1 0 0,0 0 1 0 0,1 0 0 0 0,5 6 0 0 0,-8-9-79 0 0,-1-1 1 0 0,1 1-1 0 0,-1-1 1 0 0,1 1 0 0 0,-1-1-1 0 0,1 1 1 0 0,0-1-1 0 0,-1 0 1 0 0,1 1-1 0 0,0-1 1 0 0,-1 0-1 0 0,1 1 1 0 0,0-1 0 0 0,0 0-1 0 0,-1 0 1 0 0,1 0-1 0 0,0 0 1 0 0,0 0-1 0 0,0 0 1 0 0,-1 0-1 0 0,1 0 1 0 0,0 0 0 0 0,0 0-1 0 0,-1 0 1 0 0,1 0-1 0 0,0 0 1 0 0,0-1-1 0 0,-1 1 1 0 0,1 0-1 0 0,0 0 1 0 0,-1-1-1 0 0,1 1 1 0 0,0-1 0 0 0,-1 1-1 0 0,1-1 1 0 0,0 1-1 0 0,-1-1 1 0 0,1 1-1 0 0,-1-1 1 0 0,1 1-1 0 0,-1-1 1 0 0,1 0 0 0 0,-1 1-1 0 0,0-1 1 0 0,1 0-1 0 0,-1 1 1 0 0,0-1-1 0 0,1 0 1 0 0,-1 1-1 0 0,0-1 1 0 0,0 0 0 0 0,0 0-1 0 0,0-2 140 0 0,0 0 0 0 0,0 1 1 0 0,0-1-1 0 0,-1 1 0 0 0,1-1 0 0 0,-1 0 0 0 0,1 1 1 0 0,-1-1-1 0 0,0 1 0 0 0,-2-3 0 0 0,3 3-173 0 0,-1 1-1 0 0,1-1 1 0 0,-1 1-1 0 0,0-1 1 0 0,1 1-1 0 0,-1 0 1 0 0,0-1-1 0 0,0 1 1 0 0,0 0 0 0 0,0-1-1 0 0,0 1 1 0 0,0 0-1 0 0,0 0 1 0 0,-1 0-1 0 0,1 0 1 0 0,0 0-1 0 0,-3-1 1 0 0,4 2-28 0 0,0 0 0 0 0,-1 0 1 0 0,1 0-1 0 0,0 1 0 0 0,-1-1 0 0 0,1 0 1 0 0,0 0-1 0 0,-1 0 0 0 0,1 0 1 0 0,0 1-1 0 0,-1-1 0 0 0,1 0 0 0 0,0 0 1 0 0,-1 1-1 0 0,1-1 0 0 0,0 0 1 0 0,0 0-1 0 0,-1 1 0 0 0,1-1 0 0 0,0 0 1 0 0,0 1-1 0 0,0-1 0 0 0,0 0 0 0 0,-1 1 1 0 0,1-1-1 0 0,0 0 0 0 0,0 1 1 0 0,0-1-1 0 0,0 0 0 0 0,0 1 0 0 0,0-1 1 0 0,0 1-1 0 0,0-1 0 0 0,0 0 1 0 0,0 1-1 0 0,0-1 0 0 0,0 0 0 0 0,0 2 1 0 0,4 13-1569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7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5065 0 0,'-16'-1'10324'0'0,"18"2"-10243"0"0,1-1 1 0 0,-1 0-1 0 0,1 1 0 0 0,-1 0 1 0 0,0-1-1 0 0,1 1 1 0 0,-1 0-1 0 0,0 0 1 0 0,0 0-1 0 0,0 0 1 0 0,1 1-1 0 0,-1-1 1 0 0,0 1-1 0 0,-1-1 1 0 0,1 1-1 0 0,0 0 0 0 0,0 0 1 0 0,-1-1-1 0 0,1 1 1 0 0,-1 0-1 0 0,0 0 1 0 0,1 1-1 0 0,-1-1 1 0 0,0 0-1 0 0,0 0 1 0 0,0 1-1 0 0,-1-1 1 0 0,1 0-1 0 0,0 1 0 0 0,-1-1 1 0 0,0 1-1 0 0,1-1 1 0 0,-1 1-1 0 0,0-1 1 0 0,-1 5-1 0 0,1-6-117 0 0,0-1 1 0 0,0 1-1 0 0,0 0 0 0 0,0 0 0 0 0,0-1 1 0 0,0 1-1 0 0,0 0 0 0 0,0-1 0 0 0,0 1 1 0 0,0 0-1 0 0,-1 0 0 0 0,1-1 0 0 0,0 1 0 0 0,0 0 1 0 0,-1-1-1 0 0,1 1 0 0 0,0-1 0 0 0,-1 1 1 0 0,1 0-1 0 0,-1-1 0 0 0,1 1 0 0 0,-1-1 1 0 0,1 1-1 0 0,-1-1 0 0 0,1 1 0 0 0,-1-1 1 0 0,0 0-1 0 0,1 1 0 0 0,-1-1 0 0 0,0 0 0 0 0,1 1 1 0 0,-1-1-1 0 0,0 0 0 0 0,1 0 0 0 0,-1 0 1 0 0,0 0-1 0 0,1 1 0 0 0,-1-1 0 0 0,0 0 1 0 0,0 0-1 0 0,1 0 0 0 0,-1-1 0 0 0,0 1 0 0 0,0 0 1 0 0,1 0-1 0 0,-1 0 0 0 0,0 0 0 0 0,1-1 1 0 0,-1 1-1 0 0,0 0 0 0 0,1-1 0 0 0,-1 1 1 0 0,1 0-1 0 0,-1-1 0 0 0,0 1 0 0 0,1-1 0 0 0,-1 1 1 0 0,1-1-1 0 0,-1 1 0 0 0,1-1 0 0 0,-1 1 1 0 0,1-1-1 0 0,0 1 0 0 0,-1-1 0 0 0,1 0 1 0 0,-1-1-1 0 0,-2-3-838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4 290 6913 0 0,'0'-1'231'0'0,"-1"1"0"0"0,1-1 0 0 0,-1 0-1 0 0,1 0 1 0 0,0 0 0 0 0,-1 0-1 0 0,1-1 1 0 0,0 1 0 0 0,0 0-1 0 0,0 0 1 0 0,0 0 0 0 0,0 0-1 0 0,0 0 1 0 0,0 0 0 0 0,0 0-1 0 0,0 0 1 0 0,0 0 0 0 0,1 0-1 0 0,-1 0 1 0 0,0 0 0 0 0,1 0-1 0 0,-1 0 1 0 0,1 0 0 0 0,-1 0-1 0 0,1 0 1 0 0,-1 0 0 0 0,1 0-1 0 0,1-1 1 0 0,26-34 891 0 0,-12 15-460 0 0,58-80-664 0 0,-21 35-3409 0 0,-35 44 1247 0 0,-7 8 788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0 5985 0 0,'-5'6'373'0'0,"1"-1"1"0"0,-1 1-1 0 0,1 0 0 0 0,0 1 0 0 0,0-1 0 0 0,1 1 0 0 0,-1-1 1 0 0,-3 14-1 0 0,6-18-284 0 0,1 0 0 0 0,-1 0 1 0 0,0 0-1 0 0,1 0 1 0 0,0 1-1 0 0,-1-1 0 0 0,1 0 1 0 0,0 0-1 0 0,0 0 1 0 0,0 0-1 0 0,0 0 0 0 0,1 1 1 0 0,-1-1-1 0 0,1 0 0 0 0,-1 0 1 0 0,1 0-1 0 0,0 0 1 0 0,-1 0-1 0 0,1 0 0 0 0,0 0 1 0 0,0 0-1 0 0,1-1 0 0 0,-1 1 1 0 0,0 0-1 0 0,1-1 1 0 0,-1 1-1 0 0,1-1 0 0 0,-1 1 1 0 0,1-1-1 0 0,-1 1 0 0 0,1-1 1 0 0,0 0-1 0 0,0 0 1 0 0,0 0-1 0 0,2 1 0 0 0,1-1-37 0 0,-1-1-1 0 0,1 1 1 0 0,0-1-1 0 0,0 0 1 0 0,-1 0-1 0 0,1 0 1 0 0,0 0-1 0 0,-1-1 1 0 0,1 0-1 0 0,0 0 1 0 0,-1-1-1 0 0,9-3 1 0 0,30-4-47 0 0,-32 9-27 0 0,0 1 1 0 0,-1 0-1 0 0,1 1 0 0 0,0 0 1 0 0,0 1-1 0 0,-1 0 0 0 0,0 0 1 0 0,1 1-1 0 0,15 9 0 0 0,-8-3 83 0 0,-1 1 0 0 0,0 0-1 0 0,0 2 1 0 0,18 16 0 0 0,-32-25 14 0 0,1-1 0 0 0,-1 1 1 0 0,0 0-1 0 0,-1 0 0 0 0,1 0 1 0 0,-1 0-1 0 0,1 0 0 0 0,-1 0 0 0 0,-1 1 1 0 0,1-1-1 0 0,0 1 0 0 0,-1 0 1 0 0,0-1-1 0 0,0 1 0 0 0,-1 0 0 0 0,1-1 1 0 0,-1 1-1 0 0,0 0 0 0 0,0 0 1 0 0,-1 0-1 0 0,1-1 0 0 0,-1 1 0 0 0,0 0 1 0 0,0-1-1 0 0,-3 7 0 0 0,-1 1 52 0 0,0 0 0 0 0,-1-1-1 0 0,0 1 1 0 0,-1-1 0 0 0,0 0 0 0 0,0-1-1 0 0,-1 0 1 0 0,-13 13 0 0 0,9-13-209 0 0,6-6-1130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9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9 163 4609 0 0,'-1'-1'164'0'0,"0"-1"1"0"0,0 0-1 0 0,0 1 0 0 0,0-1 1 0 0,0 0-1 0 0,1 0 0 0 0,-1 0 0 0 0,1 0 1 0 0,-1 0-1 0 0,1 0 0 0 0,0 0 1 0 0,0 0-1 0 0,0 0 0 0 0,0 0 1 0 0,0 0-1 0 0,0 0 0 0 0,0 1 1 0 0,1-1-1 0 0,-1 0 0 0 0,1 0 0 0 0,-1 0 1 0 0,1 0-1 0 0,0 0 0 0 0,0 0 1 0 0,0 1-1 0 0,0-1 0 0 0,0 0 1 0 0,0 1-1 0 0,0-1 0 0 0,3-1 1 0 0,-4 1-94 0 0,1 1 1 0 0,0 0 0 0 0,0-1-1 0 0,0 1 1 0 0,0 0 0 0 0,1 0-1 0 0,-1-1 1 0 0,0 1 0 0 0,0 0-1 0 0,1 0 1 0 0,-1 0 0 0 0,1 1-1 0 0,-1-1 1 0 0,0 0 0 0 0,1 0-1 0 0,0 1 1 0 0,-1-1 0 0 0,1 1-1 0 0,-1 0 1 0 0,1-1 0 0 0,0 1-1 0 0,-1 0 1 0 0,1 0 0 0 0,0 0 0 0 0,-1 0-1 0 0,1 0 1 0 0,0 0 0 0 0,-1 1-1 0 0,1-1 1 0 0,-1 0 0 0 0,1 1-1 0 0,0-1 1 0 0,-1 1 0 0 0,1 0-1 0 0,-1-1 1 0 0,2 2 0 0 0,64 66 1483 0 0,-47-47-1372 0 0,0 0 0 0 0,27 20 0 0 0,-39-32-194 0 0,-8-8 12 0 0,-1-1-1 0 0,1 0 1 0 0,0 0-1 0 0,0 0 1 0 0,0 0-1 0 0,0 0 1 0 0,0 1-1 0 0,-1-1 1 0 0,1 0-1 0 0,0 0 1 0 0,0 0-1 0 0,0 0 1 0 0,-1 0-1 0 0,1 0 1 0 0,0 0 0 0 0,0 0-1 0 0,0 0 1 0 0,-1 0-1 0 0,1 0 1 0 0,0 1-1 0 0,0-1 1 0 0,-1 0-1 0 0,1-1 1 0 0,0 1-1 0 0,0 0 1 0 0,0 0-1 0 0,-1 0 1 0 0,1 0-1 0 0,0 0 1 0 0,0 0-1 0 0,0 0 1 0 0,-1 0 0 0 0,1 0-1 0 0,0 0 1 0 0,0 0-1 0 0,0 0 1 0 0,-1-1-1 0 0,1 1 1 0 0,0 0-1 0 0,0 0 1 0 0,0 0-1 0 0,0 0 1 0 0,0-1-1 0 0,-1 1 1 0 0,1 0-1 0 0,0 0 1 0 0,0 0 0 0 0,0-1-1 0 0,0 1 1 0 0,0 0-1 0 0,-3-3 4 0 0,1 1-1 0 0,0-1 1 0 0,-1 0-1 0 0,1 0 0 0 0,0 0 1 0 0,1 0-1 0 0,-1-1 1 0 0,1 1-1 0 0,-1 0 1 0 0,1-1-1 0 0,0 1 1 0 0,0-1-1 0 0,0 1 1 0 0,1-1-1 0 0,-1 1 1 0 0,1-7-1 0 0,-2-3 2 0 0,-1 1-1 0 0,1 0 1 0 0,0 0-1 0 0,1 0 0 0 0,0 0 1 0 0,1 0-1 0 0,0 0 0 0 0,1 1 1 0 0,0-1-1 0 0,1 0 0 0 0,1 0 1 0 0,4-14-1 0 0,-7 25 33 0 0,1 0-1 0 0,-1 0 1 0 0,1 0-1 0 0,-1 0 1 0 0,1 0-1 0 0,0 0 1 0 0,-1 0 0 0 0,1 0-1 0 0,0 0 1 0 0,0 0-1 0 0,0 0 1 0 0,-1 1-1 0 0,1-1 1 0 0,0 0 0 0 0,0 0-1 0 0,0 1 1 0 0,0-1-1 0 0,0 1 1 0 0,0-1-1 0 0,1 1 1 0 0,-1-1-1 0 0,0 1 1 0 0,0 0 0 0 0,0 0-1 0 0,2-1 1 0 0,-1 1 56 0 0,0 1 1 0 0,0-1 0 0 0,1 1 0 0 0,-1-1-1 0 0,0 1 1 0 0,0 0 0 0 0,0 0 0 0 0,0 0-1 0 0,0 0 1 0 0,0 0 0 0 0,0 0 0 0 0,2 2-1 0 0,7 6 332 0 0,-1 0 0 0 0,-1 1 0 0 0,13 16 0 0 0,-17-20-402 0 0,8 8-221 0 0,1-1 1 0 0,0 0-1 0 0,1-1 1 0 0,0 0 0 0 0,1-2-1 0 0,20 12 1 0 0,-16-10-1085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0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66 512 2304 0 0,'-5'-3'265'0'0,"-1"0"0"0"0,1 0 0 0 0,0 0 0 0 0,1-1 0 0 0,-1 0-1 0 0,1 0 1 0 0,-8-9 0 0 0,9 10 286 0 0,1 0 1 0 0,0 0-1 0 0,0 1 0 0 0,0-2 0 0 0,0 1 1 0 0,1 0-1 0 0,-1 0 0 0 0,-1-6 1 0 0,3 8-405 0 0,0 1 1 0 0,0-1-1 0 0,0 0 1 0 0,0 1-1 0 0,0-1 1 0 0,0 1 0 0 0,0-1-1 0 0,0 0 1 0 0,0 1-1 0 0,0-1 1 0 0,0 0-1 0 0,0 1 1 0 0,0-1-1 0 0,1 1 1 0 0,-1-1 0 0 0,0 1-1 0 0,1-1 1 0 0,-1 0-1 0 0,0 1 1 0 0,1-1-1 0 0,-1 1 1 0 0,0-1 0 0 0,1 1-1 0 0,-1 0 1 0 0,1-1-1 0 0,-1 1 1 0 0,1-1-1 0 0,0 1 1 0 0,21-6 2025 0 0,24 9-264 0 0,-26 4-1705 0 0,0 0-1 0 0,-1 1 0 0 0,1 1 0 0 0,22 15 1 0 0,-25-14-55 0 0,0 0 1 0 0,1-1-1 0 0,1-1 1 0 0,-1-1 0 0 0,25 6-1 0 0,-35-11-75 0 0,0-1-1 0 0,0-1 1 0 0,0 1 0 0 0,0-1-1 0 0,0-1 1 0 0,0 1 0 0 0,15-5-1 0 0,-21 5-59 0 0,0 0 0 0 0,-1 0-1 0 0,1-1 1 0 0,-1 1 0 0 0,1-1 0 0 0,-1 1-1 0 0,1-1 1 0 0,-1 0 0 0 0,1 0 0 0 0,-1 1-1 0 0,0-1 1 0 0,1 0 0 0 0,-1 0-1 0 0,0 0 1 0 0,0 0 0 0 0,0-1 0 0 0,0 1-1 0 0,0 0 1 0 0,0 0 0 0 0,0-1-1 0 0,0 1 1 0 0,0-1 0 0 0,0 1 0 0 0,-1-1-1 0 0,1 1 1 0 0,-1-1 0 0 0,1 1-1 0 0,-1-1 1 0 0,1 1 0 0 0,-1-1 0 0 0,0 0-1 0 0,0 1 1 0 0,0-1 0 0 0,0 1 0 0 0,0-1-1 0 0,0 0 1 0 0,-1 1 0 0 0,1-1-1 0 0,0 1 1 0 0,-1-1 0 0 0,1 0 0 0 0,-1 1-1 0 0,0-1 1 0 0,1 1 0 0 0,-2-2-1 0 0,-33-64 411 0 0,20 40-294 0 0,1 1-1 0 0,-10-30 1 0 0,9 11-262 0 0,3 0 1 0 0,-12-73-1 0 0,17 27-3229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62 920 0 0,'-3'-5'556'0'0,"-1"1"1"0"0,1-1-1 0 0,0 0 0 0 0,0 0 0 0 0,1 0 1 0 0,-1 0-1 0 0,1 0 0 0 0,1-1 0 0 0,0-10 2815 0 0,10 23-2243 0 0,8 9-84 0 0,18 31 374 0 0,-2 2 1 0 0,31 60-1 0 0,44 111 652 0 0,-90-182-1815 0 0,34 79 22 0 0,-17-36 13 0 0,4-1 0 0 0,55 84 0 0 0,-91-159-372 0 0,15 20-1160 0 0,-17-24 1159 0 0,-1 0 1 0 0,1 0-1 0 0,0 0 1 0 0,0 0 0 0 0,0-1-1 0 0,-1 1 1 0 0,1 0-1 0 0,0 0 1 0 0,0-1 0 0 0,0 1-1 0 0,0 0 1 0 0,0-1-1 0 0,1 1 1 0 0,-1-1 0 0 0,0 0-1 0 0,0 1 1 0 0,0-1-1 0 0,0 0 1 0 0,2 1-1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45 2304 0 0,'0'-1'175'0'0,"-1"0"1"0"0,0 0-1 0 0,1 0 0 0 0,-1 0 0 0 0,1 0 0 0 0,-1 0 0 0 0,1 0 0 0 0,0 0 0 0 0,-1 0 0 0 0,1 0 0 0 0,0 0 0 0 0,0 0 0 0 0,0-1 0 0 0,0 1 0 0 0,0 0 0 0 0,0 0 0 0 0,0 0 0 0 0,0 0 0 0 0,0-1 0 0 0,0 1 0 0 0,1 0 0 0 0,-1 0 0 0 0,0 0 0 0 0,1 0 0 0 0,-1 0 0 0 0,1 0 0 0 0,-1 0 0 0 0,1 0 0 0 0,0 0 0 0 0,-1 0 0 0 0,1 0 0 0 0,0 0 0 0 0,0 0 0 0 0,-1 1 0 0 0,1-1 0 0 0,0 0 0 0 0,0 0 0 0 0,0 1 0 0 0,0-1 0 0 0,0 1 0 0 0,0-1 0 0 0,0 1 0 0 0,2-1 0 0 0,6 0 560 0 0,1 0 1 0 0,0 1 0 0 0,-1 0-1 0 0,1 0 1 0 0,0 1 0 0 0,-1 1-1 0 0,14 3 1 0 0,68 24 1753 0 0,-74-23-1945 0 0,282 121 1978 0 0,-273-114-2581 0 0,0 1 0 0 0,-1 1 0 0 0,-1 1 0 0 0,41 35 0 0 0,-18-3-2380 0 0,-9 5-3281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17 280 3681 0 0,'-1'-1'231'0'0,"0"0"0"0"0,-1 0 0 0 0,1 0 0 0 0,0 1 0 0 0,0-1 0 0 0,0 0 0 0 0,0 0 0 0 0,1 0 0 0 0,-1-1 0 0 0,0 1 0 0 0,0 0 0 0 0,0 0 0 0 0,1 0 0 0 0,-1-1 0 0 0,1 1 0 0 0,-1 0 0 0 0,1-1 0 0 0,0 1 0 0 0,-1 0 0 0 0,1-1 0 0 0,0 1 0 0 0,0-1 0 0 0,0 1 0 0 0,0 0 1 0 0,0-1-1 0 0,0-1 0 0 0,1-43 2167 0 0,4 22-2055 0 0,1 0-1 0 0,2 0 0 0 0,0 1 0 0 0,1 0 1 0 0,18-31-1 0 0,-13 26-526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0 273 6913 0 0,'30'-68'6098'0'0,"15"-55"-5559"0"0,-27 72-1582 0 0,-7 20 307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5985 0 0,'36'-143'4305'0'0,"21"-26"-5689"0"0,-46 136 1384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6913 0 0,'-1'1'81'0'0,"-1"-1"0"0"0,1 1 0 0 0,-1 0 0 0 0,1 0 0 0 0,-1 0 0 0 0,1 0 0 0 0,0 0 0 0 0,0 0 0 0 0,-1 0 0 0 0,1 1 0 0 0,0-1 0 0 0,0 0-1 0 0,0 1 1 0 0,0-1 0 0 0,0 1 0 0 0,1-1 0 0 0,-1 1 0 0 0,0-1 0 0 0,1 1 0 0 0,-2 3 0 0 0,2 0 267 0 0,0-1-1 0 0,0 1 1 0 0,0 0 0 0 0,1 0 0 0 0,0 0 0 0 0,1 7 0 0 0,4 8 441 0 0,1 1 0 0 0,0-1 0 0 0,1 0 0 0 0,1-1 0 0 0,1 0 0 0 0,1 0 1 0 0,1-1-1 0 0,0-1 0 0 0,29 32 0 0 0,-23-30-615 0 0,1-2 1 0 0,0 1-1 0 0,1-2 0 0 0,1-1 1 0 0,1 0-1 0 0,0-2 0 0 0,45 21 1 0 0,-43-24-273 0 0,48 17-837 0 0,-65-25 87 0 0,0 0 0 0 0,1 0 0 0 0,-1-1 1 0 0,1 0-1 0 0,-1-1 0 0 0,0 0 0 0 0,15-1 1 0 0,-6-3-1798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11 8754 0 0,'-2'-2'158'0'0,"0"1"0"0"0,0 0 0 0 0,-1 0 0 0 0,1 0 1 0 0,-1 0-1 0 0,1 0 0 0 0,-1 0 0 0 0,1 1 0 0 0,-1 0 0 0 0,1-1 1 0 0,-1 1-1 0 0,0 0 0 0 0,-2 0 0 0 0,5 0-50 0 0,-1 0-1 0 0,0 1 1 0 0,1-1-1 0 0,-1 0 1 0 0,1 1-1 0 0,-1-1 1 0 0,0 0-1 0 0,1 1 1 0 0,-1-1-1 0 0,1 1 1 0 0,0-1 0 0 0,-1 1-1 0 0,1-1 1 0 0,-1 1-1 0 0,1-1 1 0 0,0 1-1 0 0,-1-1 1 0 0,1 1-1 0 0,0 0 1 0 0,-1 0-1 0 0,-1 24 1832 0 0,4-16-1760 0 0,0 0 1 0 0,1 0 0 0 0,0 0 0 0 0,0 0 0 0 0,1-1 0 0 0,0 1-1 0 0,0-1 1 0 0,1 0 0 0 0,0 0 0 0 0,0-1 0 0 0,1 0 0 0 0,0 1-1 0 0,0-2 1 0 0,1 1 0 0 0,0-1 0 0 0,0 0 0 0 0,11 7 0 0 0,-1-2 155 0 0,0 0 0 0 0,1-1 1 0 0,0-1-1 0 0,0-1 0 0 0,1-1 1 0 0,0 0-1 0 0,20 4 1 0 0,-24-7-285 0 0,0-2 0 0 0,-1 0 1 0 0,1-1-1 0 0,0 0 0 0 0,26-2 1 0 0,-38 0-43 0 0,0 1 0 0 0,0 0 1 0 0,1-1-1 0 0,-1 1 0 0 0,0-1 1 0 0,0 0-1 0 0,0 0 0 0 0,0 0 1 0 0,0-1-1 0 0,0 1 0 0 0,0-1 1 0 0,0 1-1 0 0,-1-1 0 0 0,1 0 1 0 0,-1 0-1 0 0,1 0 0 0 0,-1 0 1 0 0,0-1-1 0 0,0 1 0 0 0,0-1 1 0 0,0 1-1 0 0,0-1 0 0 0,0 0 1 0 0,-1 0-1 0 0,1 0 0 0 0,-1 0 1 0 0,0 0-1 0 0,0 0 0 0 0,0 0 1 0 0,0 0-1 0 0,-1 0 0 0 0,1-7 1 0 0,-1 5 15 0 0,0 0 1 0 0,-1 1-1 0 0,0-1 1 0 0,0 0 0 0 0,-1 0-1 0 0,1 0 1 0 0,-1 0 0 0 0,0 1-1 0 0,0-1 1 0 0,-1 1-1 0 0,1 0 1 0 0,-1-1 0 0 0,0 1-1 0 0,0 0 1 0 0,0 1-1 0 0,-1-1 1 0 0,-5-4 0 0 0,-3-3 4 0 0,0 2 1 0 0,0-1-1 0 0,-1 2 1 0 0,-19-11-1 0 0,16 12 2 0 0,1 1 0 0 0,-1 0 0 0 0,0 1-1 0 0,0 1 1 0 0,0 0 0 0 0,-31-2 0 0 0,-100 5-626 0 0,69 2-2265 0 0,61-2-4102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1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6 10138 0 0,'3'-5'1019'0'0,"3"10"-429"0"0,5 11 440 0 0,0 9-157 0 0,-1 0 0 0 0,-1 0 0 0 0,11 54 0 0 0,3 82 394 0 0,-21-143-1175 0 0,1 1-44 0 0,-2 0 1 0 0,0 22-1 0 0,-1-37-44 0 0,0 0 0 0 0,0-1 1 0 0,0 1-1 0 0,-1 0 0 0 0,0-1 0 0 0,0 1 0 0 0,0-1 0 0 0,0 1 0 0 0,0-1 1 0 0,-1 1-1 0 0,1-1 0 0 0,-1 0 0 0 0,0 0 0 0 0,0 0 0 0 0,0 0 1 0 0,-1 0-1 0 0,-4 4 0 0 0,5-5-1 0 0,-1-1 0 0 0,0 0 1 0 0,1 1-1 0 0,-1-1 0 0 0,0-1 0 0 0,0 1 1 0 0,0 0-1 0 0,0-1 0 0 0,1 1 0 0 0,-1-1 1 0 0,0 0-1 0 0,0 0 0 0 0,0 0 0 0 0,0-1 1 0 0,0 1-1 0 0,0-1 0 0 0,0 1 1 0 0,0-1-1 0 0,0 0 0 0 0,1 0 0 0 0,-1 0 1 0 0,0 0-1 0 0,1-1 0 0 0,-1 1 0 0 0,1-1 1 0 0,-1 0-1 0 0,-3-3 0 0 0,-6-4-4 0 0,1-1-1 0 0,0 0 1 0 0,0-1-1 0 0,-9-13 1 0 0,9 11-57 0 0,0 0-1 0 0,2-1 1 0 0,0-1 0 0 0,0 0 0 0 0,2 0 0 0 0,-1 0-1 0 0,2-1 1 0 0,0 0 0 0 0,1 0 0 0 0,-5-30 0 0 0,10 43 53 0 0,-1 1 1 0 0,1-1-1 0 0,0 1 1 0 0,0-1 0 0 0,0 1-1 0 0,0-1 1 0 0,0 1-1 0 0,0-1 1 0 0,1 1-1 0 0,-1-1 1 0 0,1 1 0 0 0,0-1-1 0 0,0 1 1 0 0,-1 0-1 0 0,2-1 1 0 0,-1 1-1 0 0,0 0 1 0 0,0 0 0 0 0,1 0-1 0 0,-1 0 1 0 0,1 0-1 0 0,0 0 1 0 0,-1 0-1 0 0,1 0 1 0 0,0 1 0 0 0,0-1-1 0 0,0 1 1 0 0,0-1-1 0 0,1 1 1 0 0,-1 0-1 0 0,0 0 1 0 0,1 0 0 0 0,-1 0-1 0 0,0 0 1 0 0,1 0-1 0 0,-1 1 1 0 0,1-1-1 0 0,-1 1 1 0 0,1 0 0 0 0,-1 0-1 0 0,4 0 1 0 0,4 0 81 0 0,0 1 1 0 0,1 0-1 0 0,-1 1 0 0 0,0 0 1 0 0,0 1-1 0 0,0 0 1 0 0,-1 0-1 0 0,19 10 0 0 0,-11-3 204 0 0,-1 1 0 0 0,0 0 0 0 0,-1 1 0 0 0,0 1 0 0 0,-1 0 0 0 0,-1 1 0 0 0,0 0 0 0 0,17 26-1 0 0,7 16 261 0 0,34 70 0 0 0,-29-49-580 0 0,2 3-1450 0 0,-20-36-5632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0 446 10594 0 0,'0'0'819'0'0,"0"0"-834"0"0,0-1 0 0 0,0 1-1 0 0,0-1 1 0 0,0 1 0 0 0,0 0-1 0 0,0-1 1 0 0,0 1 0 0 0,0 0 0 0 0,0-1-1 0 0,1 1 1 0 0,-1 0 0 0 0,0-1-1 0 0,0 1 1 0 0,0 0 0 0 0,0-1 0 0 0,1 1-1 0 0,-1 0 1 0 0,0-1 0 0 0,0 1-1 0 0,0 0 1 0 0,1 0 0 0 0,-1-1 0 0 0,0 1-1 0 0,1 0 1 0 0,-1 0 0 0 0,0 0-1 0 0,1-1 1 0 0,-1 1 0 0 0,0 0 0 0 0,1 0-1 0 0,-1 0 1 0 0,0 0 0 0 0,1 0-1 0 0,-1 0 1 0 0,1 0 0 0 0,17 3 733 0 0,13 12 602 0 0,32 27-275 0 0,-3 3-1 0 0,56 53 1 0 0,-58-47-289 0 0,115 78-1 0 0,-171-127-733 0 0,51 26 268 0 0,-50-27-268 0 0,0 0 0 0 0,0 0 1 0 0,0 0-1 0 0,1 0 0 0 0,-1 0 0 0 0,0 0 0 0 0,1-1 1 0 0,-1 0-1 0 0,0 0 0 0 0,1 0 0 0 0,-1 0 0 0 0,0 0 1 0 0,1 0-1 0 0,-1-1 0 0 0,4-1 0 0 0,-6 1 48 0 0,1 0 0 0 0,-1 0 0 0 0,0 0 0 0 0,1-1 0 0 0,-1 1 0 0 0,0 0 0 0 0,0-1-1 0 0,0 1 1 0 0,0-1 0 0 0,0 1 0 0 0,0-1 0 0 0,-1 0 0 0 0,1 1 0 0 0,0-1 0 0 0,-1 0 0 0 0,1 1 0 0 0,-1-1-1 0 0,0 0 1 0 0,0 0 0 0 0,0 0 0 0 0,1 1 0 0 0,-2-1 0 0 0,1 0 0 0 0,0 0 0 0 0,-1-3 0 0 0,-8-50 831 0 0,8 51-813 0 0,-119-375 1734 0 0,65 221-1962 0 0,36 101-3 0 0,-4-9-1641 0 0,9 22-2882 0 0,0-3-2265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6913 0 0,'1'44'2378'0'0,"11"88"-1"0"0,-10-117-1929 0 0,2 1 0 0 0,-1-1-1 0 0,2 0 1 0 0,0 0 0 0 0,1-1-1 0 0,0 1 1 0 0,2-1 0 0 0,-1-1-1 0 0,12 15 1 0 0,-14-21-291 0 0,1-1-1 0 0,1 0 1 0 0,-1-1 0 0 0,1 0-1 0 0,0 0 1 0 0,0 0 0 0 0,1-1 0 0 0,-1 0-1 0 0,1-1 1 0 0,0 1 0 0 0,9 1 0 0 0,-14-4-111 0 0,0 1 1 0 0,1-1 0 0 0,-1 0 0 0 0,0-1-1 0 0,1 1 1 0 0,-1-1 0 0 0,1 1 0 0 0,-1-1-1 0 0,1 0 1 0 0,-1 0 0 0 0,1-1 0 0 0,-1 1-1 0 0,1-1 1 0 0,-1 0 0 0 0,1 1 0 0 0,-1-1-1 0 0,0-1 1 0 0,0 1 0 0 0,1-1 0 0 0,-1 1-1 0 0,0-1 1 0 0,0 0 0 0 0,0 0 0 0 0,-1 0-1 0 0,1 0 1 0 0,0-1 0 0 0,-1 1 0 0 0,1-1-1 0 0,1-3 1 0 0,-3 3-30 0 0,1 0 0 0 0,-1 0 0 0 0,-1 0 0 0 0,1 0-1 0 0,0 0 1 0 0,-1 0 0 0 0,0 0 0 0 0,0 0 0 0 0,0-1 0 0 0,0 1 0 0 0,0 0-1 0 0,-1 0 1 0 0,1 0 0 0 0,-1 0 0 0 0,0 0 0 0 0,0 0 0 0 0,0 0 0 0 0,0 0-1 0 0,0 0 1 0 0,-4-5 0 0 0,-3-6-205 0 0,0 0 1 0 0,-16-19-1 0 0,-14-13-597 0 0,-28-39-1539 0 0,59 75 1885 0 0,1 1 0 0 0,1-1 0 0 0,0 0 0 0 0,1 0 0 0 0,0-1 1 0 0,0 1-1 0 0,-3-15 0 0 0,7 22 463 0 0,-1 0 1 0 0,1 0 0 0 0,-1 0 0 0 0,1 0-1 0 0,0 0 1 0 0,0 0 0 0 0,1 0 0 0 0,-1 0 0 0 0,0 0-1 0 0,1 0 1 0 0,0 0 0 0 0,0 1 0 0 0,0-1-1 0 0,0 0 1 0 0,0 0 0 0 0,0 1 0 0 0,1-1-1 0 0,-1 1 1 0 0,1-1 0 0 0,0 1 0 0 0,-1 0-1 0 0,1-1 1 0 0,0 1 0 0 0,1 0 0 0 0,-1 0-1 0 0,0 1 1 0 0,1-1 0 0 0,-1 0 0 0 0,1 1 0 0 0,-1-1-1 0 0,1 1 1 0 0,0 0 0 0 0,3-1 0 0 0,-2 0 132 0 0,1 1 0 0 0,0 0 0 0 0,0 0 0 0 0,0 0 1 0 0,0 1-1 0 0,0 0 0 0 0,0 0 0 0 0,0 0 0 0 0,0 1 1 0 0,0-1-1 0 0,0 1 0 0 0,0 0 0 0 0,0 1 0 0 0,0-1 1 0 0,0 1-1 0 0,-1 0 0 0 0,1 0 0 0 0,6 5 1 0 0,-1 1-36 0 0,0 1 0 0 0,0 0 0 0 0,-1 1 0 0 0,12 16 0 0 0,-15-17-95 0 0,0-1 0 0 0,1 0 0 0 0,0-1 0 0 0,0 0 0 0 0,0 0 0 0 0,1 0 0 0 0,0-1 0 0 0,13 8 0 0 0,-20-14-17 0 0,1 1 0 0 0,-1 0 0 0 0,0-1 0 0 0,0 1 0 0 0,0-1 0 0 0,0 0 0 0 0,1 1 0 0 0,-1-1 0 0 0,0 0 0 0 0,0 0 0 0 0,1 0 0 0 0,-1 0 0 0 0,0 0 0 0 0,0 0 0 0 0,1 0 0 0 0,-1 0 0 0 0,0 0 0 0 0,0-1 0 0 0,1 1 0 0 0,-1 0 0 0 0,0-1 0 0 0,0 1-1 0 0,0-1 1 0 0,0 0 0 0 0,2 0 0 0 0,-1-1 17 0 0,0 0-1 0 0,-1 0 0 0 0,1 0 0 0 0,-1 0 0 0 0,0 0 0 0 0,0-1 0 0 0,1 1 1 0 0,-1 0-1 0 0,-1-1 0 0 0,1 1 0 0 0,0 0 0 0 0,0-4 0 0 0,1-10 190 0 0,0 0 1 0 0,-1 0-1 0 0,-2-22 0 0 0,1 29-53 0 0,-5-53 6 0 0,3 46-422 0 0,0 1-1 0 0,1-1 1 0 0,1 0-1 0 0,0 0 1 0 0,1 0-1 0 0,1 1 1 0 0,0-1-1 0 0,6-18 1 0 0,-8 33 245 0 0,0 0 0 0 0,1 0 0 0 0,-1 0 1 0 0,0 0-1 0 0,1 0 0 0 0,-1 0 1 0 0,1 0-1 0 0,-1 0 0 0 0,1 1 1 0 0,-1-1-1 0 0,1 0 0 0 0,0 0 0 0 0,-1 0 1 0 0,1 1-1 0 0,0-1 0 0 0,0 0 1 0 0,-1 1-1 0 0,1-1 0 0 0,0 1 1 0 0,0-1-1 0 0,0 1 0 0 0,0-1 0 0 0,0 1 1 0 0,0 0-1 0 0,0-1 0 0 0,0 1 1 0 0,0 0-1 0 0,0 0 0 0 0,0 0 1 0 0,0 0-1 0 0,0 0 0 0 0,0 0 0 0 0,0 0 1 0 0,0 0-1 0 0,0 0 0 0 0,0 0 1 0 0,0 0-1 0 0,0 1 0 0 0,0-1 0 0 0,0 0 1 0 0,0 1-1 0 0,-1-1 0 0 0,1 1 1 0 0,0-1-1 0 0,0 1 0 0 0,0-1 1 0 0,0 1-1 0 0,-1 0 0 0 0,1-1 0 0 0,1 2 1 0 0,7 6 486 0 0,-1 0 1 0 0,0 0 0 0 0,13 16-1 0 0,-8-8-101 0 0,-6-9-286 0 0,0-1 0 0 0,0 1 0 0 0,1-1 0 0 0,0-1 0 0 0,0 0 0 0 0,0 0 0 0 0,10 4 0 0 0,-13-7-361 0 0,1 0 1 0 0,-1 0-1 0 0,1-1 0 0 0,-1 0 0 0 0,1 0 0 0 0,0 0 1 0 0,0-1-1 0 0,0 0 0 0 0,-1 0 0 0 0,1 0 0 0 0,0-1 1 0 0,10-2-1 0 0,-2-1-5574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 10594 0 0,'-4'-4'283'0'0,"-6"-4"454"0"0,9 8-534 0 0,4 7-273 0 0,100 143 7423 0 0,-54-90-6081 0 0,86 83 1 0 0,-106-115-1439 0 0,37 49 1 0 0,-30-28-5542 0 0,-12-12-994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0 661 8290 0 0,'0'-2'135'0'0,"1"0"1"0"0,-1-1 0 0 0,0 1-1 0 0,1 0 1 0 0,0-1-1 0 0,-1 1 1 0 0,1 0 0 0 0,0 0-1 0 0,0-1 1 0 0,0 1-1 0 0,1 0 1 0 0,-1 0 0 0 0,0 0-1 0 0,2-1 1 0 0,5-10 318 0 0,24-46 524 0 0,2 1 0 0 0,66-83-1 0 0,34-14-3070 0 0,-112 131 1901 0 0</inkml:trace>
  <inkml:trace contextRef="#ctx0" brushRef="#br0" timeOffset="1">559 283 7834 0 0,'16'-20'703'0'0,"-2"0"0"0"0,0-1 0 0 0,-1 0 1 0 0,-1-1-1 0 0,-1 0 0 0 0,11-31 0 0 0,19-37-2550 0 0,-34 77 1820 0 0</inkml:trace>
  <inkml:trace contextRef="#ctx0" brushRef="#br0" timeOffset="2">754 236 7834 0 0,'-4'4'696'0'0,"3"-2"-560"0"0,1 1-136 0 0,1-2 0 0 0,2-1 624 0 0,1-1 96 0 0,0-2 16 0 0,4-1 8 0 0,5-3-632 0 0,3-4-112 0 0,3-4 0 0 0,-1-5-96 0 0,-1 0-280 0 0,-1-4-56 0 0,2 1-16 0 0,-1-5 0 0 0,-3 0 448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17972 0 0,'9'22'1042'0'0,"3"3"-2723"0"0,-13-23 1501 0 0,-1-1 159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0 379 10138 0 0,'37'-22'1759'0'0,"-9"2"-692"0"0,-2-1 0 0 0,0-2 0 0 0,-1 0 0 0 0,30-38 0 0 0,-22 20-1289 0 0,-2-1-1 0 0,30-55 1 0 0,-46 68-3043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5529 0 0,'-5'10'485'0'0,"1"0"0"0"0,-1 1 0 0 0,2-1 0 0 0,0 1 0 0 0,0-1 0 0 0,1 1 0 0 0,0 0 0 0 0,1 0 0 0 0,0 0 0 0 0,1 0 0 0 0,0 0 1 0 0,2 16-1 0 0,-1-25-350 0 0,0 1 1 0 0,0-1-1 0 0,0 0 1 0 0,0 1-1 0 0,1-1 1 0 0,-1 0-1 0 0,1 0 1 0 0,-1 0-1 0 0,1 0 1 0 0,0 0 0 0 0,0 0-1 0 0,0 0 1 0 0,0-1-1 0 0,0 1 1 0 0,0-1-1 0 0,0 0 1 0 0,1 1-1 0 0,-1-1 1 0 0,0 0 0 0 0,1 0-1 0 0,-1 0 1 0 0,4 0-1 0 0,9 3 380 0 0,-1-1-1 0 0,28 2 1 0 0,-18-3-191 0 0,-11-1-100 0 0,0 1-1 0 0,1 1 1 0 0,-1 0 0 0 0,0 1 0 0 0,21 9 0 0 0,-30-12-204 0 0,-1 1 1 0 0,0 0-1 0 0,0 0 0 0 0,0 1 1 0 0,0-1-1 0 0,-1 1 0 0 0,1-1 1 0 0,0 1-1 0 0,-1 0 1 0 0,0 0-1 0 0,0 0 0 0 0,0 0 1 0 0,0 0-1 0 0,0 1 0 0 0,-1-1 1 0 0,1 1-1 0 0,-1-1 0 0 0,0 1 1 0 0,0-1-1 0 0,0 1 0 0 0,-1 0 1 0 0,1-1-1 0 0,-1 1 0 0 0,0 0 1 0 0,-1 6-1 0 0,-9 63-475 0 0,5-46-26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1 439 9218 0 0,'39'41'3093'0'0,"-6"-7"-1140"0"0,0-2-1 0 0,2 0 1 0 0,58 38 0 0 0,-40-37-1340 0 0,2-2 0 0 0,96 38 0 0 0,-149-68-598 0 0,0 0 0 0 0,0 0 0 0 0,0 0 1 0 0,0-1-1 0 0,0 1 0 0 0,0-1 0 0 0,0 1 1 0 0,0-1-1 0 0,0 0 0 0 0,0 0 0 0 0,1 0 0 0 0,-1 0 1 0 0,0 0-1 0 0,0 0 0 0 0,0-1 0 0 0,0 1 1 0 0,0-1-1 0 0,0 1 0 0 0,0-1 0 0 0,0 0 0 0 0,0 0 1 0 0,3-2-1 0 0,-3 1 13 0 0,0 0 1 0 0,0 0-1 0 0,-1-1 1 0 0,1 1-1 0 0,-1 0 1 0 0,0-1-1 0 0,1 0 1 0 0,-1 1-1 0 0,0-1 1 0 0,-1 0-1 0 0,1 1 1 0 0,0-1-1 0 0,-1 0 1 0 0,0 0-1 0 0,1 0 1 0 0,-1 1-1 0 0,0-4 1 0 0,-1-46 247 0 0,-13-102-1 0 0,-24-51 371 0 0,25 143-590 0 0,-30-161-2650 0 0,36 189-5158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0,'16'13'3215'0'0,"34"21"-1"0"0,-36-25-2385 0 0,22 12 102 0 0,-1-1 0 0 0,2-2 0 0 0,1-2 0 0 0,39 12 0 0 0,163 37-1282 0 0,-200-56-290 0 0,-16-3-5599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9218 0 0,'-3'4'147'0'0,"1"-1"0"0"0,0 1 0 0 0,0 0 0 0 0,1 0 0 0 0,-1 0-1 0 0,1 1 1 0 0,0-1 0 0 0,0 0 0 0 0,0 0 0 0 0,0 9 0 0 0,2 49 1106 0 0,1-28-1111 0 0,-2-11-184 0 0,19 436 1165 0 0,-11-381-2422 0 0,-9-45 1075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9674 0 0,'0'-1'29'0'0,"0"1"1"0"0,0 0-1 0 0,0-1 1 0 0,1 1-1 0 0,-1 0 0 0 0,0 0 1 0 0,0-1-1 0 0,0 1 1 0 0,0 0-1 0 0,0 0 0 0 0,0-1 1 0 0,0 1-1 0 0,0 0 1 0 0,0 0-1 0 0,1-1 0 0 0,-1 1 1 0 0,0 0-1 0 0,0 0 1 0 0,0 0-1 0 0,0-1 0 0 0,1 1 1 0 0,-1 0-1 0 0,0 0 1 0 0,0 0-1 0 0,0 0 0 0 0,1-1 1 0 0,-1 1-1 0 0,0 0 1 0 0,0 0-1 0 0,1 0 0 0 0,-1 0 1 0 0,0 0-1 0 0,0 0 1 0 0,1 0-1 0 0,-1 0 0 0 0,0 0 1 0 0,1 0-1 0 0,-1 0 1 0 0,0 0-1 0 0,0 0 0 0 0,1 0 1 0 0,-1 0-1 0 0,0 0 1 0 0,0 0-1 0 0,1 0 0 0 0,-1 0 1 0 0,14 13 720 0 0,8 23 541 0 0,-21-35-1171 0 0,56 111 4338 0 0,-35-64-3246 0 0,51 78 0 0 0,-57-103-1286 0 0,39 52 171 0 0,-13-34-2829 0 0,-31-34 475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 5065 0 0,'0'3'300'0'0,"0"0"0"0"0,0 0 0 0 0,0 0-1 0 0,1 0 1 0 0,-1 0 0 0 0,1 0 0 0 0,0 0 0 0 0,0 0 0 0 0,0 0 0 0 0,0 0-1 0 0,0 0 1 0 0,1-1 0 0 0,2 5 0 0 0,1 4-48 0 0,5 13 532 0 0,0-1-1 0 0,2 0 1 0 0,1-1 0 0 0,0 0-1 0 0,2-1 1 0 0,26 30-1 0 0,-33-42-563 0 0,1-1-1 0 0,0 1 0 0 0,0-2 0 0 0,1 1 1 0 0,0-1-1 0 0,0-1 0 0 0,1 0 0 0 0,0 0 1 0 0,0-1-1 0 0,0-1 0 0 0,1 0 1 0 0,-1 0-1 0 0,1-1 0 0 0,0 0 0 0 0,0-1 1 0 0,13 0-1 0 0,-20-1-148 0 0,-1-1 0 0 0,0 0-1 0 0,0 0 1 0 0,0 0 0 0 0,0-1 0 0 0,0 0-1 0 0,0 1 1 0 0,1-1 0 0 0,-1-1 0 0 0,-1 1 0 0 0,1 0-1 0 0,0-1 1 0 0,0 0 0 0 0,-1 0 0 0 0,1 0-1 0 0,-1 0 1 0 0,1-1 0 0 0,-1 1 0 0 0,0-1 0 0 0,0 0-1 0 0,0 0 1 0 0,0 0 0 0 0,-1 0 0 0 0,1-1-1 0 0,-1 1 1 0 0,0-1 0 0 0,0 1 0 0 0,0-1 0 0 0,0 0-1 0 0,-1 0 1 0 0,1 0 0 0 0,-1 0 0 0 0,0 0-1 0 0,0 0 1 0 0,0-6 0 0 0,0-2-16 0 0,-1 1-1 0 0,0 0 1 0 0,0 0-1 0 0,-1-1 1 0 0,-1 1 0 0 0,1 0-1 0 0,-2 0 1 0 0,0 0 0 0 0,0 0-1 0 0,-1 1 1 0 0,0-1-1 0 0,-6-10 1 0 0,4 12-10 0 0,0 0 0 0 0,0 0 0 0 0,0 0 1 0 0,-1 0-1 0 0,0 1 0 0 0,-1 0 0 0 0,0 1 0 0 0,0 0 0 0 0,-1 0 1 0 0,0 1-1 0 0,0 0 0 0 0,0 0 0 0 0,-1 1 0 0 0,0 0 0 0 0,-11-3 1 0 0,10 4-236 0 0,0 1 0 0 0,-1 1 0 0 0,1 0 0 0 0,-1 0 0 0 0,-19 1 0 0 0,16 1-1127 0 0,0 1 0 0 0,-1 1 0 0 0,1 1 0 0 0,-18 5 1 0 0,14-3-5139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18 8754 0 0,'-14'-17'4235'0'0,"14"17"-4172"0"0,0 0 0 0 0,0 0 0 0 0,0 1 0 0 0,-10 34 3177 0 0,-1 28-2167 0 0,-4 0-1 0 0,-28 78 1 0 0,43-140-1067 0 0,0 0 1 0 0,0 0 0 0 0,-1 1-1 0 0,1-1 1 0 0,-1 0-1 0 0,1 0 1 0 0,-1 0-1 0 0,1 0 1 0 0,-1 1 0 0 0,0-1-1 0 0,1 0 1 0 0,-1 0-1 0 0,0 0 1 0 0,0-1-1 0 0,0 1 1 0 0,1 0 0 0 0,-1 0-1 0 0,0 0 1 0 0,0 0-1 0 0,-1-1 1 0 0,1 1-1 0 0,0-1 1 0 0,0 1 0 0 0,0-1-1 0 0,0 1 1 0 0,0-1-1 0 0,-1 1 1 0 0,1-1-1 0 0,0 0 1 0 0,0 0 0 0 0,-2 0-1 0 0,1 0-5 0 0,1-1 0 0 0,-1 0-1 0 0,1 0 1 0 0,0 0 0 0 0,-1 0 0 0 0,1-1 0 0 0,0 1-1 0 0,0 0 1 0 0,-1 0 0 0 0,1-1 0 0 0,0 1-1 0 0,1 0 1 0 0,-1-1 0 0 0,0 1 0 0 0,0-1-1 0 0,1 0 1 0 0,-1 1 0 0 0,0-1 0 0 0,1 1 0 0 0,0-1-1 0 0,-1 0 1 0 0,1-2 0 0 0,-3-13 22 0 0,2 1 0 0 0,0 0 0 0 0,0-1 0 0 0,2 1 1 0 0,4-31-1 0 0,-4 39-59 0 0,1 0 1 0 0,0-1 0 0 0,0 1 0 0 0,0 1-1 0 0,1-1 1 0 0,1 0 0 0 0,-1 1 0 0 0,1-1-1 0 0,1 1 1 0 0,-1 0 0 0 0,1 1 0 0 0,0-1-1 0 0,9-8 1 0 0,-13 14 39 0 0,0 0 0 0 0,0 0 0 0 0,1 0-1 0 0,-1 0 1 0 0,0 1 0 0 0,0-1 0 0 0,1 0 0 0 0,-1 1 0 0 0,1-1-1 0 0,-1 0 1 0 0,0 1 0 0 0,1 0 0 0 0,-1-1 0 0 0,1 1-1 0 0,-1 0 1 0 0,1 0 0 0 0,-1 0 0 0 0,1 0 0 0 0,0 0 0 0 0,-1 0-1 0 0,1 0 1 0 0,1 1 0 0 0,-1 0 18 0 0,0 0-1 0 0,1 0 1 0 0,-1 0-1 0 0,0 1 1 0 0,0-1 0 0 0,1 1-1 0 0,-1-1 1 0 0,0 1-1 0 0,-1 0 1 0 0,1 0 0 0 0,3 4-1 0 0,3 6 238 0 0,-1 0 1 0 0,0 1-1 0 0,10 24 0 0 0,-14-29-42 0 0,26 64 475 0 0,19 81 0 0 0,-23-55-6976 0 0,-15-53-707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9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2761 0 0,'15'-20'5677'0'0,"34"-37"-3139"0"0,-21 28-1269 0 0,108-98 1046 0 0,-109 107-7457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6913 0 0,'-1'1'100'0'0,"1"0"0"0"0,0-1-1 0 0,-1 1 1 0 0,1 0-1 0 0,0-1 1 0 0,0 1-1 0 0,0 0 1 0 0,0 0-1 0 0,0-1 1 0 0,-1 1-1 0 0,1 0 1 0 0,1 0-1 0 0,-1-1 1 0 0,0 1-1 0 0,0 0 1 0 0,0 0-1 0 0,0-1 1 0 0,0 1-1 0 0,1 0 1 0 0,-1-1-1 0 0,0 1 1 0 0,0 0-1 0 0,1-1 1 0 0,0 2-1 0 0,8 26 398 0 0,16 37 715 0 0,3-1-1 0 0,3-1 0 0 0,3-2 1 0 0,72 100-1 0 0,-79-126-1961 0 0,3-1-1 0 0,1-1 1 0 0,38 31-1 0 0,-48-45-295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0,'1'9'136'0'0,"1"-1"0"0"0,0 0 0 0 0,1 0-1 0 0,0 0 1 0 0,0 0 0 0 0,1 0 0 0 0,0-1 0 0 0,6 11 0 0 0,2 2-15 0 0,4 11 476 0 0,1 0-1 0 0,1-1 0 0 0,2-2 1 0 0,33 39-1 0 0,-42-56-379 0 0,0-1 0 0 0,0 0 0 0 0,1 0 0 0 0,0-1-1 0 0,0-1 1 0 0,1 0 0 0 0,0-1 0 0 0,1 0 0 0 0,0-1 0 0 0,0 0 0 0 0,0-2 0 0 0,30 7 0 0 0,-35-9-139 0 0,1-1 1 0 0,0 0-1 0 0,0-1 1 0 0,0 0 0 0 0,-1 0-1 0 0,1-1 1 0 0,0 0-1 0 0,-1-1 1 0 0,20-5-1 0 0,-27 6-51 0 0,1-1-1 0 0,-1 1 0 0 0,1 0 0 0 0,-1 0 0 0 0,0-1 0 0 0,0 1 1 0 0,0-1-1 0 0,0 0 0 0 0,0 0 0 0 0,0 0 0 0 0,0 0 0 0 0,0 0 1 0 0,-1 0-1 0 0,1 0 0 0 0,-1 0 0 0 0,2-5 0 0 0,-2 4-14 0 0,0 0-1 0 0,0-1 1 0 0,-1 1 0 0 0,1-1-1 0 0,-1 1 1 0 0,0-1-1 0 0,0 1 1 0 0,-1 0-1 0 0,1-1 1 0 0,0 1-1 0 0,-1-1 1 0 0,0 1-1 0 0,0 0 1 0 0,0-1 0 0 0,-1 1-1 0 0,-1-4 1 0 0,-4-8-54 0 0,-1 1 1 0 0,-1 0-1 0 0,0 0 1 0 0,-1 0 0 0 0,0 1-1 0 0,-1 1 1 0 0,0 0-1 0 0,-1 0 1 0 0,-1 1-1 0 0,-20-14 1 0 0,15 13-419 0 0,-1 1 0 0 0,0 1 0 0 0,-1 0 0 0 0,0 1 0 0 0,0 1 0 0 0,-1 1 0 0 0,-31-6 0 0 0,12 5-2114 0 0,23 2-1905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7 259 14283 0 0,'-1'-2'38'0'0,"0"1"-1"0"0,0-1 1 0 0,1 1 0 0 0,-1-1-1 0 0,0 1 1 0 0,1-1-1 0 0,0 0 1 0 0,-1 1 0 0 0,1-1-1 0 0,0 0 1 0 0,0 1-1 0 0,-1-1 1 0 0,1 0 0 0 0,1 1-1 0 0,-1-1 1 0 0,0 0 0 0 0,0 1-1 0 0,1-1 1 0 0,-1 0-1 0 0,1 1 1 0 0,-1-1 0 0 0,1 0-1 0 0,0 1 1 0 0,-1-1 0 0 0,1 1-1 0 0,0 0 1 0 0,2-3-1 0 0,33-46-561 0 0,-27 38 1313 0 0,12-14 183 0 0,1 0-1 0 0,27-23 1 0 0,-4 11-6074 0 0,-32 27-654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46 3225 0 0,'-1'-1'87'0'0,"1"0"1"0"0,-1-1 0 0 0,1 1-1 0 0,0 0 1 0 0,0-1-1 0 0,0 1 1 0 0,0 0 0 0 0,0 0-1 0 0,0-1 1 0 0,0 1-1 0 0,0 0 1 0 0,1-1 0 0 0,-1 1-1 0 0,0 0 1 0 0,1-1-1 0 0,-1 1 1 0 0,1 0 0 0 0,-1 0-1 0 0,1 0 1 0 0,0 0 0 0 0,-1-1-1 0 0,1 1 1 0 0,0 0-1 0 0,0 0 1 0 0,0 0 0 0 0,0 0-1 0 0,0 1 1 0 0,0-1-1 0 0,0 0 1 0 0,0 0 0 0 0,0 1-1 0 0,0-1 1 0 0,1 0-1 0 0,1 0 1 0 0,-1 0 111 0 0,1 0 0 0 0,-1 0 1 0 0,0 0-1 0 0,0 1 0 0 0,1-1 0 0 0,-1 1 1 0 0,0-1-1 0 0,1 1 0 0 0,-1 0 0 0 0,1 0 1 0 0,-1 0-1 0 0,0 0 0 0 0,1 0 0 0 0,-1 0 0 0 0,0 1 1 0 0,1-1-1 0 0,-1 1 0 0 0,0 0 0 0 0,3 1 1 0 0,0 2 200 0 0,0-1 1 0 0,-1 1 0 0 0,0 1 0 0 0,0-1-1 0 0,0 1 1 0 0,0-1 0 0 0,-1 1 0 0 0,1 0 0 0 0,-1 0-1 0 0,4 11 1 0 0,20 62 1339 0 0,-21-59-1294 0 0,-1-4-284 0 0,-1 0 0 0 0,0 0 1 0 0,-1 1-1 0 0,-1-1 0 0 0,0 1 0 0 0,-1 26 0 0 0,-1-38-149 0 0,0 0 1 0 0,-1 0 0 0 0,0-1-1 0 0,1 1 1 0 0,-1 0 0 0 0,-1-1-1 0 0,1 1 1 0 0,0-1-1 0 0,-1 1 1 0 0,0-1 0 0 0,0 0-1 0 0,0 1 1 0 0,0-1 0 0 0,0 0-1 0 0,-1 0 1 0 0,1-1-1 0 0,-1 1 1 0 0,0 0 0 0 0,0-1-1 0 0,0 0 1 0 0,0 0 0 0 0,0 0-1 0 0,-1 0 1 0 0,1 0-1 0 0,0 0 1 0 0,-1-1 0 0 0,1 0-1 0 0,-1 0 1 0 0,0 0-1 0 0,1 0 1 0 0,-1 0 0 0 0,0-1-1 0 0,-4 1 1 0 0,2-1 1 0 0,0 0 0 0 0,0 0-1 0 0,0 0 1 0 0,0-1 0 0 0,0 1 0 0 0,0-1 0 0 0,0-1 0 0 0,1 1 0 0 0,-1-1-1 0 0,0 0 1 0 0,1-1 0 0 0,-1 1 0 0 0,1-1 0 0 0,0 0 0 0 0,0-1 0 0 0,0 1-1 0 0,0-1 1 0 0,0 0 0 0 0,-4-5 0 0 0,4 4-64 0 0,0-1 0 0 0,0 0 0 0 0,1 0 0 0 0,0 0 0 0 0,0-1 0 0 0,1 1 1 0 0,0-1-1 0 0,0 0 0 0 0,0 0 0 0 0,1 0 0 0 0,0 0 0 0 0,1 0 0 0 0,-1-1 0 0 0,1 1 0 0 0,0-11 1 0 0,1 17-5 0 0,0-1 1 0 0,0 0-1 0 0,0 0 1 0 0,0 0-1 0 0,0 0 1 0 0,0 0-1 0 0,1 0 1 0 0,-1 1-1 0 0,1-1 1 0 0,-1 0-1 0 0,1 0 1 0 0,-1 1-1 0 0,1-1 1 0 0,0 0-1 0 0,0 1 1 0 0,0-1-1 0 0,0 0 1 0 0,0 1-1 0 0,1-1 1 0 0,-1 1-1 0 0,3-2 1 0 0,-2 2 33 0 0,-1 0 0 0 0,1 0 0 0 0,0 1 0 0 0,0-1 1 0 0,0 1-1 0 0,0 0 0 0 0,0-1 0 0 0,0 1 1 0 0,0 0-1 0 0,0 0 0 0 0,0 0 0 0 0,0 0 0 0 0,0 1 1 0 0,0-1-1 0 0,0 1 0 0 0,3 0 0 0 0,8 4 131 0 0,-1 0 0 0 0,0 1 0 0 0,0 1 0 0 0,18 12 0 0 0,13 15 621 0 0,-2 1 1 0 0,-1 3 0 0 0,36 41-1 0 0,-62-64-629 0 0,14 17-315 0 0,-1 1 0 0 0,-2 0-1 0 0,25 44 1 0 0,-22-25-6663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6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1543 9674 0 0,'-9'1'313'0'0,"-33"4"817"0"0,40-5-1039 0 0,0 0 0 0 0,-1 0 0 0 0,1 0 0 0 0,0 0 0 0 0,0 0-1 0 0,0 0 1 0 0,-1-1 0 0 0,1 1 0 0 0,0-1 0 0 0,0 1 0 0 0,0-1-1 0 0,0 0 1 0 0,0 0 0 0 0,-2-1 0 0 0,4 1-64 0 0,-1 1 1 0 0,1-1-1 0 0,0 1 1 0 0,0-1-1 0 0,-1 1 1 0 0,1-1-1 0 0,0 1 1 0 0,0-1-1 0 0,0 0 1 0 0,0 1-1 0 0,0-1 0 0 0,0 1 1 0 0,0-1-1 0 0,0 1 1 0 0,0-1-1 0 0,0 1 1 0 0,0-1-1 0 0,0 0 1 0 0,1 1-1 0 0,-1-1 1 0 0,0 1-1 0 0,0-1 0 0 0,1 1 1 0 0,-1-1-1 0 0,0 1 1 0 0,0-1-1 0 0,1 1 1 0 0,-1 0-1 0 0,0-1 1 0 0,1 0-1 0 0,14-15 252 0 0,-12 14-242 0 0,321-323 399 0 0,-98 120-380 0 0,-14 13 199 0 0,203-164 790 0 0,-254 229-442 0 0,-69 52 107 0 0,190-117 0 0 0,-218 158-880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65 5985 0 0,'-1'-6'679'0'0,"-1"0"-1"0"0,0-1 1 0 0,0 1-1 0 0,0 0 1 0 0,-1 0 0 0 0,0 0-1 0 0,0 1 1 0 0,0-1-1 0 0,-5-5 1 0 0,11 50 2505 0 0,98 681-207 0 0,-99-706-2997 0 0,20 165-2853 0 0,-15-142 1259 0 0,1 0 1 0 0,22 61-1 0 0,-24-84-3223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2304 0 0,'21'26'4680'0'0,"103"111"1668"0"0,58 68-4509 0 0,-152-169-1501 0 0,2-1-1 0 0,59 50 1 0 0,-73-71-215 0 0,1 0-1 0 0,0-1 1 0 0,1-1-1 0 0,1-1 1 0 0,0-1 0 0 0,0 0-1 0 0,32 8 1 0 0,-51-17-96 0 0,0 0 1 0 0,0-1-1 0 0,0 1 0 0 0,0-1 1 0 0,1 1-1 0 0,-1-1 0 0 0,0 0 1 0 0,0 0-1 0 0,1 0 0 0 0,-1 0 1 0 0,0 0-1 0 0,0-1 0 0 0,1 1 1 0 0,-1-1-1 0 0,0 1 0 0 0,0-1 1 0 0,0 0-1 0 0,0 0 0 0 0,3-1 1 0 0,-4 0 26 0 0,1 1 0 0 0,-1-1 0 0 0,0 1 0 0 0,0-1 0 0 0,0 0 0 0 0,0 0 0 0 0,-1 1 1 0 0,1-1-1 0 0,0 0 0 0 0,-1 0 0 0 0,1 0 0 0 0,-1 0 0 0 0,0 1 0 0 0,1-1 0 0 0,-1 0 0 0 0,0 0 0 0 0,0 0 1 0 0,0 0-1 0 0,-1 0 0 0 0,1 0 0 0 0,0 0 0 0 0,-2-3 0 0 0,-7-32 854 0 0,-2 0 0 0 0,-23-50 0 0 0,8 21-551 0 0,1 4-231 0 0,13 35-358 0 0,1-1 0 0 0,1-1-1 0 0,2 1 1 0 0,0-2-1 0 0,2 1 1 0 0,-2-31-1 0 0,9 34-1852 0 0,5 5-4684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3 194 4609 0 0,'-1'-4'956'0'0,"0"-1"1"0"0,1 1-1 0 0,0 0 0 0 0,-1 0 1 0 0,1-1-1 0 0,1 1 0 0 0,3-10 4021 0 0,-3 14-4904 0 0,5 23 1376 0 0,-5-14-1367 0 0,0-1-1 0 0,1 1 0 0 0,1 0 1 0 0,-1-1-1 0 0,1 1 0 0 0,1-1 1 0 0,0 0-1 0 0,8 13 0 0 0,-10-18-62 0 0,-1-1-1 0 0,1 0 1 0 0,1 0-1 0 0,-1 1 1 0 0,0-2-1 0 0,0 1 1 0 0,1 0-1 0 0,-1 0 1 0 0,1-1-1 0 0,-1 1 1 0 0,1-1-1 0 0,0 0 1 0 0,-1 0-1 0 0,1 0 1 0 0,0 0-1 0 0,0 0 1 0 0,0-1-1 0 0,0 1 1 0 0,0-1-1 0 0,0 0 1 0 0,0 1-1 0 0,0-2 1 0 0,0 1 0 0 0,0 0-1 0 0,0-1 1 0 0,-1 1-1 0 0,1-1 1 0 0,0 0-1 0 0,0 0 1 0 0,5-2-1 0 0,-5 2-29 0 0,0 0 1 0 0,0-1-1 0 0,-1 1 0 0 0,1 0 1 0 0,0-1-1 0 0,-1 0 0 0 0,1 0 1 0 0,-1 0-1 0 0,0 0 0 0 0,0 0 1 0 0,1 0-1 0 0,-1 0 0 0 0,-1-1 1 0 0,1 1-1 0 0,0-1 0 0 0,-1 0 1 0 0,1 1-1 0 0,-1-1 0 0 0,2-4 1 0 0,-2 2-33 0 0,0-1 1 0 0,0 1-1 0 0,-1 0 0 0 0,1 0 1 0 0,-1-1-1 0 0,0 1 1 0 0,-1 0-1 0 0,1-1 1 0 0,-1 1-1 0 0,-2-8 1 0 0,-3-3-69 0 0,0-1 0 0 0,-1 1 0 0 0,0 0 0 0 0,-1 0 0 0 0,-19-25 0 0 0,24 36 119 0 0,-1 0 0 0 0,0 0-1 0 0,-1 1 1 0 0,1 0 0 0 0,-1 0 0 0 0,0 0 0 0 0,0 0-1 0 0,-6-3 1 0 0,9 5-110 0 0,-1 1-1 0 0,1 0 1 0 0,0 0-1 0 0,0 0 1 0 0,0 1-1 0 0,-1-1 1 0 0,1 0-1 0 0,0 1 1 0 0,-1 0-1 0 0,1-1 1 0 0,0 1-1 0 0,-1 0 1 0 0,1 0-1 0 0,-1 0 1 0 0,1 1-1 0 0,0-1 1 0 0,-1 1-1 0 0,1-1 1 0 0,0 1-1 0 0,-1 0 1 0 0,1-1-1 0 0,0 1 1 0 0,0 0-1 0 0,-4 3 1 0 0,1 6-2907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3681 0 0,'0'2'206'0'0,"0"0"1"0"0,0 0-1 0 0,0-1 1 0 0,1 1-1 0 0,-1 0 1 0 0,0-1-1 0 0,1 1 0 0 0,-1-1 1 0 0,1 1-1 0 0,0 0 1 0 0,-1-1-1 0 0,1 1 1 0 0,0-1-1 0 0,0 1 1 0 0,0-1-1 0 0,0 0 1 0 0,0 1-1 0 0,0-1 1 0 0,0 0-1 0 0,1 0 0 0 0,-1 0 1 0 0,2 1-1 0 0,38 30 2241 0 0,-31-25-1891 0 0,25 18 830 0 0,-15-11-716 0 0,-1 0 0 0 0,34 33-1 0 0,-40-24-501 0 0,-8-54-313 0 0,7-102-297 0 0,-10 117 456 0 0,1 1 0 0 0,0 0 0 0 0,2 1 0 0 0,0-1 0 0 0,0 1 0 0 0,13-24 0 0 0,-16 35 38 0 0,0 0 1 0 0,0 0-1 0 0,0 0 1 0 0,0 0-1 0 0,1 1 1 0 0,-1-1-1 0 0,1 1 1 0 0,0 0-1 0 0,-1 0 1 0 0,1 0-1 0 0,0 0 0 0 0,0 0 1 0 0,0 0-1 0 0,1 1 1 0 0,-1-1-1 0 0,0 1 1 0 0,5-1-1 0 0,-6 2 1 0 0,1 0-1 0 0,-1 0 1 0 0,0 0-1 0 0,0 0 0 0 0,1 0 1 0 0,-1 1-1 0 0,0-1 1 0 0,0 1-1 0 0,1-1 1 0 0,-1 1-1 0 0,0 0 0 0 0,0 0 1 0 0,0 0-1 0 0,0 0 1 0 0,0 0-1 0 0,0 1 1 0 0,0-1-1 0 0,0 0 0 0 0,-1 1 1 0 0,1-1-1 0 0,-1 1 1 0 0,1 0-1 0 0,-1 0 1 0 0,1 0-1 0 0,-1-1 0 0 0,0 1 1 0 0,1 3-1 0 0,12 23-252 0 0,-2 0-1 0 0,-1 1 0 0 0,9 41 0 0 0,-7-28-1248 0 0,1 5-3903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2 180 5985 0 0,'0'0'36'0'0,"0"1"1"0"0,0-1-1 0 0,-1 1 0 0 0,1-1 0 0 0,0 1 0 0 0,0-1 0 0 0,0 1 0 0 0,0-1 0 0 0,-1 1 0 0 0,1 0 1 0 0,0-1-1 0 0,0 1 0 0 0,0-1 0 0 0,0 1 0 0 0,1-1 0 0 0,-1 1 0 0 0,0 0 0 0 0,0-1 0 0 0,0 1 1 0 0,0-1-1 0 0,0 1 0 0 0,1-1 0 0 0,-1 1 0 0 0,0-1 0 0 0,1 1 0 0 0,-1-1 0 0 0,0 1 0 0 0,1-1 1 0 0,-1 1-1 0 0,0-1 0 0 0,1 0 0 0 0,-1 1 0 0 0,1-1 0 0 0,-1 0 0 0 0,1 1 0 0 0,19-9 1696 0 0,-15 5-1551 0 0,20-14 1186 0 0,0-1 0 0 0,-1-1 0 0 0,35-37 0 0 0,12-8-3625 0 0,-57 52 1316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159 242 8754 0 0,'-1'0'73'0'0,"0"1"-1"0"0,0-1 1 0 0,0 1-1 0 0,0-1 1 0 0,0 0 0 0 0,1 1-1 0 0,-1-1 1 0 0,0 1 0 0 0,0 0-1 0 0,0-1 1 0 0,1 1 0 0 0,-1 0-1 0 0,0 0 1 0 0,0-1-1 0 0,1 1 1 0 0,-1 0 0 0 0,1 0-1 0 0,-1 0 1 0 0,1 0 0 0 0,-1 0-1 0 0,1 0 1 0 0,0-1 0 0 0,-1 1-1 0 0,1 0 1 0 0,0 2 0 0 0,7 27 1761 0 0,-6-28-1756 0 0,99 207 5894 0 0,-17-43-5742 0 0,-72-142-935 0 0</inkml:trace>
  <inkml:trace contextRef="#ctx0" brushRef="#br0" timeOffset="1">34 74 5529 0 0,'-3'-1'237'0'0,"1"-1"0"0"0,-1 0 1 0 0,1 0-1 0 0,-1 1 0 0 0,1-2 0 0 0,0 1 0 0 0,0 0 0 0 0,0 0 0 0 0,0-1 1 0 0,0 1-1 0 0,1-1 0 0 0,-3-5 0 0 0,3 7-85 0 0,1 0-1 0 0,-1 0 1 0 0,1 0-1 0 0,0 0 1 0 0,-1 0 0 0 0,1 0-1 0 0,0-1 1 0 0,0 1 0 0 0,0 0-1 0 0,0 0 1 0 0,0 0-1 0 0,0-1 1 0 0,0 1 0 0 0,0 0-1 0 0,0 0 1 0 0,0 0-1 0 0,1 0 1 0 0,-1-1 0 0 0,1 1-1 0 0,-1 0 1 0 0,0 0 0 0 0,1 0-1 0 0,0 0 1 0 0,-1 0-1 0 0,1 0 1 0 0,0 0 0 0 0,-1 0-1 0 0,1 0 1 0 0,0 1-1 0 0,0-1 1 0 0,0 0 0 0 0,0 0-1 0 0,0 1 1 0 0,0-1-1 0 0,0 0 1 0 0,2 0 0 0 0,-1 0-83 0 0,-1 1 0 0 0,1-1 0 0 0,0 1 0 0 0,0 0 0 0 0,-1-1 0 0 0,1 1 0 0 0,0 0 0 0 0,0 0 0 0 0,0 0 0 0 0,0 0 0 0 0,-1 1 1 0 0,1-1-1 0 0,0 0 0 0 0,0 1 0 0 0,-1-1 0 0 0,3 2 0 0 0,28 13-1027 0 0,-26-12 348 0 0,11 7-4392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5985 0 0,'14'4'804'0'0,"0"1"-1"0"0,0 0 0 0 0,0 1 0 0 0,-1 1 1 0 0,0 0-1 0 0,0 1 0 0 0,-1 1 1 0 0,21 17-1 0 0,-22-16-677 0 0,0 1 0 0 0,-1 0 1 0 0,0 1-1 0 0,-1-1 0 0 0,0 2 0 0 0,-1 0 1 0 0,0 0-1 0 0,9 23 0 0 0,-14-30-1339 0 0,-9-25 664 0 0,-15-54 131 0 0,14 37 654 0 0,2 0 0 0 0,0-39 0 0 0,4 61-67 0 0,1 0-1 0 0,1 0 1 0 0,1 1-1 0 0,0-1 0 0 0,0 1 1 0 0,2-1-1 0 0,-1 1 1 0 0,11-23-1 0 0,-14 35-156 0 0,1-1 0 0 0,0 1 1 0 0,-1 0-1 0 0,1-1 0 0 0,0 1 0 0 0,0-1 1 0 0,0 1-1 0 0,0 0 0 0 0,0 0 0 0 0,0 0 0 0 0,0-1 1 0 0,0 1-1 0 0,1 0 0 0 0,-1 0 0 0 0,0 1 0 0 0,1-1 1 0 0,-1 0-1 0 0,0 0 0 0 0,1 1 0 0 0,-1-1 0 0 0,1 0 1 0 0,-1 1-1 0 0,1 0 0 0 0,0-1 0 0 0,-1 1 1 0 0,1 0-1 0 0,-1 0 0 0 0,1 0 0 0 0,0 0 0 0 0,-1 0 1 0 0,1 0-1 0 0,-1 0 0 0 0,3 1 0 0 0,-1 1-89 0 0,1-1 0 0 0,-1 1 0 0 0,1 0 0 0 0,-1 0-1 0 0,0 0 1 0 0,0 0 0 0 0,0 1 0 0 0,0-1 0 0 0,0 1-1 0 0,0 0 1 0 0,-1 0 0 0 0,5 6 0 0 0,7 12-4864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0 175 6449 0 0,'43'31'5472'0'0,"2"-2"-4851"0"0,-19-11 122 0 0,1-1 1 0 0,0-1 0 0 0,1-1-1 0 0,1-1 1 0 0,44 14 0 0 0,-72-28-742 0 0,-1 0 1 0 0,0 0-1 0 0,0 0 0 0 0,1 0 1 0 0,-1 0-1 0 0,0 0 1 0 0,0 0-1 0 0,0 0 1 0 0,1 0-1 0 0,-1 0 1 0 0,0 0-1 0 0,0 0 0 0 0,1 0 1 0 0,-1 0-1 0 0,0 0 1 0 0,0 0-1 0 0,1 0 1 0 0,-1 0-1 0 0,0 0 1 0 0,0 0-1 0 0,0-1 0 0 0,1 1 1 0 0,-1 0-1 0 0,0 0 1 0 0,0 0-1 0 0,0 0 1 0 0,1 0-1 0 0,-1-1 1 0 0,0 1-1 0 0,0 0 0 0 0,0 0 1 0 0,0 0-1 0 0,0-1 1 0 0,1 1-1 0 0,-1 0 1 0 0,0 0-1 0 0,0-1 1 0 0,0-12 220 0 0,-9-16 288 0 0,8 27-450 0 0,-20-54 552 0 0,5 17-1320 0 0,3 0 0 0 0,-11-48-1 0 0,17 49-425 0 0,3 3-10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0 466 1376 0 0,'5'8'65'0'0,"0"0"0"0"0,0-1 0 0 0,1 1-1 0 0,0-1 1 0 0,0-1 0 0 0,12 10 0 0 0,-15-13 39 0 0,1-1 1 0 0,-1 1 0 0 0,1-1 0 0 0,-1 0-1 0 0,1 0 1 0 0,0 0 0 0 0,0 0-1 0 0,0-1 1 0 0,0 0 0 0 0,0 0 0 0 0,0 0-1 0 0,0 0 1 0 0,0 0 0 0 0,0-1 0 0 0,0 0-1 0 0,7 0 1 0 0,-8-1-21 0 0,-1 0 0 0 0,0 1 0 0 0,0-1 0 0 0,0 0-1 0 0,0 0 1 0 0,0 0 0 0 0,-1-1 0 0 0,1 1 0 0 0,0 0 0 0 0,0-1-1 0 0,-1 1 1 0 0,1-1 0 0 0,-1 0 0 0 0,1 1 0 0 0,-1-1 0 0 0,0 0 0 0 0,0 0-1 0 0,0 0 1 0 0,0 0 0 0 0,0 0 0 0 0,0 0 0 0 0,0 0 0 0 0,0 0 0 0 0,-1 0-1 0 0,1 0 1 0 0,-1 0 0 0 0,0-3 0 0 0,2-7 173 0 0,-1 1 1 0 0,0-1 0 0 0,-2-20-1 0 0,-47-349 5284 0 0,46 371-5389 0 0,2 5-68 0 0,-1-1 1 0 0,0 1-1 0 0,0 0 1 0 0,-1 0-1 0 0,1 0 1 0 0,-5-9-1 0 0,1 49 351 0 0,4-22-495 0 0,1 1 0 0 0,0 0 1 0 0,1-1-1 0 0,1 1 0 0 0,0-1 0 0 0,1 1 0 0 0,0-1 1 0 0,1 0-1 0 0,1 0 0 0 0,0 0 0 0 0,0-1 0 0 0,1 1 1 0 0,13 17-1 0 0,-12-20 31 0 0,1 0-1 0 0,-1 0 1 0 0,2-1 0 0 0,0 0 0 0 0,0 0 0 0 0,0-1 0 0 0,1 0-1 0 0,0-1 1 0 0,1 0 0 0 0,0 0 0 0 0,0-1 0 0 0,0-1-1 0 0,1 0 1 0 0,23 7 0 0 0,-33-11-115 0 0,1-1 1 0 0,-1 1-1 0 0,0-1 0 0 0,1 0 1 0 0,-1 0-1 0 0,0 0 0 0 0,1 0 1 0 0,-1 0-1 0 0,0 0 0 0 0,0 0 1 0 0,1-1-1 0 0,-1 1 0 0 0,0-1 1 0 0,1 0-1 0 0,-1 0 0 0 0,0 1 1 0 0,0-1-1 0 0,0-1 0 0 0,4-1 1 0 0,-4 0 22 0 0,1 1 0 0 0,-1-1 0 0 0,0 0 0 0 0,1 0 0 0 0,-2 0 0 0 0,1 0 0 0 0,0 0 0 0 0,0 0 0 0 0,-1-1 0 0 0,0 1 0 0 0,2-7 0 0 0,1-8 80 0 0,-2-1 0 0 0,0 1 0 0 0,0-1 0 0 0,-3-20 0 0 0,1 23 205 0 0,0 1 113 0 0,0 0 0 0 0,2 0 0 0 0,-1 1 1 0 0,2-1-1 0 0,6-24 0 0 0,-8 37-193 0 0,0-1 0 0 0,0 1 0 0 0,-1 0 0 0 0,1-1 0 0 0,0 1 0 0 0,1 0 0 0 0,-1 0 0 0 0,0 0 0 0 0,1 0 0 0 0,-1 0 0 0 0,1 0 0 0 0,0 0 0 0 0,-1 0 0 0 0,1 1 0 0 0,0-1 0 0 0,0 0 0 0 0,0 1 0 0 0,0 0 0 0 0,1 0 0 0 0,-1-1 0 0 0,0 1 0 0 0,0 0 0 0 0,1 1 0 0 0,-1-1 0 0 0,1 0 0 0 0,-1 1-1 0 0,1-1 1 0 0,-1 1 0 0 0,1 0 0 0 0,-1 0 0 0 0,1 0 0 0 0,-1 0 0 0 0,1 0 0 0 0,-1 1 0 0 0,0-1 0 0 0,1 1 0 0 0,-1-1 0 0 0,1 1 0 0 0,-1 0 0 0 0,0 0 0 0 0,1 0 0 0 0,2 3 0 0 0,5 0 299 0 0,-1 2 0 0 0,0-1 0 0 0,0 1 0 0 0,0 1 0 0 0,-1 0 0 0 0,0 0 1 0 0,9 11-1 0 0,24 34-2876 0 0,-33-45 195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49 191 8290 0 0,'-38'-148'3565'0'0,"27"105"1253"0"0,23 72 162 0 0,17 24-4543 0 0,-16-29-93 0 0,260 425-1659 0 0,-254-418-6249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1 228 3225 0 0,'7'-6'212'0'0,"0"1"1"0"0,1 0-1 0 0,0 0 1 0 0,14-7-1 0 0,11-6 170 0 0,18-20-1035 0 0,66-62 0 0 0,-109 93 404 0 0,-5 4 231 0 0,0 0 0 0 0,0 0 0 0 0,1 0 0 0 0,0 1 0 0 0,-1-1 0 0 0,1 1 0 0 0,0 0 0 0 0,0 0 0 0 0,0 1 0 0 0,0-1 0 0 0,0 1 0 0 0,1 0 0 0 0,-1 0 0 0 0,0 0 0 0 0,1 0 0 0 0,-1 1 0 0 0,8 0 0 0 0,-7 1 141 0 0,0 0 1 0 0,0 0 0 0 0,0 1 0 0 0,0 0 0 0 0,-1 0 0 0 0,1 0 0 0 0,0 0 0 0 0,-1 1 0 0 0,0 0-1 0 0,0 0 1 0 0,0 0 0 0 0,0 0 0 0 0,0 0 0 0 0,0 1 0 0 0,3 4 0 0 0,49 55 4719 0 0,74 64 1 0 0,-93-93-3856 0 0,-22-19-4032 0 0,-12-12 1719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9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2304 0 0,'-1'3'201'0'0,"1"-2"-201"0"0,1 1 0 0 0,0-1 0 0 0,1 0 488 0 0,-1 2 56 0 0,2 0 16 0 0,4 1 0 0 0,2 3 72 0 0,4 1 8 0 0,5 3 8 0 0,-2-3 1 0 0,3 1-521 0 0,1-1-128 0 0,-1-1 0 0 0,2 2 0 0 0,1 3 72 0 0,-2 1-8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2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50 4145 0 0,'5'-1'438'0'0,"1"1"0"0"0,-1 0 0 0 0,0 0 0 0 0,0 0-1 0 0,1 1 1 0 0,-1 0 0 0 0,0 0 0 0 0,0 0 0 0 0,0 0 0 0 0,0 1 0 0 0,0 0 0 0 0,0 0 0 0 0,0 0 0 0 0,-1 1 0 0 0,1 0 0 0 0,-1-1-1 0 0,1 2 1 0 0,4 4 0 0 0,1 2 210 0 0,-1 1-1 0 0,-1 0 0 0 0,0 1 1 0 0,0 0-1 0 0,9 20 0 0 0,-12-20-635 0 0,1-1 1 0 0,0 0-1 0 0,1-1 0 0 0,0 1 0 0 0,0-1 0 0 0,1-1 0 0 0,12 12 0 0 0,-19-20-90 0 0,-1-1 0 0 0,0 1-1 0 0,1-1 1 0 0,-1 0 0 0 0,1 1-1 0 0,-1-1 1 0 0,0 1 0 0 0,1-1 0 0 0,-1 0-1 0 0,1 1 1 0 0,-1-1 0 0 0,1 0-1 0 0,-1 0 1 0 0,1 1 0 0 0,-1-1-1 0 0,1 0 1 0 0,0 0 0 0 0,-1 0 0 0 0,1 0-1 0 0,-1 1 1 0 0,1-1 0 0 0,-1 0-1 0 0,1 0 1 0 0,0 0 0 0 0,-1 0 0 0 0,1 0-1 0 0,-1-1 1 0 0,1 1 0 0 0,-1 0-1 0 0,1 0 1 0 0,0 0 0 0 0,-1 0-1 0 0,1-1 1 0 0,-1 1 0 0 0,1 0 0 0 0,-1 0-1 0 0,1-1 1 0 0,-1 1 0 0 0,1 0-1 0 0,-1-1 1 0 0,0 1 0 0 0,1-1-1 0 0,-1 1 1 0 0,0-1 0 0 0,1 1 0 0 0,-1-1-1 0 0,0 1 1 0 0,1-1 0 0 0,-1 1-1 0 0,0-1 1 0 0,0 1 0 0 0,1-1 0 0 0,-1 1-1 0 0,0-1 1 0 0,0 1 0 0 0,0-1-1 0 0,0 0 1 0 0,0 0 0 0 0,3-43-2532 0 0,-3 32 2580 0 0,1-9-204 0 0,1-4 313 0 0,7-42-1 0 0,-8 61 90 0 0,0 1 1 0 0,0-1 0 0 0,1 0-1 0 0,0 1 1 0 0,1-1-1 0 0,-1 1 1 0 0,1 0-1 0 0,0-1 1 0 0,0 2-1 0 0,1-1 1 0 0,-1 0 0 0 0,8-7-1 0 0,-9 11-81 0 0,-1 0 0 0 0,0-1 0 0 0,0 1 0 0 0,1 0 0 0 0,-1 0 0 0 0,1 1 0 0 0,-1-1-1 0 0,1 0 1 0 0,-1 0 0 0 0,1 1 0 0 0,-1-1 0 0 0,1 1 0 0 0,0 0 0 0 0,-1-1 0 0 0,1 1 0 0 0,0 0 0 0 0,-1 0 0 0 0,1 0 0 0 0,0 0-1 0 0,0 0 1 0 0,-1 0 0 0 0,1 0 0 0 0,0 1 0 0 0,-1-1 0 0 0,1 1 0 0 0,-1-1 0 0 0,1 1 0 0 0,0 0 0 0 0,-1-1 0 0 0,1 1 0 0 0,-1 0 0 0 0,0 0-1 0 0,1 0 1 0 0,-1 0 0 0 0,0 0 0 0 0,2 2 0 0 0,4 6 152 0 0,0-1 0 0 0,0 1 0 0 0,-1 0 0 0 0,9 19 0 0 0,2 1-661 0 0,-11-20-48 0 0,1-1 0 0 0,0 0-1 0 0,0-1 1 0 0,0 0 0 0 0,1 0 0 0 0,0 0 0 0 0,0-1 0 0 0,14 8-1 0 0,-3-6-3698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0 114 920 0 0,'0'-34'1104'0'0,"4"-45"8050"0"0,-3 132-4029 0 0,0-42-4770 0 0,1-1-1 0 0,0 0 0 0 0,0 0 1 0 0,6 11-1 0 0,-7-17-499 0 0,0-1 1 0 0,0 1-1 0 0,1-1 1 0 0,0 1-1 0 0,0-1 1 0 0,0 1-1 0 0,0-1 0 0 0,0 0 1 0 0,1 0-1 0 0,-1 0 1 0 0,1 0-1 0 0,0-1 0 0 0,0 1 1 0 0,0-1-1 0 0,0 1 1 0 0,0-1-1 0 0,1 0 1 0 0,-1 0-1 0 0,1-1 0 0 0,-1 1 1 0 0,1-1-1 0 0,0 0 1 0 0,-1 1-1 0 0,1-2 0 0 0,0 1 1 0 0,0 0-1 0 0,0-1 1 0 0,0 0-1 0 0,6 0 1 0 0,-6-1-21 0 0,0 0 1 0 0,0 0-1 0 0,0 0 1 0 0,0-1-1 0 0,0 0 1 0 0,0 0-1 0 0,6-3 1 0 0,-7 3 571 0 0,0 0-1 0 0,0 0 1 0 0,1 0 0 0 0,-1 1-1 0 0,1-1 1 0 0,-1 1 0 0 0,7-1-1 0 0,-8 2-309 0 0,-1 0 0 0 0,1 0-1 0 0,-1 0 1 0 0,1 1-1 0 0,-1-1 1 0 0,1 0 0 0 0,-1 1-1 0 0,1-1 1 0 0,-1 1-1 0 0,0 0 1 0 0,1-1 0 0 0,-1 1-1 0 0,0 0 1 0 0,0 0-1 0 0,1 0 1 0 0,-1 0 0 0 0,0 0-1 0 0,0 0 1 0 0,0 0-1 0 0,0 0 1 0 0,0 0 0 0 0,0 1-1 0 0,-1-1 1 0 0,2 2 0 0 0,5 9 80 0 0,-1 1 1 0 0,0 0-1 0 0,-1-1 1 0 0,-1 2 0 0 0,0-1-1 0 0,0 0 1 0 0,1 18-1 0 0,2 35-1178 0 0,-4-4-3503 0 0,-2-2-1508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87 120 10594 0 0,'1'-31'982'0'0,"0"-21"-647"0"0,8 15 5770 0 0,-5 45-4826 0 0,3 13-439 0 0,-7-21-831 0 0,67 385 2648 0 0,-53-277-2449 0 0,22 161-179 0 0,84 504 58 0 0,-115-752-94 0 0,3 13-801 0 0,-2 1 1 0 0,0-1 0 0 0,0 69-1 0 0,-9-75-6421 0 0</inkml:trace>
  <inkml:trace contextRef="#ctx0" brushRef="#br0" timeOffset="1">0 1442 5529 0 0,'5'13'886'0'0,"0"0"0"0"0,1 0 0 0 0,0-1-1 0 0,12 18 1 0 0,3 5 145 0 0,-4-3 80 0 0,1 0-1 0 0,1-2 1 0 0,2 0-1 0 0,29 33 1 0 0,-43-55-815 0 0,0-1 0 0 0,1 1-1 0 0,0-1 1 0 0,0 0 0 0 0,1-1 0 0 0,0 0 0 0 0,0-1 0 0 0,0 1 0 0 0,1-2 0 0 0,0 1-1 0 0,0-1 1 0 0,0-1 0 0 0,0 0 0 0 0,1 0 0 0 0,-1-1 0 0 0,1-1 0 0 0,0 0 0 0 0,20 0-1 0 0,-27-2-245 0 0,0 1 1 0 0,0-2-1 0 0,0 1 0 0 0,0 0 0 0 0,0-1 0 0 0,0 0 0 0 0,-1 0 0 0 0,1 0 0 0 0,0 0 0 0 0,-1 0 0 0 0,0-1 0 0 0,1 0 0 0 0,-1 0 0 0 0,0 0 0 0 0,-1 0 1 0 0,1 0-1 0 0,0 0 0 0 0,-1-1 0 0 0,0 1 0 0 0,0-1 0 0 0,0 0 0 0 0,2-5 0 0 0,5-11-22 0 0,-1-1-1 0 0,-1 0 1 0 0,4-22-1 0 0,-7 25 18 0 0,39-141-455 0 0,-27 106 243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254 92 10594 0 0,'-1'-17'941'0'0,"-3"-25"895"0"0,4 39-1628 0 0,-1 1 0 0 0,1-1-1 0 0,-1 1 1 0 0,1-1 0 0 0,-1 1-1 0 0,0 0 1 0 0,0-1 0 0 0,0 1 0 0 0,0 0-1 0 0,-1 0 1 0 0,1 0 0 0 0,-3-3-1 0 0,4 5-121 0 0,-1 1-1 0 0,0-1 0 0 0,1 0 1 0 0,-1 1-1 0 0,0-1 1 0 0,1 1-1 0 0,-1-1 0 0 0,1 1 1 0 0,-1-1-1 0 0,1 1 0 0 0,-1-1 1 0 0,1 1-1 0 0,-1-1 0 0 0,1 1 1 0 0,0 0-1 0 0,-1-1 0 0 0,1 1 1 0 0,0 0-1 0 0,-1-1 0 0 0,1 1 1 0 0,0 0-1 0 0,0 0 1 0 0,0-1-1 0 0,-1 1 0 0 0,1 1 1 0 0,-13 50 1090 0 0,-12 91 0 0 0,13-61-847 0 0,-15 77 19 0 0,-77 514 306 0 0,80-457-953 0 0,5 248-1 0 0,22-417-1355 0 0,1 0 0 0 0,16 68 0 0 0,-17-97 432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5529 0 0,'-5'9'163'0'0,"0"0"0"0"0,0 0 0 0 0,1 1 0 0 0,0-1 0 0 0,1 1 0 0 0,0 0-1 0 0,1 0 1 0 0,0 1 0 0 0,0-1 0 0 0,1 0 0 0 0,0 0 0 0 0,2 15 0 0 0,0-1 72 0 0,1 0 0 0 0,1-1 0 0 0,2 1 0 0 0,8 29 0 0 0,-9-41-41 0 0,1 1-1 0 0,0-1 1 0 0,1 1 0 0 0,0-2 0 0 0,1 1 0 0 0,0-1-1 0 0,0 0 1 0 0,17 17 0 0 0,-22-25-44 0 0,1 0 0 0 0,0 0-1 0 0,0 0 1 0 0,0-1 0 0 0,0 0 0 0 0,1 1 0 0 0,-1-1-1 0 0,1 0 1 0 0,-1-1 0 0 0,1 1 0 0 0,0-1 0 0 0,-1 1 0 0 0,1-1-1 0 0,0 0 1 0 0,0 0 0 0 0,0-1 0 0 0,0 1 0 0 0,0-1-1 0 0,0 0 1 0 0,0 0 0 0 0,0 0 0 0 0,0-1 0 0 0,0 1 0 0 0,0-1-1 0 0,0 0 1 0 0,0 0 0 0 0,0-1 0 0 0,-1 1 0 0 0,1-1 0 0 0,0 0-1 0 0,-1 1 1 0 0,7-6 0 0 0,-2 1 63 0 0,0-1 0 0 0,-1 0 1 0 0,0 0-1 0 0,0-1 0 0 0,0 0 0 0 0,-1 0 0 0 0,0-1 1 0 0,-1 0-1 0 0,5-10 0 0 0,36-92-95 0 0,-34 79-300 0 0,16-45-1886 0 0,-15 38-3584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97 8754 0 0,'0'-15'1476'0'0,"0"-29"1508"0"0,1 42-2748 0 0,-1 0 1 0 0,0-1-1 0 0,0 1 0 0 0,1 0 0 0 0,0 0 0 0 0,-1 0 0 0 0,1 0 0 0 0,0 0 0 0 0,0 0 0 0 0,0 0 0 0 0,0 0 0 0 0,0 0 0 0 0,0 0 0 0 0,1 0 1 0 0,2-2-1 0 0,-3 4-170 0 0,-1-1 1 0 0,1 1 0 0 0,0 0-1 0 0,0-1 1 0 0,0 1-1 0 0,0 0 1 0 0,0 0 0 0 0,0 0-1 0 0,0 0 1 0 0,0 0 0 0 0,0 0-1 0 0,0 0 1 0 0,0 0-1 0 0,0 0 1 0 0,0 0 0 0 0,0 0-1 0 0,-1 1 1 0 0,1-1 0 0 0,0 0-1 0 0,0 1 1 0 0,0-1 0 0 0,0 1-1 0 0,0-1 1 0 0,-1 1-1 0 0,1-1 1 0 0,0 1 0 0 0,0 0-1 0 0,-1-1 1 0 0,1 1 0 0 0,0 0-1 0 0,-1-1 1 0 0,1 1-1 0 0,-1 0 1 0 0,1 1 0 0 0,20 28 717 0 0,-7-3-519 0 0,-2 1 0 0 0,-1 1 0 0 0,-1-1 0 0 0,-1 1 0 0 0,7 44 0 0 0,10 156 93 0 0,-22-186-289 0 0,0 1-246 0 0,29 220 717 0 0,-27-235-1141 0 0,1 0 0 0 0,1-1 0 0 0,2 0 0 0 0,1 0 0 0 0,1-1 0 0 0,29 47 0 0 0,-21-43-4061 0 0,-1-4-1227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1 183 6449 0 0,'0'-1'66'0'0,"0"0"1"0"0,0 0-1 0 0,0 0 0 0 0,0 0 0 0 0,0 0 0 0 0,1 1 0 0 0,-1-1 0 0 0,0 0 0 0 0,1 0 0 0 0,-1 0 0 0 0,0 0 0 0 0,1 1 0 0 0,-1-1 0 0 0,1 0 1 0 0,-1 0-1 0 0,1 1 0 0 0,0-1 0 0 0,-1 0 0 0 0,1 1 0 0 0,0-1 0 0 0,0 0 0 0 0,-1 1 0 0 0,1-1 0 0 0,1 0 0 0 0,26-20 982 0 0,-24 18-696 0 0,92-63 2294 0 0,-75 54-2794 0 0,1 0 0 0 0,1 1 0 0 0,-1 2 0 0 0,2 0 0 0 0,23-5-1 0 0,-22 8 149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12 4145 0 0,'-1'-1'89'0'0,"1"1"0"0"0,-1-1 0 0 0,1 1 0 0 0,-1 0 0 0 0,1-1 0 0 0,-1 1 0 0 0,0 0 0 0 0,1-1 0 0 0,-1 1 0 0 0,0 0 0 0 0,1 0 1 0 0,-1 0-1 0 0,0 0 0 0 0,1 0 0 0 0,-1 0 0 0 0,0 0 0 0 0,1 0 0 0 0,-1 0 0 0 0,0 0 0 0 0,1 0 0 0 0,-1 0 0 0 0,0 0 0 0 0,1 0 0 0 0,-1 1 0 0 0,0-1 0 0 0,1 0 0 0 0,-1 1 0 0 0,1-1 0 0 0,-1 0 1 0 0,0 1-1 0 0,1-1 0 0 0,-1 0 0 0 0,1 1 0 0 0,-1-1 0 0 0,1 1 0 0 0,0-1 0 0 0,-1 1 0 0 0,1-1 0 0 0,-1 2 0 0 0,0 2 460 0 0,0-1 0 0 0,1 0-1 0 0,0 1 1 0 0,0-1 0 0 0,0 1 0 0 0,0-1-1 0 0,1 5 1 0 0,10 85 2742 0 0,13 47-2508 0 0,-9-94-990 0 0,-14-44 126 0 0,0 0 0 0 0,0 0 0 0 0,0 0 1 0 0,0 0-1 0 0,0 0 0 0 0,0 0 0 0 0,1-1 0 0 0,-1 1 1 0 0,0 0-1 0 0,1-1 0 0 0,-1 1 0 0 0,1-1 0 0 0,0 0 1 0 0,-1 1-1 0 0,1-1 0 0 0,0 0 0 0 0,0 0 0 0 0,0 0 1 0 0,0 0-1 0 0,3 0 0 0 0,-3-1-40 0 0,0 0 1 0 0,-1 0-1 0 0,1-1 0 0 0,0 1 1 0 0,-1-1-1 0 0,1 1 1 0 0,0-1-1 0 0,-1 0 0 0 0,1 0 1 0 0,-1 0-1 0 0,1 0 0 0 0,-1 0 1 0 0,0 0-1 0 0,1 0 0 0 0,-1 0 1 0 0,0 0-1 0 0,0-1 0 0 0,0 1 1 0 0,0 0-1 0 0,0-1 1 0 0,0 1-1 0 0,0-1 0 0 0,1-1 1 0 0,17-40-1799 0 0,-18 42 1837 0 0,25-89-1995 0 0,2-5 1904 0 0,-25 85 551 0 0,2 0-1 0 0,0 0 0 0 0,0 0 1 0 0,0 0-1 0 0,1 1 1 0 0,11-13-1 0 0,-15 20-256 0 0,-1 0-1 0 0,0 0 1 0 0,0 1-1 0 0,1-1 1 0 0,-1 1-1 0 0,1-1 1 0 0,-1 1-1 0 0,1-1 1 0 0,0 1-1 0 0,0 0 1 0 0,-1 0-1 0 0,1 0 1 0 0,0 0-1 0 0,0 0 1 0 0,0 0-1 0 0,0 1 1 0 0,0-1-1 0 0,0 1 1 0 0,0-1-1 0 0,1 1 1 0 0,-1 0-1 0 0,0 0 1 0 0,0 0-1 0 0,0 0 1 0 0,0 0-1 0 0,0 0 1 0 0,0 1-1 0 0,0-1 1 0 0,1 1-1 0 0,-1-1 1 0 0,0 1-1 0 0,0 0 1 0 0,0 0-1 0 0,-1 0 1 0 0,1 0-1 0 0,0 0 1 0 0,0 0-1 0 0,0 0 1 0 0,-1 1-1 0 0,1-1 1 0 0,1 3-1 0 0,6 6 44 0 0,-1 0-1 0 0,0 1 1 0 0,0 0 0 0 0,-1 1-1 0 0,7 16 1 0 0,-8-16-820 0 0,8 14-4748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3225 0 0,'2'2'232'0'0,"0"0"0"0"0,1 0 1 0 0,-1 0-1 0 0,-1 0 0 0 0,1 1 0 0 0,0-1 1 0 0,0 1-1 0 0,-1-1 0 0 0,0 1 0 0 0,1-1 1 0 0,0 5-1 0 0,1-1 229 0 0,11 22 1195 0 0,3 5 447 0 0,39 59 1 0 0,-50-84-1937 0 0,1 0 1 0 0,-1 0-1 0 0,1-1 1 0 0,1 0-1 0 0,-1 0 1 0 0,1 0-1 0 0,0-1 1 0 0,1-1-1 0 0,-1 1 1 0 0,1-1-1 0 0,19 7 1 0 0,-25-11-134 0 0,0 0 0 0 0,0 0 1 0 0,0-1-1 0 0,0 1 0 0 0,0-1 1 0 0,0 1-1 0 0,0-1 0 0 0,0 0 0 0 0,0 0 1 0 0,0-1-1 0 0,0 1 0 0 0,0-1 1 0 0,0 1-1 0 0,0-1 0 0 0,0 0 1 0 0,0 0-1 0 0,0 0 0 0 0,5-3 0 0 0,-4 1 106 0 0,0 0 0 0 0,0-1 0 0 0,0 1 0 0 0,0-1 0 0 0,-1 0 0 0 0,0 0 0 0 0,1 0 0 0 0,-1 0-1 0 0,-1-1 1 0 0,4-5 0 0 0,3-11 263 0 0,-1 0-1 0 0,-1 0 1 0 0,-1 0 0 0 0,4-25-1 0 0,-9 41-446 0 0,11-57-1371 0 0,-6 31-4713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1 299 2761 0 0,'10'-8'445'0'0,"1"0"1"0"0,-2-1-1 0 0,1 0 0 0 0,-1 0 1 0 0,-1-1-1 0 0,0 0 1 0 0,14-23-1 0 0,-20 30-206 0 0,6-9 471 0 0,-1 0 1 0 0,-1 0 0 0 0,0-1 0 0 0,7-19-1 0 0,-11 25-504 0 0,0 1-1 0 0,-1 0 1 0 0,1-1-1 0 0,-1 0 0 0 0,-1 1 1 0 0,1-1-1 0 0,-1 1 1 0 0,0-1-1 0 0,-1 0 1 0 0,0 1-1 0 0,-2-11 0 0 0,-4 4 137 0 0,0 15-76 0 0,6-1-283 0 0,0 1 0 0 0,0 0 0 0 0,1 0 1 0 0,-1 0-1 0 0,0-1 0 0 0,1 1 0 0 0,0 0 0 0 0,-1 0 0 0 0,1 0 0 0 0,0 0 1 0 0,0 4-1 0 0,1 3-88 0 0,1 1 0 0 0,1-1 0 0 0,-1 0 0 0 0,1 1 1 0 0,1-1-1 0 0,0-1 0 0 0,0 1 0 0 0,1 0 0 0 0,0-1 0 0 0,6 8 0 0 0,3 3 85 0 0,1-1 0 0 0,34 32 0 0 0,-47-48 19 0 0,53 42 68 0 0,-52-42-127 0 0,0 1 0 0 0,0-1 0 0 0,1 0 0 0 0,-1-1 0 0 0,1 1 0 0 0,0 0 0 0 0,-1-1 0 0 0,1 0 0 0 0,0 0 0 0 0,0 0 0 0 0,0 0 0 0 0,-1-1-1 0 0,1 0 1 0 0,0 1 0 0 0,5-2 0 0 0,-7 1 30 0 0,-1-1 0 0 0,0 1-1 0 0,0-1 1 0 0,1 0 0 0 0,-1 0-1 0 0,0 1 1 0 0,0-1 0 0 0,0 0-1 0 0,0 0 1 0 0,0 0 0 0 0,0 0 0 0 0,-1 0-1 0 0,1-1 1 0 0,0 1 0 0 0,0 0-1 0 0,-1 0 1 0 0,1 0 0 0 0,-1-1-1 0 0,1 1 1 0 0,-1 0 0 0 0,1-1-1 0 0,-1 1 1 0 0,0 0 0 0 0,0-1-1 0 0,0 1 1 0 0,0 0 0 0 0,0-1-1 0 0,0 1 1 0 0,0-2 0 0 0,-5-49 572 0 0,2 38-371 0 0,2-3 179 0 0,0 0 0 0 0,1 0 0 0 0,1 1 0 0 0,3-20 0 0 0,-3 29-180 0 0,0 0 0 0 0,0 1-1 0 0,1-1 1 0 0,0 0 0 0 0,1 1 0 0 0,-1-1 0 0 0,1 1-1 0 0,1 0 1 0 0,-1 0 0 0 0,1 0 0 0 0,0 0-1 0 0,7-8 1 0 0,-10 13-120 0 0,1 0 0 0 0,-1 1 0 0 0,0-1 0 0 0,0 0 0 0 0,0 0 0 0 0,1 1 0 0 0,-1-1 0 0 0,0 1 1 0 0,1-1-1 0 0,-1 1 0 0 0,0-1 0 0 0,1 1 0 0 0,-1 0 0 0 0,0 0 0 0 0,1 0 0 0 0,-1 0 0 0 0,1 0 0 0 0,-1 0 0 0 0,0 0 0 0 0,1 0 0 0 0,-1 0 0 0 0,1 1 0 0 0,-1-1 0 0 0,0 1 0 0 0,1-1 0 0 0,-1 1 0 0 0,0-1 0 0 0,0 1 0 0 0,1 0 0 0 0,-1-1 1 0 0,0 1-1 0 0,0 0 0 0 0,0 0 0 0 0,0 0 0 0 0,0 0 0 0 0,0 0 0 0 0,0 0 0 0 0,0 0 0 0 0,0 1 0 0 0,1 1 0 0 0,4 7 378 0 0,1-1 1 0 0,-1 1-1 0 0,7 19 0 0 0,-11-26-364 0 0,12 28 442 0 0,30 48 0 0 0,-37-68-410 0 0,1 0-1 0 0,0-1 1 0 0,1 0-1 0 0,0-1 1 0 0,0 0-1 0 0,1 0 1 0 0,17 11-1 0 0,-27-20-91 0 0,1 1-1 0 0,-1-1 1 0 0,0 0 0 0 0,1 0-1 0 0,-1 0 1 0 0,0 1-1 0 0,0-1 1 0 0,1 0-1 0 0,-1 0 1 0 0,0 0-1 0 0,1 0 1 0 0,-1 0-1 0 0,1 0 1 0 0,-1 0 0 0 0,0 0-1 0 0,1 0 1 0 0,-1 0-1 0 0,0 0 1 0 0,1 0-1 0 0,-1 0 1 0 0,0 0-1 0 0,1 0 1 0 0,-1 0-1 0 0,0 0 1 0 0,1 0-1 0 0,-1 0 1 0 0,0 0 0 0 0,1-1-1 0 0,-1 1 1 0 0,0 0-1 0 0,1 0 1 0 0,-1 0-1 0 0,0-1 1 0 0,0 1-1 0 0,1 0 1 0 0,5-17 300 0 0,-4-31 360 0 0,-2 34-542 0 0,2-18-812 0 0,1 0 1 0 0,12-47-1 0 0,-7 50-963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37 10594 0 0,'0'-2'195'0'0,"1"0"-1"0"0,0 0 0 0 0,0-1 0 0 0,0 1 0 0 0,0 0 1 0 0,0 0-1 0 0,0 0 0 0 0,0 0 0 0 0,1 0 1 0 0,-1 0-1 0 0,1 1 0 0 0,-1-1 0 0 0,1 0 1 0 0,0 1-1 0 0,-1-1 0 0 0,1 1 0 0 0,0 0 1 0 0,2-2-1 0 0,-2 3 13 0 0,0 0 0 0 0,0 0 1 0 0,0 0-1 0 0,0 0 0 0 0,0 0 1 0 0,-1 1-1 0 0,1-1 0 0 0,0 1 1 0 0,0-1-1 0 0,0 1 0 0 0,-1-1 1 0 0,1 1-1 0 0,0 0 0 0 0,-1 0 1 0 0,1 0-1 0 0,-1 0 0 0 0,1 0 1 0 0,-1 0-1 0 0,1 0 0 0 0,-1 1 1 0 0,0-1-1 0 0,0 0 0 0 0,0 1 1 0 0,2 1-1 0 0,14 20 376 0 0,-2 0 0 0 0,0 1 0 0 0,-1 0 0 0 0,-2 1 0 0 0,18 51 0 0 0,-7-19-241 0 0,157 411-1496 0 0,-155-400-1021 0 0,-15-39-5121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1 330 920 0 0,'6'-3'390'0'0,"1"1"0"0"0,-1 0-1 0 0,1 0 1 0 0,12-1 0 0 0,-18 2-317 0 0,70-15 3235 0 0,37-6-60 0 0,-96 20-3100 0 0,-1 1-1 0 0,1 1 0 0 0,0 0 1 0 0,-1 0-1 0 0,1 1 0 0 0,-1 1 1 0 0,14 2-1 0 0,-16 0-38 0 0,0-1-1 0 0,0 1 1 0 0,0 0 0 0 0,-1 1-1 0 0,0 0 1 0 0,0 1 0 0 0,0-1-1 0 0,0 1 1 0 0,-1 1 0 0 0,9 10-1 0 0,8 10 87 0 0,29 45-1 0 0,-17-21-3149 0 0,-28-40-566 0 0</inkml:trace>
  <inkml:trace contextRef="#ctx0" brushRef="#br0" timeOffset="1">467 9 7370 0 0,'-6'-4'4337'0'0,"7"3"-4255"0"0,10-2 3084 0 0,7 5-2440 0 0,-17-1-920 0 0,1-1 1 0 0,-1 1-1 0 0,0-1 1 0 0,0 1-1 0 0,0-1 1 0 0,0 1-1 0 0,0 0 1 0 0,0 0-1 0 0,0-1 1 0 0,-1 1 0 0 0,1 0-1 0 0,0 0 1 0 0,0 0-1 0 0,1 2 1 0 0,6 18-4466 0 0,-5-9 2260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7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1376 0 0,'41'88'5951'0'0,"17"34"-2273"0"0,-57-120-3712 0 0,1 1 1 0 0,-1-1-1 0 0,0 1 1 0 0,1-1-1 0 0,-1 0 0 0 0,1 0 1 0 0,0 0-1 0 0,0 0 1 0 0,0 0-1 0 0,0 0 1 0 0,0-1-1 0 0,0 1 0 0 0,0 0 1 0 0,0-1-1 0 0,1 0 1 0 0,3 2-1 0 0,-4-3-168 0 0,0 0 0 0 0,0 0 0 0 0,0 0-1 0 0,0 0 1 0 0,0-1 0 0 0,0 1 0 0 0,0 0 0 0 0,-1-1 0 0 0,1 0 0 0 0,0 1 0 0 0,0-1 0 0 0,0 0-1 0 0,0 0 1 0 0,-1 0 0 0 0,1 0 0 0 0,-1-1 0 0 0,1 1 0 0 0,0 0 0 0 0,-1-1 0 0 0,0 1-1 0 0,1 0 1 0 0,0-3 0 0 0,9-10-238 0 0,0 0 0 0 0,-1-1-1 0 0,-1 0 1 0 0,11-25 0 0 0,-14 27 976 0 0,0 0 0 0 0,1 1 0 0 0,0 0 0 0 0,1 0 0 0 0,0 1 0 0 0,0 0 0 0 0,2 0 0 0 0,15-14 0 0 0,-24 24-441 0 0,0 0-1 0 0,0 0 0 0 0,0 0 0 0 0,0 0 1 0 0,0 0-1 0 0,0 1 0 0 0,1-1 0 0 0,-1 0 1 0 0,0 1-1 0 0,0-1 0 0 0,1 1 0 0 0,-1-1 1 0 0,0 1-1 0 0,1-1 0 0 0,-1 1 0 0 0,1 0 0 0 0,-1 0 1 0 0,0 0-1 0 0,1 0 0 0 0,-1 0 0 0 0,1 0 1 0 0,-1 0-1 0 0,0 0 0 0 0,1 1 0 0 0,-1-1 1 0 0,0 0-1 0 0,1 1 0 0 0,-1-1 0 0 0,0 1 1 0 0,1 0-1 0 0,-1-1 0 0 0,0 1 0 0 0,0 0 0 0 0,0 0 1 0 0,0 0-1 0 0,1 0 0 0 0,-1-1 0 0 0,-1 2 1 0 0,1-1-1 0 0,0 0 0 0 0,0 0 0 0 0,0 0 1 0 0,0 0-1 0 0,0 3 0 0 0,4 6 101 0 0,-1 0-1 0 0,0 0 1 0 0,-1 1-1 0 0,3 19 1 0 0,-2-14-294 0 0,7 34-919 0 0,-3-26-101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4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61 3225 0 0,'3'-15'215'0'0,"3"-31"2281"0"0,-13 61 3015 0 0,-1 0-4115 0 0,3-3-686 0 0,-38 112 2585 0 0,40-111-3284 0 0,0-1 0 0 0,0 1 0 0 0,2-1 0 0 0,-1 1 0 0 0,2 0 0 0 0,-1-1 1 0 0,2 1-1 0 0,2 14 0 0 0,1-10-1010 0 0,-4-18 970 0 0,0 1 0 0 0,0 0 0 0 0,0 0 0 0 0,0 0 0 0 0,0 0 0 0 0,0 0 0 0 0,0 0 0 0 0,0 0 0 0 0,0 0 0 0 0,0 0 0 0 0,0 0 0 0 0,0 0 0 0 0,0-1 0 0 0,0 1 0 0 0,0 0-30 0 0,8-28-5348 0 0,-6 11 5217 0 0,1-2-54 0 0,1 0 0 0 0,10-26-1 0 0,-12 39 367 0 0,1 0-1 0 0,-1 0 0 0 0,1 1 0 0 0,0-1 0 0 0,1 0 0 0 0,-1 1 0 0 0,1 0 0 0 0,0 0 0 0 0,0 0 0 0 0,1 0 0 0 0,5-3 0 0 0,-9 6-44 0 0,0 1 0 0 0,1 1 0 0 0,-1-1 1 0 0,0 0-1 0 0,1 0 0 0 0,-1 0 0 0 0,1 1 0 0 0,-1-1 0 0 0,1 1 0 0 0,0-1 0 0 0,-1 1 0 0 0,1 0 0 0 0,-1-1 0 0 0,1 1 0 0 0,0 0 0 0 0,-1 0 0 0 0,1 0 0 0 0,0 0 0 0 0,-1 1 0 0 0,1-1 1 0 0,0 0-1 0 0,-1 1 0 0 0,3 0 0 0 0,-2 1 63 0 0,1-1 1 0 0,-1 1-1 0 0,1 0 1 0 0,-1 0-1 0 0,0 0 1 0 0,0 0-1 0 0,0 0 0 0 0,0 1 1 0 0,0-1-1 0 0,0 0 1 0 0,2 6-1 0 0,3 6 472 0 0,-1 0 1 0 0,-1 0-1 0 0,7 28 0 0 0,-12-40-553 0 0,17 72 626 0 0,-3 0 1 0 0,6 101 0 0 0,-18-124-352 0 0,-2 0 0 0 0,-2-1 0 0 0,-3 1 0 0 0,-15 72 0 0 0,11-91-785 0 0,-1 0-1 0 0,-20 44 0 0 0,10-33-6322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3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490 231 4609 0 0,'-4'-2'269'0'0,"1"0"1"0"0,0 0-1 0 0,0 0 1 0 0,0 0-1 0 0,0 0 1 0 0,0-1-1 0 0,-4-5 1 0 0,-7-4 337 0 0,4 4-221 0 0,0 1 0 0 0,-1 0-1 0 0,0 1 1 0 0,0 0-1 0 0,0 1 1 0 0,-1 0 0 0 0,0 1-1 0 0,0 0 1 0 0,0 1 0 0 0,-15-2-1 0 0,19 4-180 0 0,-1 1 1 0 0,0 0-1 0 0,0 0 0 0 0,0 1 1 0 0,0 0-1 0 0,1 1 0 0 0,-1 0 1 0 0,0 0-1 0 0,1 1 0 0 0,0 0 1 0 0,0 0-1 0 0,-1 1 0 0 0,2 0 1 0 0,-1 0-1 0 0,-9 8 0 0 0,3-1-70 0 0,1 0 0 0 0,1 1 0 0 0,0 0 0 0 0,0 0-1 0 0,2 1 1 0 0,-1 1 0 0 0,2 0 0 0 0,0 1 0 0 0,0-1 0 0 0,2 2-1 0 0,-1-1 1 0 0,2 1 0 0 0,0 0 0 0 0,1 0 0 0 0,-3 22 0 0 0,3-8-86 0 0,1 1 0 0 0,2 0 1 0 0,1 0-1 0 0,1 0 1 0 0,2 0-1 0 0,1-1 0 0 0,11 49 1 0 0,35 110 294 0 0,-40-164-292 0 0,0-1 0 0 0,1 0 0 0 0,2-1 0 0 0,0 0 0 0 0,24 32 0 0 0,-30-48-86 0 0,0 0-1 0 0,1-1 1 0 0,0 0 0 0 0,1 0 0 0 0,-1 0-1 0 0,1-1 1 0 0,0 0 0 0 0,1-1 0 0 0,-1 1 0 0 0,1-2-1 0 0,-1 1 1 0 0,1-1 0 0 0,0-1 0 0 0,1 1-1 0 0,-1-2 1 0 0,0 1 0 0 0,0-1 0 0 0,1-1-1 0 0,-1 1 1 0 0,1-2 0 0 0,10-1 0 0 0,1 0-62 0 0,0-1 1 0 0,0-1-1 0 0,-1-1 1 0 0,0-1-1 0 0,0-1 1 0 0,0-1-1 0 0,-1 0 1 0 0,28-17 0 0 0,-32 15 23 0 0,-1 0 1 0 0,0-1-1 0 0,0 0 1 0 0,-1-1-1 0 0,-1-1 1 0 0,0 0-1 0 0,-1-1 1 0 0,0 0-1 0 0,13-24 1 0 0,-12 16 114 0 0,-1-1 1 0 0,-1-1 0 0 0,-1 0 0 0 0,-1 0 0 0 0,-1-1-1 0 0,4-27 1 0 0,-5 11 255 0 0,-3-1-1 0 0,-1 0 1 0 0,-2 1 0 0 0,-1-1-1 0 0,-3 0 1 0 0,-1 1-1 0 0,-21-79 1 0 0,19 95-68 0 0,-1 1 0 0 0,-2-1 1 0 0,0 1-1 0 0,-1 1 0 0 0,-2 0 0 0 0,0 1 1 0 0,-31-40-1 0 0,36 53-162 0 0,-1 0 1 0 0,0 0 0 0 0,0 1-1 0 0,-1 0 1 0 0,0 0 0 0 0,-1 1-1 0 0,1 0 1 0 0,-1 1-1 0 0,-1 0 1 0 0,1 1 0 0 0,-1 1-1 0 0,0-1 1 0 0,0 2 0 0 0,0 0-1 0 0,-1 0 1 0 0,1 1-1 0 0,-1 1 1 0 0,-15-1 0 0 0,-11 5-319 0 0,1 1 0 0 0,-1 1 0 0 0,1 3 0 0 0,0 1 0 0 0,1 2 0 0 0,-55 23 0 0 0,67-23-661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4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385 184 3225 0 0,'-1'-3'249'0'0,"-1"0"1"0"0,0 1 0 0 0,1-1 0 0 0,-1 1-1 0 0,0-1 1 0 0,-1 1 0 0 0,1-1 0 0 0,0 1-1 0 0,0 0 1 0 0,-1 0 0 0 0,0 0 0 0 0,1 0-1 0 0,-1 1 1 0 0,0-1 0 0 0,0 1 0 0 0,0 0-1 0 0,0-1 1 0 0,0 1 0 0 0,-4-1 0 0 0,0 1 257 0 0,-1-1 1 0 0,1 1 0 0 0,0 0-1 0 0,0 0 1 0 0,0 1 0 0 0,0 0 0 0 0,-12 1-1 0 0,10 0-242 0 0,1 2-1 0 0,-1-1 1 0 0,1 1-1 0 0,0 0 1 0 0,0 0-1 0 0,0 1 1 0 0,0 0-1 0 0,1 1 1 0 0,0-1-1 0 0,-1 2 1 0 0,2-1-1 0 0,-1 1 1 0 0,1 0-1 0 0,0 0 1 0 0,0 1-1 0 0,0-1 0 0 0,-4 9 1 0 0,-6 11-145 0 0,2 0 0 0 0,0 2 1 0 0,-14 44-1 0 0,5-15 137 0 0,17-41-239 0 0,-1-1 1 0 0,2 2-1 0 0,0-1 0 0 0,1 1 1 0 0,-2 21-1 0 0,5-30-7 0 0,1 1-1 0 0,0-1 0 0 0,1 0 1 0 0,0 1-1 0 0,0-1 0 0 0,1 0 1 0 0,0 0-1 0 0,0 0 1 0 0,1 0-1 0 0,0 0 0 0 0,0 0 1 0 0,8 12-1 0 0,7 9-65 0 0,2-1 0 0 0,1-1 0 0 0,37 39 0 0 0,-43-51-62 0 0,0-1 1 0 0,1-1-1 0 0,1 0 1 0 0,0-1-1 0 0,1-1 1 0 0,0-1-1 0 0,22 10 1 0 0,-27-16 28 0 0,0 0-1 0 0,0 0 1 0 0,1-1 0 0 0,0-1 0 0 0,-1 0-1 0 0,1-1 1 0 0,0 0 0 0 0,0-1-1 0 0,0-1 1 0 0,0 0 0 0 0,0-1 0 0 0,-1-1-1 0 0,27-7 1 0 0,-28 6 119 0 0,-1-1 1 0 0,0 0-1 0 0,0 0 0 0 0,0-1 1 0 0,0-1-1 0 0,-1 0 0 0 0,0 0 1 0 0,-1-1-1 0 0,0 0 0 0 0,0 0 1 0 0,0-1-1 0 0,-1 0 0 0 0,-1-1 0 0 0,1 0 1 0 0,10-21-1 0 0,-8 9 251 0 0,-1-1-1 0 0,-2 0 0 0 0,0 0 1 0 0,-1-1-1 0 0,-1 0 1 0 0,-2 0-1 0 0,0 0 1 0 0,-2 0-1 0 0,0-1 1 0 0,-4-28-1 0 0,-1 10 167 0 0,-3 0-1 0 0,-1 0 1 0 0,-2 0 0 0 0,-28-73 0 0 0,32 101-371 0 0,-1-1 1 0 0,0 1 0 0 0,-2 0 0 0 0,1 1 0 0 0,-2 0 0 0 0,0 1-1 0 0,0-1 1 0 0,-2 2 0 0 0,1 0 0 0 0,-27-21 0 0 0,30 27-84 0 0,0 1 1 0 0,-1 0-1 0 0,1 0 1 0 0,-1 1-1 0 0,0 0 1 0 0,-1 0-1 0 0,1 1 1 0 0,0 1-1 0 0,-1-1 1 0 0,0 2-1 0 0,1-1 0 0 0,-1 1 1 0 0,0 1-1 0 0,0 0 1 0 0,0 0-1 0 0,1 1 1 0 0,-1 0-1 0 0,0 0 1 0 0,1 1-1 0 0,-12 4 1 0 0,10-2-280 0 0,1 0 1 0 0,-1 1 0 0 0,1 0-1 0 0,0 1 1 0 0,0 0 0 0 0,1 1-1 0 0,0 0 1 0 0,0 0-1 0 0,0 1 1 0 0,1 0 0 0 0,0 0-1 0 0,-11 16 1 0 0,-6 19-6501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1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1090 71 920 0 0,'-8'-7'319'0'0,"-2"-1"0"0"0,1 1-1 0 0,-1 1 1 0 0,0 0 0 0 0,0 0-1 0 0,-1 1 1 0 0,0 0 0 0 0,1 1-1 0 0,-2 0 1 0 0,1 1 0 0 0,0 0-1 0 0,-1 1 1 0 0,0 0 0 0 0,1 1-1 0 0,-1 0 1 0 0,0 1 0 0 0,-19 1-1 0 0,-5 3 52 0 0,-1 2 0 0 0,1 1-1 0 0,0 2 1 0 0,-48 18-1 0 0,45-10-287 0 0,1 1 0 0 0,1 2 0 0 0,1 1 0 0 0,0 2 0 0 0,2 2 0 0 0,1 1 0 0 0,1 1 0 0 0,-46 52 0 0 0,51-47-36 0 0,2 1 1 0 0,1 1 0 0 0,2 1-1 0 0,2 1 1 0 0,1 1-1 0 0,1 1 1 0 0,-16 54-1 0 0,8-24-85 0 0,13-35-1 0 0,1 0 1 0 0,1 0-1 0 0,2 1 1 0 0,1 1-1 0 0,-7 69 1 0 0,14-41 55 0 0,2 0 0 0 0,3 0 0 0 0,2 0 0 0 0,26 107 0 0 0,-26-153-45 0 0,1 0-1 0 0,1 0 1 0 0,1-1 0 0 0,0 1-1 0 0,1-2 1 0 0,0 0-1 0 0,1 0 1 0 0,1-1 0 0 0,1 0-1 0 0,0-1 1 0 0,0 0 0 0 0,2-1-1 0 0,26 17 1 0 0,11 3 101 0 0,1-2 1 0 0,103 41 0 0 0,-31-25-261 0 0,239 53 1 0 0,-332-92 149 0 0,1-1-1 0 0,0-2 1 0 0,0-1 0 0 0,0-1-1 0 0,1-2 1 0 0,-1-2 0 0 0,0-1-1 0 0,64-14 1 0 0,-76 12 46 0 0,-1-2-1 0 0,1 0 1 0 0,-1-2 0 0 0,-1 0-1 0 0,0-1 1 0 0,0-1-1 0 0,-1-1 1 0 0,0 0 0 0 0,-1-1-1 0 0,0-1 1 0 0,-2-1-1 0 0,1 0 1 0 0,-2-1 0 0 0,24-33-1 0 0,-9-2 150 0 0,-2 0 0 0 0,-2-2 0 0 0,25-78-1 0 0,-20 51 72 0 0,-1 5 1 0 0,-4-1-1 0 0,22-112 1 0 0,-40 148-44 0 0,-2-1 0 0 0,-1 0 0 0 0,-3 1 0 0 0,-1-1 0 0 0,-2 0-1 0 0,-12-67 1 0 0,2 44 210 0 0,-3 2 1 0 0,-2-1-1 0 0,-27-61 0 0 0,37 108-350 0 0,0-1 0 0 0,-1 1 1 0 0,-1 1-1 0 0,-1 0 0 0 0,0 0 1 0 0,-1 1-1 0 0,-1 0 0 0 0,0 1 1 0 0,-1 0-1 0 0,0 1 1 0 0,-1 0-1 0 0,0 1 0 0 0,-1 1 1 0 0,0 0-1 0 0,-30-14 0 0 0,17 13-35 0 0,0 1 1 0 0,0 1-1 0 0,-1 1 0 0 0,-1 2 0 0 0,-41-5 0 0 0,54 10-198 0 0,1 1 0 0 0,0 0 0 0 0,0 1 0 0 0,0 1 0 0 0,-1 1 0 0 0,1 0-1 0 0,1 1 1 0 0,-1 0 0 0 0,1 2 0 0 0,0 0 0 0 0,-24 12 0 0 0,8 2-2702 0 0,-1 2-855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3.0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1112 132 4145 0 0,'-41'-17'417'0'0,"0"3"0"0"0,-1 1-1 0 0,-1 2 1 0 0,-60-7 0 0 0,97 17-386 0 0,-241-54 74 0 0,234 53-99 0 0,0 1 0 0 0,0 1-1 0 0,0 1 1 0 0,0-1-1 0 0,0 2 1 0 0,0 0 0 0 0,1 1-1 0 0,-1 0 1 0 0,0 0-1 0 0,1 2 1 0 0,0 0 0 0 0,-20 10-1 0 0,-5 7-159 0 0,2 1 0 0 0,-53 43 0 0 0,72-53 149 0 0,1 1 0 0 0,1 1 0 0 0,0 0-1 0 0,1 1 1 0 0,0 1 0 0 0,-17 31 0 0 0,15-21 2 0 0,2 1 0 0 0,1 1 1 0 0,-15 56-1 0 0,9 3 359 0 0,4 0 0 0 0,-4 105 1 0 0,12-110 287 0 0,2-39-504 0 0,2 0 1 0 0,3 1 0 0 0,1-1 0 0 0,2 0 0 0 0,1 0-1 0 0,18 63 1 0 0,-16-80-3 0 0,1-1-1 0 0,2 1 1 0 0,0-1-1 0 0,2-1 1 0 0,1 0-1 0 0,1 0 1 0 0,1-2-1 0 0,1 1 1 0 0,1-2-1 0 0,37 39 1 0 0,62 36 112 0 0,-67-58-188 0 0,57 58 0 0 0,-62-49-35 0 0,-9-10-105 0 0,52 46 0 0 0,-74-73 42 0 0,2 0 0 0 0,-1-1 0 0 0,1-1 0 0 0,1 0 0 0 0,-1-1 0 0 0,2-1 0 0 0,30 10 0 0 0,2-7 239 0 0,0-1 0 0 0,0-2 0 0 0,1-3 1 0 0,-1-2-1 0 0,1-2 0 0 0,0-2 0 0 0,81-14 1 0 0,-109 11-190 0 0,0 0 0 0 0,0-1 1 0 0,-1-1-1 0 0,0-1 0 0 0,0-1 1 0 0,-1-1-1 0 0,0-1 0 0 0,-1-1 1 0 0,0 0-1 0 0,-1-1 0 0 0,0-1 1 0 0,-1-1-1 0 0,-1-1 0 0 0,0 0 1 0 0,15-21-1 0 0,-5 4 259 0 0,-2-1 0 0 0,-2-1 0 0 0,-1 0 0 0 0,-1-2 0 0 0,27-74 0 0 0,-27 52 128 0 0,-4-1 0 0 0,-2-1 0 0 0,8-77 0 0 0,20-442 283 0 0,-37 475-575 0 0,-3 87-37 0 0,-2-1-1 0 0,-1 1 0 0 0,0 0 0 0 0,-1 0 1 0 0,-5-20-1 0 0,5 29-7 0 0,-1 0-1 0 0,0 1 1 0 0,-1-1 0 0 0,0 1-1 0 0,0 0 1 0 0,0 0-1 0 0,-1 1 1 0 0,-1-1 0 0 0,1 1-1 0 0,-1 0 1 0 0,0 1 0 0 0,-10-8-1 0 0,-15-11 33 0 0,-1 2 0 0 0,-57-32 0 0 0,-77-27 137 0 0,161 80-232 0 0,-59-26-14 0 0,-1 4 0 0 0,-1 2 1 0 0,-75-14-1 0 0,133 34-273 0 0,-1 0 0 0 0,1 1 0 0 0,-1 0 0 0 0,0 1 0 0 0,1 0 0 0 0,-12 1 0 0 0,-5 4-5399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0,'0'0'9'0'0,"1"0"0"0"0,-1 0 0 0 0,1 0 0 0 0,-1 0 0 0 0,0 0 0 0 0,1 0 0 0 0,-1 0-1 0 0,1 0 1 0 0,-1 1 0 0 0,0-1 0 0 0,1 0 0 0 0,-1 0 0 0 0,0 0 0 0 0,1 0 0 0 0,-1 1 0 0 0,0-1 0 0 0,1 0-1 0 0,-1 0 1 0 0,0 1 0 0 0,1-1 0 0 0,-1 0 0 0 0,0 0 0 0 0,0 1 0 0 0,1-1 0 0 0,-1 0 0 0 0,0 1 0 0 0,0-1-1 0 0,1 0 1 0 0,-1 1 0 0 0,0-1 0 0 0,0 1 0 0 0,8 12 362 0 0,-1 8 264 0 0,-1 0-1 0 0,0 1 0 0 0,-2-1 1 0 0,0 1-1 0 0,-2 0 0 0 0,1 29 0 0 0,1 14-77 0 0,57 457 1500 0 0,-29-321-1813 0 0,-9-65-1300 0 0,-21-105-3459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44 157 3225 0 0,'-3'-1'112'0'0,"-1"-1"1"0"0,1 0 0 0 0,-1 0 0 0 0,1 0 0 0 0,0 0 0 0 0,0-1-1 0 0,0 1 1 0 0,0-1 0 0 0,1 0 0 0 0,-1 1 0 0 0,1-1-1 0 0,-3-5 1 0 0,4 7-20 0 0,1-1-1 0 0,-1 1 0 0 0,1-1 1 0 0,0 1-1 0 0,0-1 0 0 0,-1 1 1 0 0,1-1-1 0 0,1 1 1 0 0,-1-1-1 0 0,0 0 0 0 0,0 1 1 0 0,0-1-1 0 0,1 1 0 0 0,-1-1 1 0 0,1 1-1 0 0,-1-1 0 0 0,1 1 1 0 0,0-1-1 0 0,-1 1 1 0 0,1 0-1 0 0,0-1 0 0 0,0 1 1 0 0,0 0-1 0 0,0 0 0 0 0,0 0 1 0 0,0 0-1 0 0,1 0 0 0 0,-1 0 1 0 0,0 0-1 0 0,0 0 1 0 0,3-1-1 0 0,11-10 395 0 0,0 2-1 0 0,0 0 1 0 0,1 0-1 0 0,0 2 1 0 0,25-11 0 0 0,-36 17-397 0 0,1 1 1 0 0,-1-1 0 0 0,1 1 0 0 0,-1 0-1 0 0,1 0 1 0 0,0 1 0 0 0,-1-1 0 0 0,1 1 0 0 0,0 1-1 0 0,0-1 1 0 0,-1 1 0 0 0,1 0 0 0 0,0 0 0 0 0,-1 0-1 0 0,1 1 1 0 0,-1 0 0 0 0,0 0 0 0 0,0 1 0 0 0,1-1-1 0 0,-1 1 1 0 0,6 5 0 0 0,-1 0-83 0 0,-1 0 1 0 0,0 0-1 0 0,0 1 1 0 0,-1 0-1 0 0,0 1 0 0 0,0 0 1 0 0,-1 0-1 0 0,-1 1 1 0 0,0 0-1 0 0,0 0 0 0 0,-1 0 1 0 0,0 1-1 0 0,-1-1 1 0 0,-1 1-1 0 0,3 14 0 0 0,-3-10-21 0 0,-2 0 0 0 0,0 0 0 0 0,0-1 0 0 0,-2 1 1 0 0,0 0-1 0 0,-1-1 0 0 0,0 1 0 0 0,-1 0 0 0 0,-1-1 0 0 0,0 0 0 0 0,-11 22 0 0 0,4-12 106 0 0,-1 0 0 0 0,-2-1 1 0 0,0 0-1 0 0,-24 28 1 0 0,28-40 49 0 0,0-1 0 0 0,0 0 1 0 0,-1 0-1 0 0,-1-1 0 0 0,0-1 1 0 0,0 0-1 0 0,-1-1 0 0 0,0 0 1 0 0,-21 9-1 0 0,54-27 2117 0 0,-15 7-2137 0 0,0 1 0 0 0,1-1 0 0 0,-1 1 0 0 0,1-1 0 0 0,0 2 0 0 0,-1-1 0 0 0,1 1 0 0 0,0-1 0 0 0,0 2 0 0 0,0-1 0 0 0,9 1 0 0 0,5 3-45 0 0,-1 0 1 0 0,33 12 0 0 0,24 4-347 0 0,-25-14-1045 0 0,-1-2 1 0 0,80-6 0 0 0,-55 1-2193 0 0,-46 2 2135 0 0,-5 1 821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10594 0 0,'-2'2'97'0'0,"0"1"-1"0"0,0-1 0 0 0,1 1 1 0 0,-1 0-1 0 0,1 0 1 0 0,0 0-1 0 0,0 0 0 0 0,0 0 1 0 0,0 0-1 0 0,1 0 0 0 0,-1 0 1 0 0,1 0-1 0 0,0 0 1 0 0,-1 0-1 0 0,1 1 0 0 0,1-1 1 0 0,-1 0-1 0 0,0 0 0 0 0,1 0 1 0 0,1 4-1 0 0,2 10 932 0 0,1-1 0 0 0,10 22 0 0 0,-12-30-535 0 0,11 32-168 0 0,12 55 0 0 0,-6-17-3048 0 0,-17-66 1436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7370 0 0,'-1'-4'472'0'0,"1"0"1"0"0,0-1 0 0 0,1 1 0 0 0,-1-1-1 0 0,1 1 1 0 0,0 0 0 0 0,0-1 0 0 0,0 1-1 0 0,1 0 1 0 0,-1 0 0 0 0,1 0 0 0 0,0 0 0 0 0,3-5-1 0 0,-4 9-496 0 0,-1 0 0 0 0,1 0 1 0 0,-1-1-1 0 0,1 1 0 0 0,-1 0 0 0 0,1 0 0 0 0,-1 0 0 0 0,1 0 0 0 0,0-1 0 0 0,-1 1 0 0 0,1 0 0 0 0,-1 0 0 0 0,1 0 0 0 0,-1 0 1 0 0,1 0-1 0 0,0 1 0 0 0,-1-1 0 0 0,1 0 0 0 0,-1 0 0 0 0,1 0 0 0 0,-1 0 0 0 0,1 1 0 0 0,-1-1 0 0 0,1 0 0 0 0,-1 0 0 0 0,1 1 1 0 0,-1-1-1 0 0,1 0 0 0 0,-1 1 0 0 0,1-1 0 0 0,-1 1 0 0 0,1-1 0 0 0,-1 0 0 0 0,0 1 0 0 0,1-1 0 0 0,-1 1 0 0 0,0-1 0 0 0,0 1 1 0 0,1-1-1 0 0,-1 1 0 0 0,0 0 0 0 0,0-1 0 0 0,1 1 0 0 0,9 26-4081 0 0,-9-26 3818 0 0,3 13-1632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6913 0 0,'9'-2'921'0'0,"0"0"0"0"0,0-1 0 0 0,-1-1-1 0 0,14-7 1 0 0,68-52 634 0 0,-74 54-6249 0 0</inkml:trace>
  <inkml:trace contextRef="#ctx0" brushRef="#br0" timeOffset="1">119 336 5065 0 0,'29'-30'1952'0'0,"34"-26"-1643"0"0,33-32-145 0 0,-89 78-164 0 0,-3 2 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0,'-1'0'66'0'0,"0"1"0"0"0,1-1 0 0 0,-1 1 0 0 0,1 0-1 0 0,-1-1 1 0 0,1 1 0 0 0,-1 0 0 0 0,1-1-1 0 0,-1 1 1 0 0,1 0 0 0 0,0-1 0 0 0,-1 1-1 0 0,1 0 1 0 0,0 0 0 0 0,0 0 0 0 0,-1-1 0 0 0,1 1-1 0 0,0 0 1 0 0,0 0 0 0 0,0 0 0 0 0,0 0-1 0 0,0-1 1 0 0,0 1 0 0 0,0 0 0 0 0,1 0-1 0 0,-1 0 1 0 0,0-1 0 0 0,0 1 0 0 0,1 0 0 0 0,-1 0-1 0 0,0-1 1 0 0,1 1 0 0 0,0 1 0 0 0,16 41 1679 0 0,-10-27-860 0 0,21 67 499 0 0,-4 1 1 0 0,21 135-1 0 0,-3-10-2294 0 0,-32-174-75 0 0,-1-5-258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0 157 3681 0 0,'3'-11'396'0'0,"0"-1"0"0"0,1 1 0 0 0,0 0 0 0 0,0 0 0 0 0,1 1 0 0 0,1-1 0 0 0,0 1 0 0 0,0 0 1 0 0,1 1-1 0 0,0 0 0 0 0,1 0 0 0 0,0 0 0 0 0,10-9 0 0 0,-17 18-355 0 0,-1-1 1 0 0,1 1-1 0 0,-1-1 1 0 0,1 1-1 0 0,0-1 1 0 0,-1 1-1 0 0,1 0 1 0 0,0-1-1 0 0,-1 1 1 0 0,1 0-1 0 0,0-1 1 0 0,-1 1-1 0 0,1 0 1 0 0,0 0-1 0 0,0-1 1 0 0,-1 1-1 0 0,1 0 1 0 0,0 0-1 0 0,0 0 1 0 0,-1 0-1 0 0,1 0 1 0 0,0 0-1 0 0,0 0 1 0 0,-1 1-1 0 0,1-1 1 0 0,0 0-1 0 0,0 0 0 0 0,-1 0 1 0 0,1 1-1 0 0,0-1 1 0 0,-1 0-1 0 0,1 1 1 0 0,0-1-1 0 0,-1 1 1 0 0,1-1-1 0 0,-1 1 1 0 0,1-1-1 0 0,-1 1 1 0 0,1-1-1 0 0,-1 1 1 0 0,1-1-1 0 0,-1 1 1 0 0,1 0-1 0 0,-1-1 1 0 0,0 1-1 0 0,1 0 1 0 0,-1-1-1 0 0,0 1 1 0 0,1 0-1 0 0,-1 0 1 0 0,0-1-1 0 0,0 1 1 0 0,0 0-1 0 0,0 0 1 0 0,0 1-1 0 0,5 48 46 0 0,-5-47-73 0 0,-2 77-150 0 0,-22 140 0 0 0,-1 18 14 0 0,24-236 193 0 0,1 0 1 0 0,0 0-1 0 0,-1 0 0 0 0,1 0 1 0 0,0 0-1 0 0,0 0 1 0 0,1-1-1 0 0,-1 1 0 0 0,0 0 1 0 0,1 0-1 0 0,-1 0 1 0 0,1 0-1 0 0,-1-1 0 0 0,1 1 1 0 0,0 0-1 0 0,0-1 1 0 0,0 1-1 0 0,0 0 0 0 0,0-1 1 0 0,0 1-1 0 0,0-1 1 0 0,0 0-1 0 0,1 1 0 0 0,-1-1 1 0 0,1 0-1 0 0,-1 0 1 0 0,1 0-1 0 0,2 2 0 0 0,0-2 23 0 0,-1-1 0 0 0,0 0 0 0 0,1 1 0 0 0,-1-1-1 0 0,1 0 1 0 0,-1-1 0 0 0,1 1 0 0 0,-1-1 0 0 0,1 1-1 0 0,-1-1 1 0 0,0 0 0 0 0,1 0 0 0 0,-1-1 0 0 0,0 1-1 0 0,4-3 1 0 0,17-7-52 0 0,14-8 79 0 0,64-22 1 0 0,-88 37-621 0 0,-1 1-1 0 0,1 0 0 0 0,0 0 0 0 0,0 2 0 0 0,0 0 1 0 0,0 0-1 0 0,0 1 0 0 0,26 4 0 0 0,-16 1-3497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3681 0 0,'4'8'4358'0'0,"3"15"-2017"0"0,0 0-908 0 0,48 105 2625 0 0,-10-47-5879 0 0,-37-66-3267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7714 0 0,'-4'2'168'0'0,"2"-1"40"0"0,1 0 8 0 0,1 1 0 0 0,0-1-216 0 0,0 1 0 0 0,1-1 0 0 0,1 2 0 0 0,-1 2 88 0 0,2 1-24 0 0,1 1-64 0 0,4 2-1504 0 0,-1-1-353 0 0,4 2-63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0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58 2304 0 0,'7'12'180'0'0,"-1"0"-1"0"0,0 0 0 0 0,-1 0 0 0 0,-1 1 1 0 0,0 0-1 0 0,0 0 0 0 0,-1 0 0 0 0,-1 0 1 0 0,1 17-1 0 0,9 40 717 0 0,-4-51-70 0 0,-4-36 789 0 0,0-9-1017 0 0,3-1-207 0 0,26-84-16 0 0,-29 100-378 0 0,0 1-1 0 0,1 0 0 0 0,0 0 0 0 0,1 1 0 0 0,0 0 0 0 0,0 0 0 0 0,1 0 0 0 0,10-10 0 0 0,-16 18 64 0 0,0 0 1 0 0,0 0-1 0 0,1 0 0 0 0,-1 0 1 0 0,0 0-1 0 0,0 0 0 0 0,1 0 0 0 0,-1 0 1 0 0,1 1-1 0 0,-1-1 0 0 0,0 0 1 0 0,1 1-1 0 0,0 0 0 0 0,-1-1 0 0 0,1 1 1 0 0,-1 0-1 0 0,1-1 0 0 0,-1 1 0 0 0,1 0 1 0 0,0 0-1 0 0,-1 0 0 0 0,1 1 1 0 0,-1-1-1 0 0,1 0 0 0 0,1 1 0 0 0,0 0 33 0 0,0 1-1 0 0,-1 0 0 0 0,1-1 0 0 0,-1 1 0 0 0,0 0 1 0 0,0 0-1 0 0,1 0 0 0 0,-1 1 0 0 0,0-1 0 0 0,-1 0 1 0 0,1 1-1 0 0,2 3 0 0 0,4 9-187 0 0,-1 0 0 0 0,-1 1 1 0 0,8 26-1 0 0,-14-40 18 0 0,9 30-1517 0 0,-4-15-1892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10594 0 0,'10'13'478'0'0,"1"0"-1"0"0,-2 0 1 0 0,15 27-1 0 0,0 0 1960 0 0,-3-4-1631 0 0,-2 0 0 0 0,-1 2 0 0 0,20 62 0 0 0,12 26-1938 0 0,-39-105-70 0 0,-1-10-3461 0 0</inkml:trace>
  <inkml:trace contextRef="#ctx0" brushRef="#br0" timeOffset="1">119 209 3225 0 0,'1'-9'1'0'0,"0"1"0"0"0,0 0-1 0 0,1 0 1 0 0,0 0 0 0 0,0 0 0 0 0,1 0 0 0 0,0 1 0 0 0,0-1 0 0 0,9-13 0 0 0,-3 8 330 0 0,0 1-1 0 0,1 1 1 0 0,1-1 0 0 0,16-13 0 0 0,-21 20 158 0 0,-1 0 1 0 0,1 1 0 0 0,1-1-1 0 0,-1 1 1 0 0,0 1 0 0 0,1 0 0 0 0,0-1-1 0 0,0 2 1 0 0,13-5 0 0 0,-17 7-418 0 0,-1 0 0 0 0,0-1 0 0 0,0 1 0 0 0,1 0 0 0 0,-1 0 0 0 0,0 1 0 0 0,0-1 0 0 0,1 0 0 0 0,-1 1 0 0 0,0-1 0 0 0,0 1 0 0 0,0 0 0 0 0,0-1 0 0 0,0 1 0 0 0,0 0 0 0 0,0 1 1 0 0,0-1-1 0 0,0 0 0 0 0,0 0 0 0 0,-1 1 0 0 0,1-1 0 0 0,0 1 0 0 0,-1-1 0 0 0,1 1 0 0 0,-1 0 0 0 0,0 0 0 0 0,1 0 0 0 0,-1 0 0 0 0,0 0 0 0 0,0 0 0 0 0,0 0 0 0 0,-1 0 0 0 0,1 0 0 0 0,0 0 1 0 0,-1 0-1 0 0,1 4 0 0 0,2 7-151 0 0,-2 0 1 0 0,1 1 0 0 0,-2-1 0 0 0,0 0-1 0 0,0 0 1 0 0,-1 1 0 0 0,-1-1 0 0 0,-6 25 0 0 0,2-15-308 0 0,-1-1 0 0 0,-1 0 0 0 0,-1 0 1 0 0,-14 25-1 0 0,18-39-3143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0,'0'5'132'0'0,"0"-1"0"0"0,0 1-1 0 0,1 0 1 0 0,0-1 0 0 0,0 1-1 0 0,0-1 1 0 0,0 1 0 0 0,4 7 0 0 0,0 3 56 0 0,1 11 308 0 0,3 37 0 0 0,-7-44-493 0 0,0-1 1 0 0,2 1-1 0 0,0-1 1 0 0,12 32-1 0 0,-16-48-45 0 0,0-1-1 0 0,1 1 0 0 0,-1-1 0 0 0,1 0 1 0 0,-1 0-1 0 0,1 1 0 0 0,0-1 0 0 0,-1 0 1 0 0,1 0-1 0 0,0 0 0 0 0,0 0 0 0 0,0 0 1 0 0,0 0-1 0 0,0 0 0 0 0,0 0 0 0 0,0 0 1 0 0,0 0-1 0 0,1 0 0 0 0,-1-1 0 0 0,0 1 1 0 0,0 0-1 0 0,1-1 0 0 0,-1 1 0 0 0,0-1 1 0 0,2 1-1 0 0,-1-2-55 0 0,-1 1 0 0 0,1-1 0 0 0,-1 0 0 0 0,0 0 0 0 0,1 1 0 0 0,-1-1 0 0 0,0 0 0 0 0,0 0 0 0 0,1 0 1 0 0,-1 0-1 0 0,0-1 0 0 0,0 1 0 0 0,0 0 0 0 0,0 0 0 0 0,0-1 0 0 0,-1 1 0 0 0,1 0 0 0 0,0-1 0 0 0,-1 1 0 0 0,1-1 0 0 0,0-2 0 0 0,5-10-302 0 0,-1-3 43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0 446 1008 0 0,'6'-16'448'0'0,"-4"8"-73"0"0,0 0 0 0 0,1 0 0 0 0,0 0-1 0 0,0 0 1 0 0,1 1 0 0 0,0 0 0 0 0,1-1-1 0 0,-1 1 1 0 0,1 1 0 0 0,9-10 0 0 0,-14 15-300 0 0,1 1 0 0 0,-1 0 0 0 0,1 0 1 0 0,-1-1-1 0 0,0 1 0 0 0,1 0 1 0 0,-1 0-1 0 0,1 0 0 0 0,-1-1 1 0 0,0 1-1 0 0,1 0 0 0 0,-1 0 1 0 0,1 0-1 0 0,-1 0 0 0 0,1 0 1 0 0,-1 0-1 0 0,0 0 0 0 0,1 0 1 0 0,-1 0-1 0 0,1 0 0 0 0,-1 0 1 0 0,1 0-1 0 0,-1 1 0 0 0,1-1 1 0 0,-1 0-1 0 0,0 0 0 0 0,1 0 1 0 0,-1 0-1 0 0,0 1 0 0 0,1-1 1 0 0,0 1-1 0 0,9 14 1605 0 0,3 25 31 0 0,-13-37-1613 0 0,3 9-18 0 0,1 0-1 0 0,0 0 1 0 0,0 0-1 0 0,1-1 1 0 0,1 0-1 0 0,9 15 1 0 0,-13-23-334 0 0,0 0 1 0 0,1 0 0 0 0,-1 0-1 0 0,1 0 1 0 0,0-1 0 0 0,0 1-1 0 0,0-1 1 0 0,0 0 0 0 0,0 0-1 0 0,7 4 1 0 0,-7-6-84 0 0,-1 1 0 0 0,1 0-1 0 0,0-1 1 0 0,-1 1 0 0 0,1-1 0 0 0,0 0-1 0 0,-1 0 1 0 0,1 0 0 0 0,0 0 0 0 0,0 0 0 0 0,-1 0-1 0 0,1-1 1 0 0,0 1 0 0 0,-1-1 0 0 0,1 0-1 0 0,-1 0 1 0 0,4-2 0 0 0,1-2 216 0 0</inkml:trace>
  <inkml:trace contextRef="#ctx0" brushRef="#br0" timeOffset="1">326 18 8754 0 0,'-3'-7'36'0'0,"-7"-3"2942"0"0,9 20-1875 0 0,2 23 1498 0 0,7 43 1 0 0,15 35-771 0 0,-4-44-1628 0 0,34 77 0 0 0,14 2-3624 0 0,-56-123-2763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3 243 7834 0 0,'0'-2'48'0'0,"-1"1"1"0"0,1 0 0 0 0,-1 0-1 0 0,1-1 1 0 0,0 1 0 0 0,0 0-1 0 0,0-1 1 0 0,-1 1 0 0 0,1 0-1 0 0,1 0 1 0 0,-1-1 0 0 0,0 1 0 0 0,0 0-1 0 0,0-1 1 0 0,1 1 0 0 0,-1 0-1 0 0,0 0 1 0 0,1-1 0 0 0,0 1-1 0 0,-1 0 1 0 0,1 0 0 0 0,0 0-1 0 0,-1 0 1 0 0,1 0 0 0 0,0 0-1 0 0,0 0 1 0 0,0 0 0 0 0,0 0-1 0 0,0 0 1 0 0,1-1 0 0 0,40-28 1000 0 0,-32 23-904 0 0,46-29 1157 0 0,100-47-1 0 0,-60 43-6385 0 0,-71 31 2181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11058 0 0,'-2'3'235'0'0,"0"-1"-1"0"0,1 1 0 0 0,-1-1 0 0 0,0 1 1 0 0,1 0-1 0 0,0-1 0 0 0,-1 1 0 0 0,1 0 1 0 0,0 0-1 0 0,1 0 0 0 0,-1 0 0 0 0,0 0 1 0 0,1 0-1 0 0,0 0 0 0 0,-1 4 0 0 0,6 47 555 0 0,-3-46-501 0 0,10 52 154 0 0,3 0 0 0 0,31 80 0 0 0,-3-14-365 0 0,-10-17-200 0 0,33 112 249 0 0,-27-75-3275 0 0,-34-126-461 0 0,-2-4-943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0 162 3225 0 0,'7'-15'731'0'0,"1"0"1"0"0,1 1 0 0 0,0 0-1 0 0,1 1 1 0 0,0 0-1 0 0,1 0 1 0 0,1 1 0 0 0,0 1-1 0 0,16-13 1 0 0,-26 23-593 0 0,0-1-1 0 0,0 0 1 0 0,1 0 0 0 0,-1 1 0 0 0,1-1-1 0 0,-1 1 1 0 0,1 0 0 0 0,-1 0 0 0 0,1 0-1 0 0,0 0 1 0 0,0 0 0 0 0,-1 1 0 0 0,1-1-1 0 0,0 1 1 0 0,0 0 0 0 0,0 0-1 0 0,0 0 1 0 0,-1 0 0 0 0,5 1 0 0 0,-5 0-119 0 0,0 0 1 0 0,0 0-1 0 0,0 0 1 0 0,0 0 0 0 0,-1 1-1 0 0,1-1 1 0 0,-1 1-1 0 0,1-1 1 0 0,-1 1 0 0 0,1 0-1 0 0,-1-1 1 0 0,0 1-1 0 0,0 0 1 0 0,0 0 0 0 0,0 0-1 0 0,0 0 1 0 0,0 0-1 0 0,-1 0 1 0 0,1 0-1 0 0,0 0 1 0 0,-1 0 0 0 0,0 0-1 0 0,1 0 1 0 0,-1 1-1 0 0,0 3 1 0 0,0 6-118 0 0,0-1 0 0 0,-1 1-1 0 0,0-1 1 0 0,-1 1 0 0 0,0-1 0 0 0,0 0 0 0 0,-1 0 0 0 0,-7 16-1 0 0,-5 5 79 0 0,-25 43 0 0 0,22-44 1572 0 0,-18 43 1 0 0,35-73-1499 0 0,0 0 0 0 0,1 0-1 0 0,-1 0 1 0 0,1 1 0 0 0,0-1 0 0 0,-1 0 0 0 0,1 1 0 0 0,0-1 0 0 0,0 1 0 0 0,-1-1 0 0 0,1 0 0 0 0,0 1-1 0 0,1-1 1 0 0,-1 0 0 0 0,0 1 0 0 0,0-1 0 0 0,1 0 0 0 0,-1 1 0 0 0,0-1 0 0 0,1 0 0 0 0,-1 1 0 0 0,1-1-1 0 0,0 0 1 0 0,-1 0 0 0 0,1 0 0 0 0,0 1 0 0 0,0-1 0 0 0,0 0 0 0 0,0 0 0 0 0,0 0 0 0 0,0 0 0 0 0,0-1-1 0 0,0 1 1 0 0,0 0 0 0 0,0 0 0 0 0,0-1 0 0 0,1 1 0 0 0,-1 0 0 0 0,0-1 0 0 0,0 0 0 0 0,1 1 0 0 0,-1-1-1 0 0,3 1 1 0 0,7 1-48 0 0,1 0 0 0 0,-1-1 0 0 0,1 0 0 0 0,15-2-1 0 0,-9 1 200 0 0,41 3-393 0 0,0 2-1 0 0,71 15 1 0 0,-95-11-1392 0 0,0 0 0 0 0,52 23 1 0 0,-59-19 227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9 10594 0 0,'-2'-1'126'0'0,"0"-1"0"0"0,-1 1 0 0 0,1 0 0 0 0,0 1 0 0 0,-1-1 0 0 0,1 0 0 0 0,-1 1 0 0 0,1-1 0 0 0,0 1 0 0 0,-1 0 0 0 0,1-1 0 0 0,-1 1 0 0 0,1 1 0 0 0,-1-1 0 0 0,1 0 0 0 0,-1 1 0 0 0,1-1 1 0 0,-1 1-1 0 0,1-1 0 0 0,0 1 0 0 0,-1 0 0 0 0,1 0 0 0 0,0 0 0 0 0,0 1 0 0 0,0-1 0 0 0,0 0 0 0 0,0 1 0 0 0,0 0 0 0 0,0-1 0 0 0,0 1 0 0 0,0 0 0 0 0,1 0 0 0 0,-2 2 0 0 0,-2 2 217 0 0,0 0 0 0 0,1 0 1 0 0,-1 0-1 0 0,2 1 0 0 0,-1 0 0 0 0,1 0 1 0 0,0 0-1 0 0,0 0 0 0 0,1 0 0 0 0,-2 8 1 0 0,2 2-263 0 0,1-1 0 0 0,0 1 0 0 0,2 0 0 0 0,0 0 0 0 0,1-1 0 0 0,0 1 0 0 0,2 0 0 0 0,10 31 0 0 0,-2-16-106 0 0,1 0 0 0 0,2-1 0 0 0,25 41 0 0 0,-24-49-95 0 0,1-1 0 0 0,1-1-1 0 0,31 28 1 0 0,-2-1-5488 0 0,-28-27-73 0 0</inkml:trace>
  <inkml:trace contextRef="#ctx0" brushRef="#br0" timeOffset="1">46 595 2761 0 0,'0'-1'94'0'0,"-1"0"0"0"0,0 0 0 0 0,1 1 0 0 0,-1-1 1 0 0,1 0-1 0 0,0 0 0 0 0,-1 0 0 0 0,1 0 0 0 0,0 0 0 0 0,-1 0 1 0 0,1 0-1 0 0,0 0 0 0 0,0 0 0 0 0,0 0 0 0 0,0 0 1 0 0,0 0-1 0 0,0 0 0 0 0,0 0 0 0 0,0 0 0 0 0,0 0 1 0 0,1 0-1 0 0,-1 0 0 0 0,1-1 0 0 0,7-28 1623 0 0,-7 27-1599 0 0,7-17 448 0 0,0 1 0 0 0,1 0-1 0 0,1 0 1 0 0,1 1 0 0 0,0 0-1 0 0,17-18 1 0 0,90-93-1244 0 0,-101 112 405 0 0,16-18-222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0 190 2761 0 0,'3'-3'31'0'0,"0"1"0"0"0,0-1 1 0 0,-1 0-1 0 0,1-1 0 0 0,-1 1 1 0 0,0 0-1 0 0,3-7 1 0 0,-1 3-11 0 0,39-54-22 0 0,9-15 12 0 0,-48 67 32 0 0,-2 3-32 0 0</inkml:trace>
  <inkml:trace contextRef="#ctx0" brushRef="#br0" timeOffset="1">159 200 7370 0 0,'1'5'320'0'0,"0"-3"80"0"0,1-1-320 0 0,-1 0-80 0 0,0 1 0 0 0,2-2 0 0 0,1-2 320 0 0,5 0 40 0 0,3-2 16 0 0,5-6 0 0 0,5-2-376 0 0,0-5 0 0 0,2-4 0 0 0,1-1-80 0 0,0-2 80 0 0,0-1 88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5529 0 0,'-2'1'234'0'0,"1"0"1"0"0,0 0-1 0 0,0 0 0 0 0,-1 0 0 0 0,1 0 1 0 0,0 0-1 0 0,0 0 0 0 0,0 0 0 0 0,0 0 1 0 0,1 1-1 0 0,-1-1 0 0 0,0 0 1 0 0,0 1-1 0 0,1-1 0 0 0,-1 1 0 0 0,1-1 1 0 0,-1 1-1 0 0,1-1 0 0 0,0 1 0 0 0,-1-1 1 0 0,1 1-1 0 0,0-1 0 0 0,0 1 0 0 0,0-1 1 0 0,0 1-1 0 0,0-1 0 0 0,1 1 0 0 0,0 2 1 0 0,4 25 1069 0 0,2 1 0 0 0,1-1-1 0 0,1 0 1 0 0,26 54 0 0 0,-6-14-615 0 0,78 244 1369 0 0,-58-163-3124 0 0,3-2-5097 0 0,-47-135 661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1 164 2304 0 0,'7'-16'786'0'0,"0"1"-1"0"0,1 0 0 0 0,0 0 0 0 0,1 1 0 0 0,1 0 0 0 0,0 1 0 0 0,1 0 0 0 0,19-17 0 0 0,-29 29-662 0 0,1-1 1 0 0,-1 1-1 0 0,0-1 1 0 0,1 1-1 0 0,-1 0 0 0 0,1-1 1 0 0,0 1-1 0 0,-1 0 0 0 0,1 0 1 0 0,0 0-1 0 0,0 1 1 0 0,0-1-1 0 0,-1 0 0 0 0,1 1 1 0 0,0-1-1 0 0,0 1 1 0 0,0-1-1 0 0,0 1 0 0 0,0 0 1 0 0,0 0-1 0 0,0 0 1 0 0,0 0-1 0 0,0 0 0 0 0,3 1 1 0 0,-3 0-36 0 0,0 1 1 0 0,0-1 0 0 0,-1 1 0 0 0,1 0 0 0 0,0 0 0 0 0,-1-1-1 0 0,1 1 1 0 0,-1 0 0 0 0,0 0 0 0 0,1 0 0 0 0,-1 1-1 0 0,0-1 1 0 0,0 0 0 0 0,0 0 0 0 0,-1 1 0 0 0,1-1 0 0 0,-1 0-1 0 0,1 1 1 0 0,0 3 0 0 0,1 18 2 0 0,0-1 0 0 0,-1 1 0 0 0,-1-1 0 0 0,-1 1 0 0 0,-8 42 0 0 0,-1-18-191 0 0,-29 83 1 0 0,20-89 274 0 0,14-34 254 0 0,1 1 1 0 0,0-1-1 0 0,1 1 0 0 0,0-1 1 0 0,0 1-1 0 0,1 0 1 0 0,-3 16-1 0 0,5-24-377 0 0,0-1 1 0 0,1 1 0 0 0,-1-1-1 0 0,0 1 1 0 0,0-1-1 0 0,1 1 1 0 0,-1-1 0 0 0,0 1-1 0 0,1-1 1 0 0,-1 0-1 0 0,0 1 1 0 0,1-1 0 0 0,-1 0-1 0 0,0 1 1 0 0,1-1-1 0 0,-1 0 1 0 0,1 1-1 0 0,-1-1 1 0 0,1 0 0 0 0,-1 0-1 0 0,1 0 1 0 0,-1 1-1 0 0,1-1 1 0 0,-1 0 0 0 0,1 0-1 0 0,-1 0 1 0 0,1 0-1 0 0,-1 0 1 0 0,1 0-1 0 0,-1 0 1 0 0,1 0 0 0 0,-1 0-1 0 0,1 0 1 0 0,-1 0-1 0 0,1 0 1 0 0,-1-1 0 0 0,1 1-1 0 0,-1 0 1 0 0,1 0-1 0 0,-1 0 1 0 0,1-1 0 0 0,-1 1-1 0 0,1 0 1 0 0,0-1-1 0 0,28-11 223 0 0,-26 10-149 0 0,20-9-78 0 0,1 1 0 0 0,1 1 1 0 0,0 2-1 0 0,0 0 0 0 0,33-4 0 0 0,-34 8-799 0 0,0 2 0 0 0,0 0 0 0 0,-1 2-1 0 0,1 1 1 0 0,46 9 0 0 0,-6 3-2128 0 0,-33-6 1416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 9274 0 0,'-4'6'434'0'0,"0"2"-1"0"0,0-1 1 0 0,0 0 0 0 0,1 1-1 0 0,1-1 1 0 0,-1 1 0 0 0,1 0-1 0 0,0 0 1 0 0,-1 12 0 0 0,1-11-54 0 0,-2 19-59 0 0,2-1 1 0 0,0 0-1 0 0,2 1 0 0 0,0-1 1 0 0,2 1-1 0 0,2-1 1 0 0,0 0-1 0 0,2 0 0 0 0,17 50 1 0 0,-6-32-364 0 0,2 0 0 0 0,2-2-1 0 0,2 0 1 0 0,51 70 0 0 0,-38-64-4715 0 0,-19-26-503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19 285 10594 0 0,'-2'-3'32'0'0,"0"-1"-1"0"0,0 1 0 0 0,0-1 1 0 0,0 1-1 0 0,0-1 0 0 0,1 0 1 0 0,0 1-1 0 0,-1-1 0 0 0,1 0 1 0 0,1 0-1 0 0,-1 0 0 0 0,1 0 1 0 0,-1 0-1 0 0,1 0 0 0 0,0 0 1 0 0,1 0-1 0 0,-1 0 0 0 0,1 0 1 0 0,0 0-1 0 0,-1 0 0 0 0,2 0 1 0 0,-1 0-1 0 0,3-5 0 0 0,1-4 139 0 0,1 0-1 0 0,0 0 1 0 0,1 0 0 0 0,0 0-1 0 0,13-15 1 0 0,-13 20-291 0 0,0-1 1 0 0,0 1-1 0 0,1 1 0 0 0,0 0 1 0 0,0 0-1 0 0,1 0 0 0 0,0 1 0 0 0,0 0 1 0 0,1 1-1 0 0,-1 0 0 0 0,1 0 1 0 0,0 1-1 0 0,15-4 0 0 0,-10 5 121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1 331 3225 0 0,'10'-7'377'0'0,"-1"-1"-1"0"0,1 0 1 0 0,-1 0 0 0 0,-1-1 0 0 0,1-1 0 0 0,-1 1 0 0 0,-1-1 0 0 0,0-1 0 0 0,10-20-1 0 0,-13 23-253 0 0,-1 0 0 0 0,0 0 0 0 0,0-1 0 0 0,-1 0 0 0 0,0 1-1 0 0,-1-1 1 0 0,0 0 0 0 0,0 0 0 0 0,-1 0 0 0 0,-1-15-1 0 0,1 18-148 0 0,-1-1-1 0 0,0 1 0 0 0,-1 0 1 0 0,1-1-1 0 0,-1 1 0 0 0,0 0 1 0 0,-1 0-1 0 0,1 0 0 0 0,-1 1 1 0 0,0-1-1 0 0,-1 1 0 0 0,0-1 1 0 0,1 1-1 0 0,-1 0 0 0 0,-8-7 1 0 0,11 11 30 0 0,1 0 1 0 0,-1 1 0 0 0,0-1-1 0 0,0 0 1 0 0,1 1-1 0 0,-1-1 1 0 0,0 0 0 0 0,0 1-1 0 0,1-1 1 0 0,-1 1-1 0 0,0-1 1 0 0,0 1 0 0 0,0 0-1 0 0,0-1 1 0 0,0 1-1 0 0,0 0 1 0 0,0 0 0 0 0,0-1-1 0 0,0 1 1 0 0,0 0 0 0 0,0 0-1 0 0,0 0 1 0 0,0 0-1 0 0,0 0 1 0 0,0 1 0 0 0,0-1-1 0 0,0 0 1 0 0,0 0-1 0 0,0 1 1 0 0,0-1 0 0 0,1 0-1 0 0,-1 1 1 0 0,0-1-1 0 0,0 1 1 0 0,0-1 0 0 0,0 1-1 0 0,1-1 1 0 0,-1 1 0 0 0,0 0-1 0 0,0-1 1 0 0,1 1-1 0 0,-1 0 1 0 0,0 0 0 0 0,1 0-1 0 0,-1-1 1 0 0,1 1-1 0 0,-1 0 1 0 0,1 1 0 0 0,-2 2 168 0 0,1 0-1 0 0,-1 0 1 0 0,1 0 0 0 0,0 0 0 0 0,0 0 0 0 0,1 1 0 0 0,-1-1 0 0 0,1 0 0 0 0,1 9 0 0 0,0-7 37 0 0,1 1 0 0 0,0 0 0 0 0,0-1 0 0 0,0 0 0 0 0,1 1 0 0 0,0-1 0 0 0,0 0 0 0 0,1-1 0 0 0,0 1 0 0 0,0-1 0 0 0,0 1 1 0 0,1-1-1 0 0,0 0 0 0 0,-1-1 0 0 0,2 1 0 0 0,-1-1 0 0 0,0 0 0 0 0,8 4 0 0 0,-4-3-223 0 0,-1 0-1 0 0,1-1 1 0 0,0 0-1 0 0,0-1 1 0 0,13 4 0 0 0,-15-6-486 0 0,0 1-1 0 0,1-1 1 0 0,-1-1 0 0 0,0 1 0 0 0,0-1 0 0 0,0-1 0 0 0,10 0 0 0 0,-2-2-3707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1 295 10594 0 0,'4'0'208'0'0,"0"-1"-1"0"0,1 0 0 0 0,-1 0 1 0 0,0-1-1 0 0,1 1 0 0 0,-1-1 1 0 0,0 0-1 0 0,0 0 0 0 0,0-1 1 0 0,-1 1-1 0 0,5-4 0 0 0,37-33 1573 0 0,-39 34-1742 0 0,0-1 1 0 0,-1 0 0 0 0,0 0-1 0 0,0 0 1 0 0,0-1 0 0 0,-1 1-1 0 0,0-1 1 0 0,0 0-1 0 0,-1-1 1 0 0,0 1 0 0 0,0-1-1 0 0,0 1 1 0 0,-1-1 0 0 0,-1 0-1 0 0,1 0 1 0 0,-1 0-1 0 0,0 1 1 0 0,-1-1 0 0 0,0 0-1 0 0,0 0 1 0 0,-1 0 0 0 0,0 0-1 0 0,0 0 1 0 0,-3-8-1 0 0,-7-19-109 0 0,11 34 70 0 0,-1 1 0 0 0,1-1 0 0 0,0 1 0 0 0,-1-1 0 0 0,1 1 0 0 0,0-1 0 0 0,-1 1 0 0 0,1 0 0 0 0,-1-1 0 0 0,1 1 0 0 0,-1-1 0 0 0,1 1 0 0 0,-1 0 0 0 0,1-1 0 0 0,-1 1 0 0 0,1 0 0 0 0,-1 0 0 0 0,1-1 0 0 0,-1 1 0 0 0,1 0 0 0 0,-2 0 0 0 0,1 0-3 0 0,0 0 0 0 0,0 0 1 0 0,0 1-1 0 0,0-1 0 0 0,1 1 0 0 0,-1-1 0 0 0,0 0 0 0 0,0 1 0 0 0,0 0 0 0 0,1-1 1 0 0,-1 1-1 0 0,0-1 0 0 0,1 1 0 0 0,-1 0 0 0 0,0-1 0 0 0,1 1 0 0 0,-1 0 0 0 0,1 0 1 0 0,-1 1-1 0 0,-3 4 21 0 0,0 1 0 0 0,1 0 0 0 0,0 0 0 0 0,1 0 0 0 0,-1 0 0 0 0,1 1 0 0 0,1-1 0 0 0,-1 1 0 0 0,1-1 0 0 0,0 1 0 0 0,1-1 1 0 0,0 1-1 0 0,0 0 0 0 0,1-1 0 0 0,0 1 0 0 0,0-1 0 0 0,1 1 0 0 0,0-1 0 0 0,0 0 0 0 0,1 1 0 0 0,-1-1 0 0 0,5 6 0 0 0,-3-5-52 0 0,0-2-1 0 0,0 1 1 0 0,0 0-1 0 0,1-1 1 0 0,0 0-1 0 0,0 0 0 0 0,1 0 1 0 0,-1-1-1 0 0,1 1 1 0 0,0-1-1 0 0,13 7 1 0 0,-14-9-247 0 0,0-1 1 0 0,1 0 0 0 0,-1 0-1 0 0,0 0 1 0 0,1 0 0 0 0,-1-1-1 0 0,1 0 1 0 0,0 0 0 0 0,-1-1-1 0 0,10 1 1 0 0,3-3-4397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125 392 1928 0 0,'0'-1'69'0'0,"0"-1"0"0"0,0 0 0 0 0,0 0-1 0 0,0 1 1 0 0,0-1 0 0 0,0 0 0 0 0,-1 1-1 0 0,1-1 1 0 0,-1 0 0 0 0,1 1 0 0 0,-1-1-1 0 0,0 1 1 0 0,1-1 0 0 0,-1 1-1 0 0,0-1 1 0 0,0 1 0 0 0,-2-3 0 0 0,2 4 175 0 0,0-1 0 0 0,0 0 0 0 0,0 1 1 0 0,0-1-1 0 0,0 1 0 0 0,0-1 0 0 0,-1 1 0 0 0,1 0 1 0 0,0-1-1 0 0,0 1 0 0 0,0 0 0 0 0,-1 0 0 0 0,1 0 1 0 0,0 0-1 0 0,0 0 0 0 0,0 0 0 0 0,-1 0 1 0 0,-1 1-1 0 0,-3 0 832 0 0,0 1 1 0 0,0 0 0 0 0,1 1 0 0 0,-1 0-1 0 0,1 0 1 0 0,-1 0 0 0 0,-8 7 0 0 0,10-7-991 0 0,1 0 1 0 0,0 1-1 0 0,0-1 1 0 0,0 1-1 0 0,1-1 1 0 0,-1 1-1 0 0,1 0 1 0 0,0 0-1 0 0,0 0 1 0 0,0 0-1 0 0,0 0 1 0 0,1 1 0 0 0,0-1-1 0 0,0 0 1 0 0,0 1-1 0 0,0-1 1 0 0,1 1-1 0 0,-1-1 1 0 0,1 1-1 0 0,0-1 1 0 0,1 1-1 0 0,0 4 1 0 0,1 4 146 0 0,0-1 1 0 0,1 1-1 0 0,1-1 1 0 0,0 0-1 0 0,1 0 1 0 0,10 19-1 0 0,-14-28-323 0 0,1 0-1 0 0,-1-1 1 0 0,1 1-1 0 0,0 0 1 0 0,-1-1-1 0 0,1 0 1 0 0,0 1 0 0 0,1-1-1 0 0,-1 0 1 0 0,0 0-1 0 0,1 0 1 0 0,-1 0-1 0 0,1-1 1 0 0,-1 1-1 0 0,1-1 1 0 0,0 1-1 0 0,0-1 1 0 0,-1 0-1 0 0,1 0 1 0 0,0 0-1 0 0,0 0 1 0 0,4 0 0 0 0,-4-2-14 0 0,0 1 0 0 0,-1 0 1 0 0,1-1-1 0 0,0 0 0 0 0,0 0 1 0 0,0 0-1 0 0,-1 0 1 0 0,1 0-1 0 0,-1 0 0 0 0,1 0 1 0 0,-1-1-1 0 0,1 0 0 0 0,-1 1 1 0 0,0-1-1 0 0,1 0 1 0 0,-1 0-1 0 0,0 0 0 0 0,-1 0 1 0 0,1-1-1 0 0,0 1 0 0 0,0 0 1 0 0,-1-1-1 0 0,2-3 1 0 0,2-5-239 0 0,0-1-1 0 0,0 0 1 0 0,-2 0 0 0 0,1 0 0 0 0,-2 0 0 0 0,1 0 0 0 0,-2-1 0 0 0,1 1 0 0 0,-2-1 0 0 0,0 1 0 0 0,0-1 0 0 0,-4-15 0 0 0,-3-17 5 0 0,-2 1 0 0 0,-15-43 0 0 0,20 73 439 0 0,-8-29 1010 0 0,-2 0 1 0 0,-2 0 0 0 0,-21-41-1 0 0,26 71 965 0 0,11 22 352 0 0,9 24-695 0 0,12 7-1321 0 0,1-1 1 0 0,1 0-1 0 0,30 35 0 0 0,93 100-1085 0 0,-121-145 162 0 0,-7-8-728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135 110 4145 0 0,'-30'-36'652'0'0,"23"25"410"0"0,-1 1-1 0 0,-1 1 1 0 0,0-1 0 0 0,0 1 0 0 0,-16-11 0 0 0,25 19-935 0 0,-1 1 1 0 0,1-1-1 0 0,-1 1 1 0 0,1 0-1 0 0,-1-1 1 0 0,0 1-1 0 0,1 0 1 0 0,-1 0-1 0 0,1-1 1 0 0,-1 1 0 0 0,0 0-1 0 0,1 0 1 0 0,-1 0-1 0 0,0 0 1 0 0,1 0-1 0 0,-1 0 1 0 0,0 0-1 0 0,1 0 1 0 0,-1 0-1 0 0,0 0 1 0 0,1 0-1 0 0,-1 0 1 0 0,0 0-1 0 0,1 1 1 0 0,-1-1 0 0 0,0 0-1 0 0,1 0 1 0 0,-1 1-1 0 0,1-1 1 0 0,-1 1-1 0 0,0 0 1 0 0,-1 0 49 0 0,1 1-1 0 0,0 0 1 0 0,0 0 0 0 0,-1-1 0 0 0,1 1 0 0 0,1 0-1 0 0,-1 0 1 0 0,0 0 0 0 0,0 0 0 0 0,0 3 0 0 0,-5 53 1151 0 0,6-56-1219 0 0,0 15-13 0 0,1-1 0 0 0,1 1 0 0 0,0-1-1 0 0,1 0 1 0 0,1 0 0 0 0,0 0 0 0 0,1 0 0 0 0,1-1 0 0 0,1 0 0 0 0,0 0 0 0 0,14 23 0 0 0,-14-28-105 0 0,0 0 0 0 0,1 0 1 0 0,0-1-1 0 0,0 0 0 0 0,1 0 0 0 0,0-1 0 0 0,0 0 1 0 0,1-1-1 0 0,0 0 0 0 0,0 0 0 0 0,1-1 0 0 0,0 0 0 0 0,0-1 1 0 0,0-1-1 0 0,1 1 0 0 0,16 2 0 0 0,-25-6-12 0 0,0 0 0 0 0,0-1 1 0 0,0 0-1 0 0,1 0 0 0 0,-1 0 0 0 0,0 0 0 0 0,0-1 0 0 0,1 1 0 0 0,-1-1 0 0 0,0 1 0 0 0,0-1 1 0 0,0 0-1 0 0,0-1 0 0 0,0 1 0 0 0,0 0 0 0 0,0-1 0 0 0,-1 0 0 0 0,1 1 0 0 0,0-1 0 0 0,-1 0 1 0 0,1 0-1 0 0,-1-1 0 0 0,0 1 0 0 0,0 0 0 0 0,0-1 0 0 0,0 0 0 0 0,3-5 0 0 0,-2 3-296 0 0,-1 0-1 0 0,0 0 1 0 0,0 0-1 0 0,0 0 1 0 0,-1-1-1 0 0,1 1 1 0 0,-1-1-1 0 0,0 1 1 0 0,-1-1-1 0 0,0 1 1 0 0,0-1-1 0 0,0 1 1 0 0,0-1-1 0 0,-1 1 1 0 0,-2-9-1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0 2761 0 0,'-8'4'381'0'0,"1"0"1"0"0,-1 1-1 0 0,1 0 0 0 0,0 0 1 0 0,0 0-1 0 0,0 1 1 0 0,1 0-1 0 0,0 1 1 0 0,0-1-1 0 0,1 1 1 0 0,0 0-1 0 0,-9 15 1 0 0,8-12 46 0 0,1 1 0 0 0,0-1 0 0 0,1 1 1 0 0,0-1-1 0 0,0 1 0 0 0,1 1 1 0 0,0-1-1 0 0,1 0 0 0 0,0 17 1 0 0,1-25-348 0 0,1-1 1 0 0,0 0-1 0 0,0 1 1 0 0,1-1-1 0 0,-1 1 1 0 0,0-1 0 0 0,1 1-1 0 0,-1-1 1 0 0,1 0-1 0 0,0 0 1 0 0,0 1 0 0 0,0-1-1 0 0,0 0 1 0 0,0 0-1 0 0,1 0 1 0 0,-1 0 0 0 0,0 0-1 0 0,1 0 1 0 0,2 2-1 0 0,-2-3-57 0 0,0 1 0 0 0,0-1 0 0 0,0 0 0 0 0,0 0 0 0 0,1-1 0 0 0,-1 1 0 0 0,0 0 0 0 0,1-1 0 0 0,-1 1-1 0 0,0-1 1 0 0,1 0 0 0 0,-1 0 0 0 0,0 0 0 0 0,1 0 0 0 0,-1 0 0 0 0,3-1 0 0 0,4-1-118 0 0,-1 0 0 0 0,1-1 1 0 0,-1 1-1 0 0,0-2 0 0 0,0 1 1 0 0,0-1-1 0 0,-1-1 0 0 0,0 1 1 0 0,9-8-1 0 0,2-4-323 0 0,-1-1 0 0 0,17-23-1 0 0,-23 26 322 0 0,1 0-1 0 0,1 1 1 0 0,0 0-1 0 0,0 1 1 0 0,19-13-1 0 0,-31 24 186 0 0,0 0-1 0 0,1 0 1 0 0,-1 0-1 0 0,0 0 1 0 0,1 0-1 0 0,-1 1 1 0 0,1-1 0 0 0,-1 1-1 0 0,1-1 1 0 0,-1 1-1 0 0,1-1 1 0 0,0 1-1 0 0,-1 0 1 0 0,1 0-1 0 0,-1-1 1 0 0,1 1 0 0 0,0 1-1 0 0,-1-1 1 0 0,1 0-1 0 0,0 0 1 0 0,-1 0-1 0 0,1 1 1 0 0,-1-1-1 0 0,1 1 1 0 0,-1-1 0 0 0,1 1-1 0 0,-1 0 1 0 0,1 0-1 0 0,-1 0 1 0 0,1-1-1 0 0,-1 1 1 0 0,0 0-1 0 0,0 1 1 0 0,0-1 0 0 0,1 0-1 0 0,-1 0 1 0 0,1 3-1 0 0,4 5 391 0 0,-1 0 0 0 0,-1 1 1 0 0,0-1-1 0 0,0 1 0 0 0,2 13 0 0 0,11 22-214 0 0,3-19-773 0 0,-8-14-174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22 3225 0 0,'-2'-2'285'0'0,"0"0"0"0"0,1 1-1 0 0,-1-1 1 0 0,0 0 0 0 0,0 1 0 0 0,0-1 0 0 0,0 1 0 0 0,0 0 0 0 0,0 0 0 0 0,0 0 0 0 0,0 0 0 0 0,-1 0 0 0 0,1 0 0 0 0,0 0 0 0 0,-1 1 0 0 0,1-1 0 0 0,-1 1-1 0 0,1 0 1 0 0,0-1 0 0 0,-1 1 0 0 0,1 0 0 0 0,-4 1 0 0 0,3 0-77 0 0,0 0 1 0 0,0 1-1 0 0,1-1 1 0 0,-1 1-1 0 0,1 0 0 0 0,-1 0 1 0 0,1 0-1 0 0,0 0 0 0 0,0 0 1 0 0,-1 0-1 0 0,2 0 0 0 0,-1 1 1 0 0,0-1-1 0 0,0 1 0 0 0,1-1 1 0 0,-1 1-1 0 0,-1 5 0 0 0,-6 13 211 0 0,0 0 0 0 0,2 1 0 0 0,-9 38 0 0 0,14-52-316 0 0,1 1 1 0 0,0 0-1 0 0,0-1 0 0 0,1 1 1 0 0,0 0-1 0 0,0-1 0 0 0,1 1 1 0 0,1-1-1 0 0,-1 1 0 0 0,1-1 1 0 0,0 1-1 0 0,8 15 1 0 0,-8-20-176 0 0,0-1 1 0 0,1 1-1 0 0,-1 0 1 0 0,1-1 0 0 0,0 0-1 0 0,1 1 1 0 0,-1-1 0 0 0,0-1-1 0 0,1 1 1 0 0,-1 0 0 0 0,1-1-1 0 0,0 0 1 0 0,0 0 0 0 0,0 0-1 0 0,0 0 1 0 0,0 0 0 0 0,1-1-1 0 0,-1 0 1 0 0,5 1 0 0 0,0-1-174 0 0,1 0 1 0 0,-1 0-1 0 0,1-1 1 0 0,-1 0 0 0 0,1-1-1 0 0,-1 0 1 0 0,18-4-1 0 0,-2-3-837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 10594 0 0,'-1'0'59'0'0,"1"0"-1"0"0,0 0 0 0 0,0 0 1 0 0,0 0-1 0 0,0-1 1 0 0,-1 1-1 0 0,1 0 0 0 0,0 0 1 0 0,0 0-1 0 0,0 0 0 0 0,-1 0 1 0 0,1 0-1 0 0,0 0 1 0 0,0 0-1 0 0,-1 0 0 0 0,1 0 1 0 0,0 0-1 0 0,0 0 0 0 0,0 0 1 0 0,-1 0-1 0 0,1 0 1 0 0,0 0-1 0 0,0 0 0 0 0,-1 0 1 0 0,1 0-1 0 0,0 0 0 0 0,0 0 1 0 0,0 0-1 0 0,-1 0 1 0 0,1 1-1 0 0,0-1 0 0 0,0 0 1 0 0,0 0-1 0 0,0 0 0 0 0,-1 0 1 0 0,1 0-1 0 0,0 1 1 0 0,0-1-1 0 0,0 0 0 0 0,0 0 1 0 0,0 0-1 0 0,0 0 0 0 0,-1 1 1 0 0,1-1-1 0 0,1 15 2099 0 0,8 18 18 0 0,-9-33-2164 0 0,29 71 2144 0 0,67 118-1 0 0,-30-65-1830 0 0,-8-9-1547 0 0,-46-87 101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9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0 3225 0 0,'-36'40'1745'0'0,"2"2"1"0"0,2 1-1 0 0,2 2 0 0 0,-34 66 1 0 0,59-103-1282 0 0,0 0 0 0 0,1 0 0 0 0,1 1 0 0 0,-1 0 0 0 0,1 0-1 0 0,1 0 1 0 0,-3 12 0 0 0,5-18-355 0 0,0-1 0 0 0,0 1-1 0 0,0 0 1 0 0,1-1 0 0 0,-1 1-1 0 0,1 0 1 0 0,-1-1 0 0 0,1 1 0 0 0,0-1-1 0 0,0 1 1 0 0,0-1 0 0 0,0 1-1 0 0,1-1 1 0 0,-1 0 0 0 0,1 1-1 0 0,-1-1 1 0 0,1 0 0 0 0,0 0-1 0 0,0 0 1 0 0,0 0 0 0 0,0-1 0 0 0,0 1-1 0 0,0 0 1 0 0,0-1 0 0 0,0 1-1 0 0,1-1 1 0 0,-1 0 0 0 0,1 0-1 0 0,4 1 1 0 0,6 3 75 0 0,0-1 1 0 0,1-1-1 0 0,0-1 0 0 0,-1 0 1 0 0,1 0-1 0 0,0-1 0 0 0,0-1 1 0 0,19-2-1 0 0,111-21-734 0 0,-142 23 503 0 0,38-9-4772 0 0,-3-1-1690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55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34 920 0 0,'1'0'3'0'0,"-1"0"0"0"0,0 0-1 0 0,0 0 1 0 0,0 0 0 0 0,0 0 0 0 0,0 0-1 0 0,1 0 1 0 0,-1 0 0 0 0,0 0 0 0 0,0 0-1 0 0,0 1 1 0 0,0-1 0 0 0,1 0 0 0 0,-1 0-1 0 0,0 0 1 0 0,0 0 0 0 0,0 0 0 0 0,0 0-1 0 0,1 0 1 0 0,-1 0 0 0 0,0 0 0 0 0,0 0-1 0 0,0-1 1 0 0,1 1 0 0 0,-1 0 0 0 0,0 0-1 0 0,0 0 1 0 0,0 0 0 0 0,0 0-1 0 0,0 0 1 0 0,1 0 0 0 0,-1 0 0 0 0,0 0-1 0 0,0-1 1 0 0,0 1 0 0 0,0 0 0 0 0,0 0-1 0 0,0 0 1 0 0,1 0 0 0 0,-1 0 0 0 0,0 0-1 0 0,0-1 1 0 0,0 1 0 0 0,0 0 0 0 0,0 0-1 0 0,0 0 1 0 0,0 0 0 0 0,0-1 0 0 0,0 1-1 0 0,0 0 1 0 0,0 0 0 0 0,0 0 0 0 0,0-1-1 0 0,0 1 1 0 0,0 0 0 0 0,0 0 0 0 0,0 0-1 0 0,0 0 1 0 0,0-1 0 0 0,0 1 0 0 0,0 0-1 0 0,0 0 1 0 0,0 0 0 0 0,0 0 0 0 0,0 0-1 0 0,-1-1 1 0 0,1 1 0 0 0,0 0-1 0 0,0 0 1 0 0,0 4-18 0 0,0 0 140 0 0,0 0 0 0 0,0-1-1 0 0,0 1 1 0 0,-1 0 0 0 0,1 0 0 0 0,-3 6-1 0 0,3-9-78 0 0,-1 0 0 0 0,1 0 0 0 0,-1-1 0 0 0,1 1 0 0 0,-1 0 0 0 0,1 0-1 0 0,-1 0 1 0 0,0 0 0 0 0,0-1 0 0 0,1 1 0 0 0,-1 0 0 0 0,0-1-1 0 0,0 1 1 0 0,0 0 0 0 0,0-1 0 0 0,0 1 0 0 0,0-1 0 0 0,0 1 0 0 0,0-1-1 0 0,0 0 1 0 0,0 0 0 0 0,0 1 0 0 0,0-1 0 0 0,0 0 0 0 0,0 0-1 0 0,0 0 1 0 0,0 0 0 0 0,0 0 0 0 0,0 0 0 0 0,0 0 0 0 0,0 0 0 0 0,-1-1-1 0 0,-6 0 343 0 0,1 0 0 0 0,-1 0 0 0 0,0 1 0 0 0,0-1 0 0 0,1 2 0 0 0,-15 1 0 0 0,19-1-370 0 0,1 0 1 0 0,-1 0-1 0 0,1 0 0 0 0,0 0 0 0 0,-1 0 0 0 0,1 1 1 0 0,0-1-1 0 0,0 1 0 0 0,0 0 0 0 0,0-1 1 0 0,0 1-1 0 0,0 0 0 0 0,0 0 0 0 0,1 0 0 0 0,-1 0 1 0 0,1 1-1 0 0,0-1 0 0 0,-1 0 0 0 0,1 0 1 0 0,0 1-1 0 0,0-1 0 0 0,0 1 0 0 0,1-1 1 0 0,-1 5-1 0 0,-1-4-17 0 0,2 0 1 0 0,-1 1-1 0 0,0-1 0 0 0,1 1 1 0 0,0-1-1 0 0,-1 0 0 0 0,1 1 1 0 0,1-1-1 0 0,-1 1 1 0 0,0-1-1 0 0,1 1 0 0 0,2 5 1 0 0,-3-8-3 0 0,1 0 1 0 0,-1 0-1 0 0,1 0 0 0 0,-1-1 1 0 0,1 1-1 0 0,-1 0 0 0 0,1 0 1 0 0,0-1-1 0 0,-1 1 1 0 0,1-1-1 0 0,0 1 0 0 0,0 0 1 0 0,0-1-1 0 0,-1 0 1 0 0,1 1-1 0 0,0-1 0 0 0,0 1 1 0 0,0-1-1 0 0,1 0 0 0 0,0 1-4 0 0,0-1-1 0 0,0 0 0 0 0,1 0 1 0 0,-1 0-1 0 0,0 0 0 0 0,0-1 1 0 0,0 1-1 0 0,1 0 0 0 0,-1-1 0 0 0,0 0 1 0 0,3 0-1 0 0,-2-1 41 0 0,0-1 1 0 0,0 1-1 0 0,0 0 1 0 0,0-1-1 0 0,0 0 0 0 0,0 0 1 0 0,0 0-1 0 0,-1 0 1 0 0,1 0-1 0 0,-1 0 0 0 0,0 0 1 0 0,0-1-1 0 0,0 1 1 0 0,-1-1-1 0 0,1 0 0 0 0,-1 1 1 0 0,0-1-1 0 0,0 0 1 0 0,0 0-1 0 0,0-7 0 0 0,0 7-4 0 0,0-1-1 0 0,-1 0 1 0 0,1 1-1 0 0,-1-1 1 0 0,0 1-1 0 0,-1-1 0 0 0,1 1 1 0 0,-1-1-1 0 0,0 0 1 0 0,0 1-1 0 0,0 0 0 0 0,0-1 1 0 0,-1 1-1 0 0,0 0 1 0 0,0 0-1 0 0,0 0 1 0 0,-5-7-1 0 0,7 11-21 0 0,0-1 1 0 0,0 1-1 0 0,-1 0 0 0 0,1-1 1 0 0,0 1-1 0 0,-1 0 1 0 0,1-1-1 0 0,0 1 0 0 0,-1 0 1 0 0,1 0-1 0 0,0 0 0 0 0,-1-1 1 0 0,1 1-1 0 0,0 0 0 0 0,-1 0 1 0 0,1 0-1 0 0,-1 0 0 0 0,1 0 1 0 0,0 0-1 0 0,-1-1 1 0 0,1 1-1 0 0,-1 0 0 0 0,1 0 1 0 0,-1 0-1 0 0,1 1 0 0 0,0-1 1 0 0,-1 0-1 0 0,1 0 0 0 0,-1 0 1 0 0,1 0-1 0 0,0 0 0 0 0,-1 0 1 0 0,1 0-1 0 0,0 1 1 0 0,-1-1-1 0 0,0 0 0 0 0,-7 17 226 0 0,1 21 170 0 0,7-35-375 0 0,0 1 1 0 0,0-1 0 0 0,0 1 0 0 0,1-1 0 0 0,0 1 0 0 0,-1-1 0 0 0,1 1 0 0 0,0-1 0 0 0,0 0 0 0 0,1 1 0 0 0,-1-1 0 0 0,1 0 0 0 0,0 0 0 0 0,0 0 0 0 0,0 0 0 0 0,2 3-1 0 0,-2-5-34 0 0,0 1 0 0 0,1-1 0 0 0,-1 1 0 0 0,0-1-1 0 0,0 0 1 0 0,1 0 0 0 0,-1 0 0 0 0,1 0 0 0 0,-1 0 0 0 0,1-1-1 0 0,-1 1 1 0 0,1-1 0 0 0,-1 1 0 0 0,1-1 0 0 0,0 0-1 0 0,-1 0 1 0 0,1 0 0 0 0,-1 0 0 0 0,1-1 0 0 0,-1 1-1 0 0,1-1 1 0 0,4-1 0 0 0,-1 0 8 0 0,-1-1-1 0 0,0 1 1 0 0,1-1 0 0 0,-1 0 0 0 0,-1 0-1 0 0,1-1 1 0 0,0 0 0 0 0,-1 1 0 0 0,0-2-1 0 0,0 1 1 0 0,4-5 0 0 0,-5 6 76 0 0,0-1 0 0 0,0 0 1 0 0,-1 1-1 0 0,0-1 0 0 0,1 0 0 0 0,-1 0 0 0 0,-1 0 1 0 0,1 0-1 0 0,-1-1 0 0 0,1 1 0 0 0,-1 0 1 0 0,0-1-1 0 0,-1 1 0 0 0,1-9 0 0 0,-1 11-41 0 0,0 1-1 0 0,0-1 1 0 0,0 1-1 0 0,0 0 1 0 0,-1-1-1 0 0,1 1 1 0 0,-1-1-1 0 0,1 1 1 0 0,-1 0-1 0 0,1 0 1 0 0,-1-1-1 0 0,0 1 1 0 0,1 0-1 0 0,-1 0 1 0 0,0 0-1 0 0,0-1 1 0 0,0 1-1 0 0,0 0 1 0 0,0 0-1 0 0,0 1 1 0 0,0-1-1 0 0,0 0 1 0 0,-1 0-1 0 0,1 0 1 0 0,0 1-1 0 0,0-1 1 0 0,-1 1-1 0 0,1-1 1 0 0,0 1-1 0 0,-1-1 1 0 0,1 1-1 0 0,0 0 1 0 0,-1 0-1 0 0,1 0 1 0 0,-1-1-1 0 0,1 1 1 0 0,0 1-1 0 0,-1-1 1 0 0,1 0-1 0 0,-1 0 1 0 0,1 0-1 0 0,-2 1 1 0 0,-1 0 89 0 0,-1 0 0 0 0,1 1 0 0 0,0-1 0 0 0,-1 1 0 0 0,1 0 0 0 0,0 0 0 0 0,0 1 0 0 0,0-1 0 0 0,1 1 0 0 0,-1 0 0 0 0,-5 5 0 0 0,1 1-47 0 0,1 0 0 0 0,0 0 0 0 0,0 0 0 0 0,-9 20 0 0 0,15-27-196 0 0,0 0-1 0 0,0 1 1 0 0,0-1-1 0 0,0 1 1 0 0,1 0-1 0 0,-1-1 1 0 0,1 1-1 0 0,0 0 1 0 0,-1-1-1 0 0,1 1 1 0 0,1 0-1 0 0,-1-1 1 0 0,0 1-1 0 0,0-1 1 0 0,1 1-1 0 0,0 0 1 0 0,-1-1-1 0 0,1 1 1 0 0,0-1-1 0 0,0 1 1 0 0,0-1-1 0 0,1 0 1 0 0,-1 1-1 0 0,1-1 1 0 0,-1 0 0 0 0,4 3-1 0 0,4 5-3956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1.2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 9218 0 0,'0'-1'1104'0'0,"-1"1"-976"0"0,2 1-8 0 0,-2-1 0 0 0,0 1-120 0 0,-1-1-128 0 0,2 3 24 0 0,7 20-2664 0 0,-6-14 1807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23 6833 0 0,'0'2'-120'0'0,"1"-2"120"0"0,-1-2 0 0 0,0 1 0 0 0,0 0 0 0 0,-1-2 0 0 0,1 0 0 0 0,0-1 0 0 0,0 0 0 0 0,-1 1 0 0 0,-1 0 0 0 0,1 2 112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4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55 3225 0 0,'-1'-3'-49'0'0,"1"0"1"0"0,-1 0 0 0 0,0 0 0 0 0,0 0-1 0 0,0 0 1 0 0,0 0 0 0 0,-1 0 0 0 0,-2-4-1 0 0,-16-17 3100 0 0,19 59 78 0 0,62 286-1268 0 0,-15-95-873 0 0,-37-168-841 0 0,-6-28-161 0 0,2-1 0 0 0,1 0 0 0 0,1 0 0 0 0,1-1 1 0 0,17 39-1 0 0,-12-49-1391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8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1 162 3225 0 0,'9'-7'241'0'0,"0"1"0"0"0,1-1 0 0 0,0 1 0 0 0,0 1 0 0 0,22-8 0 0 0,-6 1 276 0 0,12-4 216 0 0,0 1-1 0 0,1 2 1 0 0,0 1 0 0 0,76-11 0 0 0,166 0-482 0 0,-251 22-551 0 0,-3-2-85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1 138 4145 0 0,'17'-11'440'0'0,"21"-13"861"0"0,1 3 0 0 0,62-26-1 0 0,-79 40-1200 0 0,1 0-1 0 0,-1 1 1 0 0,1 1-1 0 0,0 1 0 0 0,0 1 1 0 0,38 1-1 0 0,-10 3-3353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66 3225 0 0,'-1'1'100'0'0,"0"0"1"0"0,0 1 0 0 0,-1-1-1 0 0,1-1 1 0 0,-1 1-1 0 0,1 0 1 0 0,-1 0 0 0 0,1-1-1 0 0,-1 1 1 0 0,1 0 0 0 0,-1-1-1 0 0,0 0 1 0 0,1 1 0 0 0,-1-1-1 0 0,0 0 1 0 0,1 0-1 0 0,-4 0 1 0 0,1 0 333 0 0,0 0 0 0 0,0 0 0 0 0,0 0-1 0 0,1 0 1 0 0,-1-1 0 0 0,0 0 0 0 0,0 0 0 0 0,-4-2 0 0 0,44-3 1602 0 0,334-30-1170 0 0,-150 11-4266 0 0,-192 21 254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4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34 3225 0 0,'-5'-20'184'0'0,"5"20"-154"0"0,-1 0-1 0 0,1-1 1 0 0,0 1-1 0 0,0 0 1 0 0,0-1 0 0 0,0 1-1 0 0,-1-1 1 0 0,1 1-1 0 0,0 0 1 0 0,0-1 0 0 0,0 1-1 0 0,0 0 1 0 0,0-1-1 0 0,0 1 1 0 0,0-1 0 0 0,0 1-1 0 0,0 0 1 0 0,0-1-1 0 0,0 1 1 0 0,0 0 0 0 0,0-1-1 0 0,1 1 1 0 0,-1 0-1 0 0,0-1 1 0 0,0 1 0 0 0,0-1-1 0 0,0 1 1 0 0,1 0-1 0 0,-1 0 1 0 0,0-1 0 0 0,0 1-1 0 0,1 0 1 0 0,-1-1-1 0 0,0 1 1 0 0,0 0 0 0 0,1 0-1 0 0,-1-1 1 0 0,0 1-1 0 0,1 0 1 0 0,-1 0 0 0 0,0 0-1 0 0,1 0 1 0 0,-1 0-1 0 0,1-1 1 0 0,1 4 278 0 0,0-1-1 0 0,-1 0 1 0 0,1 1-1 0 0,-1-1 1 0 0,1 1 0 0 0,-1 0-1 0 0,0-1 1 0 0,0 1-1 0 0,0 0 1 0 0,-1 0 0 0 0,1-1-1 0 0,0 6 1 0 0,0-1 181 0 0,21 82 1459 0 0,94 497-1169 0 0,-116-584-795 0 0,4 33-103 0 0,-1 0 0 0 0,-3 55-1 0 0,-3-20 184 0 0,1-69-100 0 0,0 0 0 0 0,-1 0-1 0 0,1 0 1 0 0,0-1 0 0 0,0 1-1 0 0,0-1 1 0 0,-1 1 0 0 0,1-1-1 0 0,0 0 1 0 0,0 1-1 0 0,-1-1 1 0 0,1 0 0 0 0,0-1-1 0 0,-3 1 1 0 0,-48 0 1210 0 0,43-1-986 0 0,-1 0 1 0 0,0 1-1 0 0,-15 2 1 0 0,-12 3-47 0 0,-11 0 266 0 0,34-5-98 0 0,1 0 0 0 0,0-1 0 0 0,-16-4 0 0 0,10 2-79 0 0,-1 1 0 0 0,1 1 0 0 0,0 1 0 0 0,-1 1 0 0 0,1 1 0 0 0,-36 7 0 0 0,29-3-578 0 0,1 2 0 0 0,1 0 0 0 0,0 1 1 0 0,-39 21-1 0 0,39-15-4961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4145 0 0,'-2'123'5245'0'0,"2"160"-4528"0"0,0-282-717 0 0,5 86 240 0 0,19 111-1 0 0,-19-174-193 0 0,0 1 1 0 0,2-1-1 0 0,1 0 1 0 0,0-1-1 0 0,2 0 1 0 0,1 0-1 0 0,1-1 0 0 0,0 0 1 0 0,23 27-1 0 0,-29-41-66 0 0,1-1 0 0 0,0 1 0 0 0,0-2 0 0 0,1 1-1 0 0,0-1 1 0 0,0 0 0 0 0,0-1 0 0 0,1 0 0 0 0,0 0-1 0 0,0 0 1 0 0,15 4 0 0 0,-20-8 23 0 0,0 0 0 0 0,1 0 0 0 0,-1-1 1 0 0,1 0-1 0 0,-1 1 0 0 0,0-1 0 0 0,1-1 0 0 0,-1 1 0 0 0,1-1 1 0 0,-1 1-1 0 0,0-1 0 0 0,0 0 0 0 0,1-1 0 0 0,-1 1 0 0 0,0-1 1 0 0,0 0-1 0 0,0 0 0 0 0,0 0 0 0 0,-1 0 0 0 0,1-1 0 0 0,-1 0 1 0 0,1 1-1 0 0,-1-1 0 0 0,0-1 0 0 0,0 1 0 0 0,0 0 0 0 0,-1-1 0 0 0,4-4 1 0 0,-3 3 78 0 0,0 0 1 0 0,0 0 0 0 0,0 0 0 0 0,0 0-1 0 0,-1-1 1 0 0,0 1 0 0 0,-1-1 0 0 0,1 0 0 0 0,-1 1-1 0 0,0-1 1 0 0,0 0 0 0 0,-1 0 0 0 0,1 0-1 0 0,-1 1 1 0 0,-1-9 0 0 0,-1 6-227 0 0,0 0 1 0 0,0 0-1 0 0,0 0 0 0 0,-1 1 1 0 0,0-1-1 0 0,-1 1 0 0 0,1 0 1 0 0,-1 0-1 0 0,-1 0 1 0 0,-6-8-1 0 0,3 6 99 0 0,-1-1 0 0 0,0 1 0 0 0,0 0 0 0 0,-1 1 0 0 0,0 0 0 0 0,-1 1 1 0 0,0 0-1 0 0,0 1 0 0 0,0 0 0 0 0,-1 0 0 0 0,1 1 0 0 0,-1 1 0 0 0,-1 0 0 0 0,-12-2 0 0 0,24 6 63 0 0,-1 0 0 0 0,1-1 0 0 0,0 1 0 0 0,0 0 0 0 0,0 0-1 0 0,-1-1 1 0 0,1 1 0 0 0,0-1 0 0 0,0 1 0 0 0,0-1 0 0 0,0 1 0 0 0,0-1 0 0 0,0 0-1 0 0,0 1 1 0 0,0-1 0 0 0,0 0 0 0 0,0 0 0 0 0,0 0 0 0 0,0 0 0 0 0,1 0 0 0 0,-1 0-1 0 0,0 0 1 0 0,1 0 0 0 0,-1 0 0 0 0,0-2 0 0 0,1 1-20 0 0,-1 0 0 0 0,1-1 0 0 0,0 1 0 0 0,0 0 0 0 0,0-1-1 0 0,0 1 1 0 0,1-1 0 0 0,-1 1 0 0 0,0 0 0 0 0,1 0 0 0 0,0-1 0 0 0,1-2 0 0 0,3-5 43 0 0,0-1-1 0 0,1 1 1 0 0,0 1 0 0 0,10-14 0 0 0,-1 6 234 0 0,0 1 0 0 0,1 0 0 0 0,0 1 0 0 0,1 1 0 0 0,32-21 0 0 0,-42 30-184 0 0,1 1 0 0 0,-1 0 0 0 0,1 0 0 0 0,0 0-1 0 0,0 1 1 0 0,0 0 0 0 0,0 1 0 0 0,0 0 0 0 0,1 0 0 0 0,-1 1 0 0 0,1 0-1 0 0,-1 0 1 0 0,1 1 0 0 0,-1 0 0 0 0,1 1 0 0 0,-1 0 0 0 0,16 3 0 0 0,-18-1-86 0 0,0 0 1 0 0,0 1-1 0 0,0-1 0 0 0,-1 1 1 0 0,1 0-1 0 0,-1 1 1 0 0,0-1-1 0 0,0 1 1 0 0,0 0-1 0 0,-1 0 0 0 0,0 1 1 0 0,0-1-1 0 0,0 1 1 0 0,3 8-1 0 0,7 13 19 0 0,18 51 0 0 0,-32-78-24 0 0,58 205-457 0 0,-47-162 286 0 0,-9-36-1120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5529 0 0,'8'0'440'0'0,"0"2"0"0"0,0-1-1 0 0,-1 1 1 0 0,1 0 0 0 0,0 0-1 0 0,-1 1 1 0 0,1 0 0 0 0,-1 1-1 0 0,0-1 1 0 0,0 1 0 0 0,0 1 0 0 0,0-1-1 0 0,-1 1 1 0 0,0 1 0 0 0,0-1-1 0 0,6 8 1 0 0,11 12-140 0 0,-2 2-1 0 0,27 40 1 0 0,-41-55-352 0 0,3 3-10 0 0,-5-7 107 0 0,0 0 1 0 0,0-1-1 0 0,0 0 1 0 0,1 0-1 0 0,0 0 1 0 0,9 7-1 0 0,-39-64 3100 0 0,17 35-3054 0 0,1-1 1 0 0,0 0-1 0 0,1 0 0 0 0,1 0 1 0 0,1-1-1 0 0,-3-22 1 0 0,4 16-1115 0 0,2 0 0 0 0,2-25 0 0 0,1 16-4446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0 296 3225 0 0,'1'2'129'0'0,"0"0"1"0"0,0 0 0 0 0,0 0 0 0 0,0 0-1 0 0,0 0 1 0 0,0 0 0 0 0,0 0 0 0 0,1 0-1 0 0,-1 0 1 0 0,1 0 0 0 0,-1-1 0 0 0,1 1-1 0 0,0-1 1 0 0,0 1 0 0 0,0-1 0 0 0,0 0-1 0 0,0 1 1 0 0,0-1 0 0 0,0 0 0 0 0,0 0 0 0 0,0-1-1 0 0,0 1 1 0 0,1 0 0 0 0,-1-1 0 0 0,0 1-1 0 0,0-1 1 0 0,1 0 0 0 0,-1 0 0 0 0,0 0-1 0 0,1 0 1 0 0,-1 0 0 0 0,0 0 0 0 0,1 0-1 0 0,-1-1 1 0 0,0 0 0 0 0,0 1 0 0 0,1-1-1 0 0,-1 0 1 0 0,0 0 0 0 0,0 0 0 0 0,0 0-1 0 0,0 0 1 0 0,0-1 0 0 0,0 1 0 0 0,0 0-1 0 0,-1-1 1 0 0,1 0 0 0 0,0 1 0 0 0,-1-1-1 0 0,2-3 1 0 0,4-7 87 0 0,-1-1 0 0 0,0 0 1 0 0,-1-1-1 0 0,-1 1 0 0 0,0-1 0 0 0,-1 0 0 0 0,2-17 0 0 0,-3 5-483 0 0,0 1 0 0 0,-1-1 1 0 0,-4-29-1 0 0,2 51 257 0 0,0 0 1 0 0,0 1 0 0 0,0-1 0 0 0,0 0 0 0 0,-1 1-1 0 0,1-1 1 0 0,-1 1 0 0 0,0 0 0 0 0,0 0 0 0 0,0-1-1 0 0,-5-3 1 0 0,7 6 0 0 0,-1 1-1 0 0,1-1 0 0 0,-1 0 1 0 0,0 1-1 0 0,1-1 1 0 0,-1 1-1 0 0,0-1 0 0 0,1 1 1 0 0,-1 0-1 0 0,0-1 0 0 0,0 1 1 0 0,0 0-1 0 0,1-1 1 0 0,-1 1-1 0 0,0 0 0 0 0,0 0 1 0 0,0 0-1 0 0,0 0 1 0 0,0-1-1 0 0,1 1 0 0 0,-2 1 1 0 0,0-1-28 0 0,1 1 1 0 0,0-1 0 0 0,0 1-1 0 0,0 0 1 0 0,0-1-1 0 0,0 1 1 0 0,1 0 0 0 0,-1 0-1 0 0,0 0 1 0 0,0 0 0 0 0,0 0-1 0 0,1 0 1 0 0,-1 0-1 0 0,0 0 1 0 0,1 0 0 0 0,-1 0-1 0 0,1 0 1 0 0,-1 0-1 0 0,1 0 1 0 0,-1 2 0 0 0,-2 9-184 0 0,0 0 1 0 0,1 1 0 0 0,0-1 0 0 0,1 0-1 0 0,1 26 1 0 0,9 62 310 0 0,-8-94-9 0 0,0 1 1 0 0,0 0-1 0 0,1 0 0 0 0,0-1 1 0 0,0 1-1 0 0,0-1 0 0 0,1 0 1 0 0,0 0-1 0 0,0 0 0 0 0,1 0 1 0 0,0 0-1 0 0,0-1 0 0 0,6 8 1 0 0,-4-8 74 0 0,0 0 1 0 0,1 0-1 0 0,-1-1 1 0 0,1 0 0 0 0,0 0-1 0 0,0-1 1 0 0,0 0 0 0 0,1 0-1 0 0,-1 0 1 0 0,1-1-1 0 0,10 2 1 0 0,-4-2-378 0 0,-1 0 1 0 0,25-1-1 0 0,-16-1-3589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2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1 466 5065 0 0,'2'-1'466'0'0,"1"-1"-1"0"0,-1 1 1 0 0,0-1-1 0 0,0 0 1 0 0,0 0-1 0 0,0 0 1 0 0,0 0 0 0 0,0-1-1 0 0,1-2 1 0 0,8-11 354 0 0,-1-1 0 0 0,-1 0 0 0 0,-1-1 1 0 0,-1 0-1 0 0,0 0 0 0 0,8-37 1 0 0,-11 34-659 0 0,-1 1 0 0 0,-1-1 0 0 0,-1 1 0 0 0,-1-1 0 0 0,-3-35 0 0 0,0 39-179 0 0,0 0 1 0 0,-1 0-1 0 0,-1 1 0 0 0,-7-18 0 0 0,11 33 23 0 0,1-1 0 0 0,-1 1 0 0 0,0-1-1 0 0,1 1 1 0 0,-1-1 0 0 0,0 1 0 0 0,0 0 0 0 0,0-1-1 0 0,0 1 1 0 0,0 0 0 0 0,0 0 0 0 0,-1 0-1 0 0,1 0 1 0 0,0 0 0 0 0,0 0 0 0 0,-1 0-1 0 0,1 0 1 0 0,-1 1 0 0 0,1-1 0 0 0,-3 0-1 0 0,4 1 3 0 0,0 0-1 0 0,-1-1 1 0 0,1 2 0 0 0,-1-1-1 0 0,1 0 1 0 0,-1 0-1 0 0,1 0 1 0 0,-1 0-1 0 0,1 0 1 0 0,-1 0 0 0 0,1 0-1 0 0,-1 1 1 0 0,1-1-1 0 0,0 0 1 0 0,-1 0-1 0 0,1 1 1 0 0,-1-1 0 0 0,1 0-1 0 0,0 0 1 0 0,-1 1-1 0 0,1-1 1 0 0,0 0 0 0 0,-1 1-1 0 0,1 0 1 0 0,-5 19 335 0 0,6 0-450 0 0,1 0 0 0 0,0 0 0 0 0,1 0 0 0 0,1 0 0 0 0,2-1 0 0 0,-1 0 0 0 0,2 0 0 0 0,1 0 0 0 0,0-1 0 0 0,1 0 0 0 0,1 0 0 0 0,24 31 0 0 0,-31-45 59 0 0,1 0 1 0 0,0-1-1 0 0,0 1 0 0 0,0-1 1 0 0,1 0-1 0 0,-1 0 0 0 0,1 0 1 0 0,0-1-1 0 0,0 0 0 0 0,-1 0 1 0 0,2 0-1 0 0,-1 0 0 0 0,0-1 1 0 0,0 0-1 0 0,0 0 0 0 0,9 1 0 0 0,-9-2-700 0 0,1 0 0 0 0,0-1 0 0 0,0 1 0 0 0,0-1-1 0 0,7-2 1 0 0,2-2-3693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8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0 351 10594 0 0,'0'0'23'0'0,"1"0"0"0"0,-1 0 0 0 0,0 0-1 0 0,0 0 1 0 0,0 0 0 0 0,0 0 0 0 0,0 1-1 0 0,0-1 1 0 0,0 0 0 0 0,0 0 0 0 0,0 0 0 0 0,0 0-1 0 0,0 0 1 0 0,0 0 0 0 0,0 0 0 0 0,0 0-1 0 0,0 0 1 0 0,1 0 0 0 0,-1 0 0 0 0,0 0 0 0 0,0 0-1 0 0,0 1 1 0 0,0-1 0 0 0,0 0 0 0 0,0 0-1 0 0,0 0 1 0 0,0 0 0 0 0,0 0 0 0 0,0 0 0 0 0,0 0-1 0 0,0 0 1 0 0,0 0 0 0 0,0 0 0 0 0,0 0-1 0 0,0 1 1 0 0,0-1 0 0 0,0 0 0 0 0,0 0 0 0 0,0 0-1 0 0,-1 0 1 0 0,1 0 0 0 0,0 0 0 0 0,0 0-1 0 0,0 0 1 0 0,10-9 322 0 0,11-18 1069 0 0,-12 10-989 0 0,-2-1 1 0 0,0 0-1 0 0,0 0 1 0 0,-2 0 0 0 0,-1-1-1 0 0,4-24 1 0 0,-6 20-904 0 0,-1 0 1 0 0,-1-1-1 0 0,-1 1 0 0 0,-7-43 0 0 0,6 58-445 0 0,4 22 773 0 0,4 23 174 0 0,5 0 145 0 0,1-1 0 0 0,2-1 0 0 0,1 0 0 0 0,2-1 0 0 0,36 54 0 0 0,-9-28 165 0 0,-19-22-362 0 0,-21-29-19 0 0,1 0 0 0 0,1-1-1 0 0,12 14 1 0 0,-18-86-1384 0 0,0 32 1151 0 0,3-100 416 0 0,-1 116-4 0 0,0 0 0 0 0,0 1 0 0 0,2-1 0 0 0,0 1 0 0 0,0 0 0 0 0,8-15 0 0 0,-10 26-1 0 0,0-1 0 0 0,0 1-1 0 0,1 1 1 0 0,-1-1 0 0 0,1 0 0 0 0,0 1 0 0 0,0-1 0 0 0,5-4-1 0 0,-7 7-57 0 0,0 1 0 0 0,0-1 0 0 0,1 0 0 0 0,-1 1-1 0 0,0-1 1 0 0,0 1 0 0 0,0-1 0 0 0,0 1 0 0 0,0 0-1 0 0,1-1 1 0 0,-1 1 0 0 0,0 0 0 0 0,0 0 0 0 0,0 0-1 0 0,1 0 1 0 0,-1 0 0 0 0,0 0 0 0 0,0 0 0 0 0,1 0-1 0 0,-1 1 1 0 0,0-1 0 0 0,0 0 0 0 0,0 1 0 0 0,0-1-1 0 0,0 1 1 0 0,1-1 0 0 0,-1 1 0 0 0,0 0-1 0 0,0-1 1 0 0,0 1 0 0 0,0 0 0 0 0,-1 0 0 0 0,1-1-1 0 0,0 1 1 0 0,1 2 0 0 0,15 18 598 0 0,-1 0 0 0 0,-1 1 0 0 0,21 41-1 0 0,-21-35-460 0 0,1-1-1 0 0,23 30 0 0 0,10 9-1960 0 0,-35-50-4987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1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140 124 3225 0 0,'-1'-6'374'0'0,"1"1"1"0"0,-1 0-1 0 0,0-1 1 0 0,0 1-1 0 0,0 0 0 0 0,-1 0 1 0 0,0 0-1 0 0,0 0 1 0 0,0 0-1 0 0,-1 0 1 0 0,0 0-1 0 0,1 1 1 0 0,-8-8-1 0 0,10 12-267 0 0,-1-1 1 0 0,0 1-1 0 0,1 0 1 0 0,-1 0-1 0 0,0 0 0 0 0,0 0 1 0 0,1 0-1 0 0,-1 0 0 0 0,0 0 1 0 0,0 0-1 0 0,1 0 0 0 0,-1 0 1 0 0,0 1-1 0 0,1-1 0 0 0,-1 0 1 0 0,0 0-1 0 0,1 1 0 0 0,-1-1 1 0 0,0 0-1 0 0,1 1 1 0 0,-1-1-1 0 0,1 0 0 0 0,-1 1 1 0 0,0-1-1 0 0,1 1 0 0 0,-1-1 1 0 0,1 1-1 0 0,-1 0 0 0 0,1-1 1 0 0,0 1-1 0 0,-1-1 0 0 0,0 2 1 0 0,-15 26 839 0 0,13-23-652 0 0,-8 19-139 0 0,0 0 0 0 0,1 0 0 0 0,2 1-1 0 0,0 1 1 0 0,2 0 0 0 0,1-1 0 0 0,1 2 0 0 0,1-1-1 0 0,0 28 1 0 0,3-16-158 0 0,2 1-1 0 0,1-1 1 0 0,2 0-1 0 0,2 0 1 0 0,18 59-1 0 0,-18-78-55 0 0,0 0 1 0 0,1 0-1 0 0,2 0 0 0 0,-1-1 0 0 0,2-1 1 0 0,1 1-1 0 0,0-2 0 0 0,1 0 0 0 0,25 25 1 0 0,-32-35-59 0 0,0-1 0 0 0,1 0 0 0 0,-1 0 0 0 0,1 0 0 0 0,1-1 0 0 0,-1 0 0 0 0,0 0 0 0 0,1-1 0 0 0,0 0-1 0 0,0 0 1 0 0,0-1 0 0 0,0 0 0 0 0,0 0 0 0 0,0-1 0 0 0,0 0 0 0 0,1-1 0 0 0,-1 1 0 0 0,0-2 0 0 0,1 1 0 0 0,-1-1 0 0 0,0 0 0 0 0,0-1 0 0 0,0 0 0 0 0,0 0 0 0 0,0-1 0 0 0,10-5 0 0 0,-4 1 225 0 0,-1-1 1 0 0,-1-1-1 0 0,1 0 1 0 0,-1-1-1 0 0,-1 0 1 0 0,0-1-1 0 0,0 0 1 0 0,-1 0-1 0 0,-1-1 1 0 0,0-1-1 0 0,0 0 0 0 0,-2 0 1 0 0,10-20-1 0 0,-6 8 191 0 0,0-1-1 0 0,-2 0 1 0 0,-1-1-1 0 0,-1 0 1 0 0,-1-1-1 0 0,3-40 1 0 0,-7 25 17 0 0,-2 0-1 0 0,-2 0 1 0 0,-2 0 0 0 0,-1 0 0 0 0,-3 1 0 0 0,-22-74 0 0 0,27 107-226 0 0,-1 1 0 0 0,0-1 1 0 0,-1 1-1 0 0,1 0 0 0 0,-2 0 1 0 0,1 0-1 0 0,-1 1 0 0 0,0 0 0 0 0,-1 0 1 0 0,1 0-1 0 0,-12-8 0 0 0,15 13-103 0 0,-1-1 0 0 0,0 1 0 0 0,1-1 0 0 0,-1 1 0 0 0,0 0 0 0 0,0 1-1 0 0,0-1 1 0 0,0 1 0 0 0,-1-1 0 0 0,1 1 0 0 0,0 0 0 0 0,0 1 0 0 0,-1-1 0 0 0,1 1-1 0 0,-1 0 1 0 0,1 0 0 0 0,0 0 0 0 0,-1 1 0 0 0,1-1 0 0 0,0 1 0 0 0,-1 0-1 0 0,1 1 1 0 0,0-1 0 0 0,0 1 0 0 0,0-1 0 0 0,-6 5 0 0 0,4-2-291 0 0,-1 2 0 0 0,1-1 0 0 0,1 1 0 0 0,-1-1 0 0 0,1 2 0 0 0,0-1 0 0 0,0 1 0 0 0,1-1 0 0 0,-7 14 0 0 0,-1 3-1036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2.3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1 134 4145 0 0,'7'-1'751'0'0,"0"0"0"0"0,0-1 0 0 0,0 0 0 0 0,0 0 0 0 0,10-5 0 0 0,4-1 257 0 0,70-23 74 0 0,112-31 4027 0 0,-177 56-4572 0 0,1 1 1 0 0,0 2 0 0 0,1 1 0 0 0,-1 1-1 0 0,51 5 1 0 0,-62-2-546 0 0,12 1-860 0 0,0 0 1 0 0,32-2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38 403 3225 0 0,'-8'-27'1815'0'0,"-6"-21"1339"0"0,-2 23 1791 0 0,27 38-4386 0 0,-2 0 0 0 0,0 0 1 0 0,-1 1-1 0 0,11 23 0 0 0,1 0-307 0 0,5 9-64 0 0,106 171 394 0 0,-112-190-555 0 0,1-2-1 0 0,0 0 0 0 0,2-1 1 0 0,1-1-1 0 0,46 35 1 0 0,-64-55-28 0 0,0 1 1 0 0,0-1-1 0 0,0 0 0 0 0,1 0 1 0 0,-1-1-1 0 0,1 1 1 0 0,0-1-1 0 0,-1-1 0 0 0,7 2 1 0 0,-10-3 3 0 0,0 0-1 0 0,0 0 1 0 0,0 0 0 0 0,0 0 0 0 0,0 0-1 0 0,0 0 1 0 0,0-1 0 0 0,0 1 0 0 0,0-1 0 0 0,0 1-1 0 0,0-1 1 0 0,0 0 0 0 0,-1 0 0 0 0,1 0-1 0 0,0 0 1 0 0,-1 0 0 0 0,1 0 0 0 0,0 0-1 0 0,-1-1 1 0 0,1 1 0 0 0,-1 0 0 0 0,0-1 0 0 0,0 1-1 0 0,1-1 1 0 0,-1 0 0 0 0,0 1 0 0 0,0-1-1 0 0,0 0 1 0 0,-1 0 0 0 0,2-3 0 0 0,4-11 165 0 0,-1-1 0 0 0,-1-1-1 0 0,0 1 1 0 0,-1-1 0 0 0,-1 1 0 0 0,-1-1 0 0 0,-1-21 0 0 0,-14-127 1150 0 0,12 157-1271 0 0,-26-152-115 0 0,17 109-670 0 0,2 0 0 0 0,2-1 1 0 0,2 0-1 0 0,3-59 0 0 0,2 106 474 0 0,1 1 0 0 0,-1 0 0 0 0,1-1 0 0 0,0 1 0 0 0,4-9 0 0 0,0 4-696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24 6913 0 0,'-1'-1'108'0'0,"1"0"0"0"0,0 1 0 0 0,0-1-1 0 0,-1 0 1 0 0,1 0 0 0 0,0 0-1 0 0,0 0 1 0 0,0 0 0 0 0,0 0-1 0 0,0 0 1 0 0,0 0 0 0 0,0 0 0 0 0,0 0-1 0 0,0 0 1 0 0,1 1 0 0 0,-1-1-1 0 0,0 0 1 0 0,1 0 0 0 0,-1 0-1 0 0,0 0 1 0 0,1 0 0 0 0,-1 1 0 0 0,1-1-1 0 0,-1 0 1 0 0,2-1 0 0 0,-2 2 19 0 0,1 0 0 0 0,0 1 0 0 0,-1-1 0 0 0,1 0 0 0 0,0 0 0 0 0,-1 0 0 0 0,1 0 0 0 0,0 0 0 0 0,-1 1 0 0 0,1-1 0 0 0,-1 0 0 0 0,1 1 0 0 0,-1-1 0 0 0,1 0 0 0 0,0 1 0 0 0,-1-1 0 0 0,0 1 0 0 0,1-1 0 0 0,-1 1 0 0 0,1-1 0 0 0,-1 1 0 0 0,1-1 0 0 0,-1 1 0 0 0,0-1 0 0 0,1 1 0 0 0,-1-1-1 0 0,0 1 1 0 0,0 0 0 0 0,1-1 0 0 0,-1 1 0 0 0,0 0 0 0 0,0-1 0 0 0,0 1 0 0 0,0-1 0 0 0,0 1 0 0 0,0 1 0 0 0,12 40 1744 0 0,5 49-1 0 0,-11-56-1954 0 0,1-1 0 0 0,1 0-1 0 0,13 33 1 0 0,-11-41-5191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7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 5529 0 0,'-4'-6'2401'0'0,"3"4"-1393"0"0,-1-1 8 0 0,1-1-312 0 0,1 1-56 0 0,0-1-7 0 0,3 1-9 0 0,0 2-808 0 0,2-1-160 0 0,2 2-33 0 0,1 0-7 0 0,3 5 376 0 0,0-1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0 134 3681 0 0,'0'-2'173'0'0,"1"1"0"0"0,-1-1 1 0 0,0 0-1 0 0,1 1 0 0 0,-1-1 1 0 0,1 1-1 0 0,0-1 0 0 0,-1 1 1 0 0,1-1-1 0 0,0 1 0 0 0,0-1 0 0 0,0 1 1 0 0,0 0-1 0 0,0-1 0 0 0,0 1 1 0 0,0 0-1 0 0,1 0 0 0 0,-1 0 1 0 0,0 0-1 0 0,1 0 0 0 0,-1 0 1 0 0,1 0-1 0 0,-1 0 0 0 0,1 1 0 0 0,1-1 1 0 0,0 0-26 0 0,-1 2 0 0 0,1-1 1 0 0,-1 0-1 0 0,1 0 0 0 0,-1 1 0 0 0,0-1 1 0 0,1 1-1 0 0,-1 0 0 0 0,1 0 0 0 0,-1 0 1 0 0,0 0-1 0 0,0 0 0 0 0,0 1 1 0 0,0-1-1 0 0,0 0 0 0 0,0 1 0 0 0,3 2 1 0 0,5 6-5 0 0,1 0 0 0 0,-2 0 0 0 0,0 1 1 0 0,0 1-1 0 0,-1-1 0 0 0,9 18 0 0 0,35 81 1270 0 0,-17-32-962 0 0,-35-78-452 0 0,0 1 0 0 0,0 0-1 0 0,1-1 1 0 0,-1 1 0 0 0,0-1 0 0 0,0 1 0 0 0,1 0-1 0 0,-1-1 1 0 0,0 1 0 0 0,1-1 0 0 0,-1 1 0 0 0,1-1 0 0 0,-1 1-1 0 0,0-1 1 0 0,1 1 0 0 0,-1-1 0 0 0,1 1 0 0 0,0-1 0 0 0,-1 1-1 0 0,1-1 1 0 0,-1 0 0 0 0,1 0 0 0 0,-1 1 0 0 0,1-1-1 0 0,0 0 1 0 0,0 1 0 0 0,4-15-5 0 0,-4-27 54 0 0,-7-17 586 0 0,1 18-247 0 0,2-70 1 0 0,3 100-369 0 0,1-1 0 0 0,0 1 0 0 0,0 0-1 0 0,1 0 1 0 0,1 0 0 0 0,0 1 0 0 0,0-1 0 0 0,1 1 0 0 0,0-1 0 0 0,1 1 0 0 0,0 0 0 0 0,6-8 0 0 0,-11 16-7 0 0,1 0 1 0 0,0 0-1 0 0,-1 0 0 0 0,1 0 1 0 0,0 0-1 0 0,-1 0 1 0 0,1 1-1 0 0,0-1 1 0 0,0 0-1 0 0,0 1 0 0 0,-1-1 1 0 0,1 0-1 0 0,0 1 1 0 0,0-1-1 0 0,0 1 1 0 0,0-1-1 0 0,0 1 1 0 0,0 0-1 0 0,0-1 0 0 0,1 1 1 0 0,-1 0-1 0 0,0 0 1 0 0,0 0-1 0 0,0 0 1 0 0,0 0-1 0 0,0 0 0 0 0,0 0 1 0 0,0 0-1 0 0,0 0 1 0 0,0 0-1 0 0,0 1 1 0 0,1-1-1 0 0,-1 0 0 0 0,0 1 1 0 0,0-1-1 0 0,0 1 1 0 0,-1-1-1 0 0,1 1 1 0 0,0-1-1 0 0,0 1 1 0 0,0 0-1 0 0,0 0 0 0 0,0-1 1 0 0,-1 1-1 0 0,1 0 1 0 0,0 0-1 0 0,-1 0 1 0 0,1 0-1 0 0,0 2 1 0 0,5 6 252 0 0,0 0 0 0 0,-2 0 1 0 0,1 1-1 0 0,3 11 0 0 0,-5-13-181 0 0,-3-8-88 0 0,63 144 1524 0 0,-23-78-2435 0 0,10-4-4146 0 0,-28-39-563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119 807 2761 0 0,'-18'-1'1526'0'0,"0"-1"1"0"0,1 0-1 0 0,-1-2 0 0 0,-25-7 1 0 0,43 11-1487 0 0,0 0 0 0 0,-1 0 0 0 0,1 0 1 0 0,0 0-1 0 0,0 0 0 0 0,0 0 0 0 0,0 0 0 0 0,-1 0 1 0 0,1 0-1 0 0,0 0 0 0 0,0 0 0 0 0,0 0 0 0 0,0-1 1 0 0,-1 1-1 0 0,1 0 0 0 0,0 0 0 0 0,0 0 0 0 0,0 0 1 0 0,0 0-1 0 0,0 0 0 0 0,-1 0 0 0 0,1 0 0 0 0,0 0 1 0 0,0-1-1 0 0,0 1 0 0 0,0 0 0 0 0,0 0 0 0 0,0 0 0 0 0,0 0 1 0 0,-1 0-1 0 0,1-1 0 0 0,0 1 0 0 0,0 0 0 0 0,0 0 1 0 0,0 0-1 0 0,0 0 0 0 0,0-1 0 0 0,0 1 0 0 0,0 0 1 0 0,0 0-1 0 0,0 0 0 0 0,0 0 0 0 0,0-1 0 0 0,0 1 1 0 0,0 0-1 0 0,0 0 0 0 0,0 0 0 0 0,0-1 0 0 0,10-3 647 0 0,14-2-536 0 0,43-2-195 0 0,1-4 0 0 0,94-28 0 0 0,-72 16 19 0 0,504-110-39 0 0,-371 88 64 0 0,473-71 0 0 0,-45 34 190 0 0,-350 29-166 0 0,107-18 659 0 0,-276 55 217 0 0,147 0-1 0 0,-109 18-493 0 0,151-5-353 0 0,-265-1 27 0 0,-1-2-1 0 0,-1-2 1 0 0,97-29 0 0 0,-96 19 128 0 0,-5 1 554 0 0,1 2 0 0 0,77-13 0 0 0,-128 29-770 0 0,3-1-108 0 0,1 0 0 0 0,-1 1-1 0 0,0 0 1 0 0,1 0 0 0 0,-1 0-1 0 0,0 0 1 0 0,0 0 0 0 0,1 1-1 0 0,5 1 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3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20 4145 0 0,'-1'-1'201'0'0,"1"0"0"0"0,-1 0 0 0 0,1 0 0 0 0,-1-1 0 0 0,0 1 0 0 0,0 0 0 0 0,1 0 0 0 0,-1 0 0 0 0,0 0 0 0 0,0 1 0 0 0,0-1 0 0 0,0 0 0 0 0,0 0 0 0 0,0 0 0 0 0,0 1 0 0 0,0-1 0 0 0,0 1 0 0 0,-1-1 0 0 0,1 1 0 0 0,0-1 0 0 0,0 1 0 0 0,0 0 0 0 0,-1-1 0 0 0,0 1 0 0 0,1 0-95 0 0,0 1 1 0 0,0-1-1 0 0,1 0 0 0 0,-1 1 1 0 0,0-1-1 0 0,1 1 0 0 0,-1-1 1 0 0,0 1-1 0 0,1-1 0 0 0,-1 1 1 0 0,0-1-1 0 0,1 1 0 0 0,-1 0 1 0 0,1-1-1 0 0,-1 1 0 0 0,1 0 1 0 0,0 0-1 0 0,-1-1 0 0 0,1 1 1 0 0,0 0-1 0 0,-1 0 0 0 0,1 0 1 0 0,0-1-1 0 0,0 1 0 0 0,0 0 1 0 0,-1 0-1 0 0,1 0 0 0 0,0 0 1 0 0,0-1-1 0 0,1 1 0 0 0,-1 0 1 0 0,0 0-1 0 0,0 0 0 0 0,0 0 1 0 0,0-1-1 0 0,1 1 0 0 0,-1 1 1 0 0,8 38 1755 0 0,26 77 0 0 0,-2-12-828 0 0,13 100-237 0 0,-18-74-22 0 0,44 128 0 0 0,-22-96-5216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0 128 3225 0 0,'1'-9'328'0'0,"0"0"1"0"0,0 0 0 0 0,1 1 0 0 0,0-1 0 0 0,5-14-1 0 0,-6 19 122 0 0,1-1 0 0 0,0 1-1 0 0,0 0 1 0 0,0 0-1 0 0,0 0 1 0 0,1 0 0 0 0,0 0-1 0 0,0 0 1 0 0,0 0 0 0 0,0 1-1 0 0,0 0 1 0 0,5-4-1 0 0,-6 6-365 0 0,-1 0-1 0 0,0 1 1 0 0,0-1-1 0 0,1 0 1 0 0,-1 1-1 0 0,0-1 1 0 0,1 1 0 0 0,-1 0-1 0 0,0-1 1 0 0,1 1-1 0 0,-1 0 1 0 0,1 0-1 0 0,-1 0 1 0 0,1 0-1 0 0,-1 0 1 0 0,1 0-1 0 0,-1 0 1 0 0,0 0-1 0 0,1 1 1 0 0,-1-1-1 0 0,1 1 1 0 0,1 0-1 0 0,0 1-32 0 0,0 0 0 0 0,-1-1-1 0 0,1 1 1 0 0,-1 0-1 0 0,0 1 1 0 0,0-1-1 0 0,0 0 1 0 0,0 1-1 0 0,0-1 1 0 0,2 4 0 0 0,1 4-52 0 0,0-1 0 0 0,-1 1 0 0 0,0 0 0 0 0,-1 1 1 0 0,3 11-1 0 0,-2 0 90 0 0,-1 1 1 0 0,-1-1-1 0 0,-1 1 0 0 0,-1 0 1 0 0,-1-1-1 0 0,-1 1 0 0 0,-2-1 1 0 0,0 1-1 0 0,-1-1 0 0 0,0 0 1 0 0,-14 29-1 0 0,35-57 2058 0 0,20-17-1522 0 0,-6 4 32 0 0,-10 9-388 0 0,0 1 1 0 0,1 1-1 0 0,1 0 1 0 0,0 2-1 0 0,-1 0 1 0 0,26-2-1 0 0,3 1-222 0 0,82 1 0 0 0,-103 9-835 0 0,-12 5-5539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0,'4'5'9135'0'0,"2"5"-4868"0"0,12 37-3801 0 0,-14-35 1132 0 0,27 67-393 0 0,61 114 0 0 0,-86-183-1335 0 0,0-1 1 0 0,1 0-1 0 0,12 14 0 0 0,-16-20 63 0 0,0 0 1 0 0,0 0-1 0 0,0 0 0 0 0,0 0 0 0 0,0-1 0 0 0,1 0 1 0 0,-1 0-1 0 0,1 0 0 0 0,-1 0 0 0 0,1 0 1 0 0,0-1-1 0 0,0 1 0 0 0,5 0 0 0 0,2-5-2601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5.0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4145 0 0,'1'3'5754'0'0,"3"4"-3547"0"0,14 31-6447 0 0,-17-32 2863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90 6913 0 0,'0'-1'-39'0'0,"0"0"0"0"0,0 0 0 0 0,0 1 0 0 0,1-1 0 0 0,-1 0-1 0 0,0 0 1 0 0,0 0 0 0 0,0 0 0 0 0,1 1 0 0 0,-1-1-1 0 0,1 0 1 0 0,-1 0 0 0 0,0 1 0 0 0,1-1 0 0 0,-1 0 0 0 0,1 1-1 0 0,-1-1 1 0 0,1 0 0 0 0,0 1 0 0 0,-1-1 0 0 0,1 1 0 0 0,0-1-1 0 0,-1 1 1 0 0,1-1 0 0 0,1 1 0 0 0,24-18 689 0 0,-18 14 1 0 0,6-5 628 0 0,0 0 1 0 0,25-10-1 0 0,-33 17-1358 0 0,0-1 0 0 0,0 1 0 0 0,0 1 0 0 0,0-1 0 0 0,0 1 0 0 0,1 0 0 0 0,-1 0 0 0 0,0 1 0 0 0,13 1 0 0 0,-5 1-3644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5985 0 0,'82'-28'6486'0'0,"33"-10"-5433"0"0,-94 31-5887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1 456 0 0,'-3'1'133'0'0,"0"1"1"0"0,0 0-1 0 0,0 0 0 0 0,0 0 0 0 0,0 0 1 0 0,1 0-1 0 0,-1 0 0 0 0,1 1 0 0 0,0-1 1 0 0,0 1-1 0 0,0 0 0 0 0,0 0 0 0 0,0 0 1 0 0,0-1-1 0 0,1 2 0 0 0,-1-1 1 0 0,1 0-1 0 0,0 0 0 0 0,0 0 0 0 0,0 1 1 0 0,1-1-1 0 0,-1 0 0 0 0,1 1 0 0 0,-1-1 1 0 0,1 5-1 0 0,2 27 735 0 0,0 1 0 0 0,2-1-1 0 0,15 59 1 0 0,-8-43-298 0 0,82 320 1235 0 0,-77-322-1858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3681 0 0,'4'-1'109'0'0,"-1"0"1"0"0,1 0-1 0 0,0-1 1 0 0,-1 0-1 0 0,0 0 1 0 0,1 0-1 0 0,3-3 0 0 0,5-2 352 0 0,75-44 1870 0 0,22-10 383 0 0,-95 54-3123 0 0,1 1 1 0 0,1 0-1 0 0,-1 1 0 0 0,1 1 0 0 0,27-4 1 0 0,-12 6-2857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2304 0 0,'1'-2'173'0'0,"-1"0"0"0"0,1 0 0 0 0,0 1 0 0 0,-1-1 0 0 0,1 0 0 0 0,0 1 0 0 0,0-1 0 0 0,0 1 0 0 0,1-1 0 0 0,-1 1 0 0 0,0-1 0 0 0,0 1-1 0 0,1 0 1 0 0,-1-1 0 0 0,1 1 0 0 0,-1 0 0 0 0,1 0 0 0 0,0 0 0 0 0,-1 0 0 0 0,1 1 0 0 0,2-2 0 0 0,39-14 1944 0 0,-5 9-1048 0 0,-1 2 0 0 0,0 2 1 0 0,59 1-1 0 0,4 0-713 0 0,-13-5-390 0 0,-45 3-164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79 3225 0 0,'-4'0'156'0'0,"0"1"0"0"0,0-1 0 0 0,0 0 0 0 0,0 0 0 0 0,0 0 1 0 0,0-1-1 0 0,0 1 0 0 0,0-1 0 0 0,0 0 0 0 0,-8-3 0 0 0,13 3-47 0 0,-1 1-1 0 0,0-1 1 0 0,1 0-1 0 0,-1 0 0 0 0,1 1 1 0 0,-1-1-1 0 0,1 1 1 0 0,-1-1-1 0 0,1 0 0 0 0,0 1 1 0 0,-1-1-1 0 0,1 1 1 0 0,0-1-1 0 0,-1 1 0 0 0,1-1 1 0 0,0 1-1 0 0,-1 0 0 0 0,1-1 1 0 0,0 1-1 0 0,1-1 1 0 0,20-7 950 0 0,-20 8-937 0 0,36-11 718 0 0,1 2-1 0 0,1 2 1 0 0,71-4-1 0 0,-1 0-2372 0 0,-86 7 982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3681 0 0,'-3'2'289'0'0,"0"0"0"0"0,1 0 0 0 0,-1 0 0 0 0,1 0 1 0 0,-1 1-1 0 0,1-1 0 0 0,0 1 0 0 0,0 0 0 0 0,0-1 1 0 0,1 1-1 0 0,-1 0 0 0 0,1 0 0 0 0,-1 0 0 0 0,1 0 0 0 0,0 1 1 0 0,0-1-1 0 0,0 0 0 0 0,1 0 0 0 0,-1 1 0 0 0,0 3 1 0 0,0 11 439 0 0,0 1 0 0 0,2 26 0 0 0,0-28-829 0 0,70 905 1131 0 0,-67-872-860 0 0,1 28 348 0 0,4 41 374 0 0,-7-105-1601 0 0,1-1 0 0 0,1 1-1 0 0,6 18 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145 178 7834 0 0,'-8'1'223'0'0,"0"0"0"0"0,0 0-1 0 0,-1-1 1 0 0,1-1 0 0 0,0 1 0 0 0,-8-3 0 0 0,9 2-174 0 0,1 0 0 0 0,0 0-1 0 0,-1 0 1 0 0,1 1 0 0 0,-1 0-1 0 0,1 0 1 0 0,0 1 0 0 0,-1 0 0 0 0,1 0-1 0 0,-9 3 1 0 0,31-1 272 0 0,15-4 156 0 0,28-7 92 0 0,0-3 1 0 0,0-2-1 0 0,-1-3 0 0 0,-1-3 1 0 0,101-47-1 0 0,-107 42-1680 0 0,-3 0-3592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09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6913 0 0,'-1'-3'4667'0'0,"7"12"-3034"0"0,6 16-627 0 0,131 456 3243 0 0,-102-331-3749 0 0,-17-62-482 0 0,37 123-3479 0 0,-55-197 1835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81 262 1376 0 0,'-25'5'179'0'0,"21"-4"-39"0"0,-1 0 1 0 0,1 0 0 0 0,0 0 0 0 0,0-1-1 0 0,-1 1 1 0 0,-6-1 0 0 0,10 0-115 0 0,0-1 0 0 0,0 1 1 0 0,0 0-1 0 0,0-1 0 0 0,0 1 0 0 0,0 0 0 0 0,0-1 1 0 0,1 1-1 0 0,-1-1 0 0 0,0 1 0 0 0,0-1 0 0 0,1 0 1 0 0,-1 1-1 0 0,0-1 0 0 0,1 0 0 0 0,-1 0 0 0 0,0 1 0 0 0,1-1 1 0 0,-1 0-1 0 0,1 0 0 0 0,-1 0 0 0 0,1 0 0 0 0,0 1 1 0 0,-1-1-1 0 0,1 0 0 0 0,0 0 0 0 0,0 0 0 0 0,0 0 1 0 0,-1 0-1 0 0,1 0 0 0 0,0 0 0 0 0,0 0 0 0 0,0 0 1 0 0,1-2-1 0 0,0-10 303 0 0,0 0-1 0 0,1 1 1 0 0,0-1 0 0 0,1 0 0 0 0,1 1-1 0 0,0 0 1 0 0,0 0 0 0 0,1 0 0 0 0,1 0 0 0 0,8-13-1 0 0,-9 17 58 0 0,-1 1 0 0 0,1 0 0 0 0,0 1 0 0 0,1-1 0 0 0,-1 1 0 0 0,1 0 0 0 0,0 1 0 0 0,1-1 0 0 0,0 1 0 0 0,-1 0 0 0 0,2 1 0 0 0,-1 0 0 0 0,0 0 0 0 0,1 0 0 0 0,0 1 0 0 0,12-4 0 0 0,-17 7-273 0 0,0-1 0 0 0,0 1 0 0 0,0-1-1 0 0,-1 1 1 0 0,1 0 0 0 0,0 0 0 0 0,0 1 0 0 0,0-1 0 0 0,0 0 0 0 0,0 1 0 0 0,0 0-1 0 0,-1 0 1 0 0,1 0 0 0 0,0 0 0 0 0,-1 0 0 0 0,1 0 0 0 0,0 1 0 0 0,-1-1-1 0 0,0 1 1 0 0,4 2 0 0 0,-3 0-44 0 0,1 0-1 0 0,-1 0 1 0 0,0 0-1 0 0,0 0 1 0 0,-1 1 0 0 0,1-1-1 0 0,-1 1 1 0 0,0-1-1 0 0,0 1 1 0 0,1 9-1 0 0,1 4-92 0 0,-1 1 0 0 0,-1 0 0 0 0,0 0 0 0 0,-2 0-1 0 0,-2 22 1 0 0,-2-8-200 0 0,-12 48-1 0 0,9-55 31 0 0,2 1-1 0 0,1 0 1 0 0,-1 30-1 0 0,4-56 194 0 0,1-1 0 0 0,0 1 0 0 0,0-1-1 0 0,0 1 1 0 0,0-1 0 0 0,0 1 0 0 0,0 0 0 0 0,0-1-1 0 0,0 1 1 0 0,0-1 0 0 0,0 1 0 0 0,0-1-1 0 0,1 0 1 0 0,-1 1 0 0 0,0-1 0 0 0,0 1 0 0 0,0-1-1 0 0,1 1 1 0 0,-1-1 0 0 0,0 1 0 0 0,1-1 0 0 0,-1 0-1 0 0,0 1 1 0 0,1-1 0 0 0,-1 1 0 0 0,0-1-1 0 0,1 0 1 0 0,-1 0 0 0 0,1 1 0 0 0,-1-1 0 0 0,0 0-1 0 0,1 0 1 0 0,-1 1 0 0 0,1-1 0 0 0,-1 0 0 0 0,1 0-1 0 0,-1 0 1 0 0,1 0 0 0 0,-1 0 0 0 0,1 0-1 0 0,-1 1 1 0 0,1-1 0 0 0,-1-1 0 0 0,1 1 0 0 0,-1 0-1 0 0,1 0 1 0 0,-1 0 0 0 0,1 0 0 0 0,-1 0 0 0 0,1 0-1 0 0,-1 0 1 0 0,1-1 0 0 0,-1 1 0 0 0,1 0-1 0 0,-1 0 1 0 0,0-1 0 0 0,1 1 0 0 0,-1 0 0 0 0,1-1-1 0 0,-1 1 1 0 0,0 0 0 0 0,1-1 0 0 0,0 0-1 0 0,27-24 2 0 0,-27 24-4 0 0,8-7 48 0 0,1-1 1 0 0,0 1-1 0 0,0 1 1 0 0,0 0-1 0 0,1 0 1 0 0,0 1-1 0 0,0 0 1 0 0,0 1 0 0 0,1 0-1 0 0,23-5 1 0 0,-31 9-30 0 0,1 0 0 0 0,-1 0 0 0 0,1 1 0 0 0,-1 0 0 0 0,1 0 0 0 0,0 0 0 0 0,-1 0 0 0 0,1 1 0 0 0,-1 0 0 0 0,1 0 0 0 0,-1 0 0 0 0,1 0 0 0 0,-1 1 0 0 0,0-1 1 0 0,1 1-1 0 0,-1 0 0 0 0,0 1 0 0 0,0-1 0 0 0,-1 1 0 0 0,1 0 0 0 0,0-1 0 0 0,-1 2 0 0 0,0-1 0 0 0,1 0 0 0 0,-1 1 0 0 0,-1-1 0 0 0,1 1 0 0 0,0 0 0 0 0,-1 0 0 0 0,0 0 0 0 0,0 0 0 0 0,3 9 0 0 0,-2-2 67 0 0,1 1-1 0 0,-2 0 0 0 0,0 0 0 0 0,0 0 0 0 0,-1 0 0 0 0,-1 0 0 0 0,0 0 0 0 0,0 0 0 0 0,-1 0 1 0 0,-1 0-1 0 0,-3 16 0 0 0,-7 19 60 0 0,-27 65 1 0 0,33-94-217 0 0,-31 76-2071 0 0,27-71-3411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0,'0'0'107'0'0,"0"0"-1"0"0,1 0 0 0 0,-1 0 0 0 0,0 0 1 0 0,1 0-1 0 0,-1 0 0 0 0,0 0 0 0 0,1 0 0 0 0,-1 0 1 0 0,1 0-1 0 0,-1 1 0 0 0,0-1 0 0 0,1 0 1 0 0,-1 0-1 0 0,0 0 0 0 0,1 0 0 0 0,-1 1 0 0 0,0-1 1 0 0,0 0-1 0 0,1 0 0 0 0,-1 0 0 0 0,0 1 1 0 0,0-1-1 0 0,1 0 0 0 0,-1 1 0 0 0,0-1 1 0 0,0 0-1 0 0,0 0 0 0 0,1 1 0 0 0,-1-1 0 0 0,0 0 1 0 0,0 1-1 0 0,0-1 0 0 0,0 0 0 0 0,0 1 1 0 0,0-1-1 0 0,0 1 0 0 0,7 14 1060 0 0,6 31 517 0 0,-2 0-1 0 0,7 60 1 0 0,5 25-1059 0 0,-12-79-587 0 0,2 0 0 0 0,3 0 0 0 0,2-2 0 0 0,25 52 0 0 0,-31-82-542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10594 0 0,'2'0'217'0'0,"0"0"-1"0"0,0-1 1 0 0,-1 1-1 0 0,1 0 1 0 0,0 0-1 0 0,0 1 1 0 0,0-1-1 0 0,0 0 0 0 0,0 1 1 0 0,-1-1-1 0 0,1 1 1 0 0,0-1-1 0 0,0 1 1 0 0,-1 0-1 0 0,1 0 1 0 0,0 0-1 0 0,-1 0 1 0 0,1 0-1 0 0,-1 0 1 0 0,1 0-1 0 0,-1 0 0 0 0,0 1 1 0 0,1-1-1 0 0,-1 0 1 0 0,0 1-1 0 0,0-1 1 0 0,0 1-1 0 0,0 0 1 0 0,0-1-1 0 0,0 1 1 0 0,0 3-1 0 0,18 42 941 0 0,-13-29-838 0 0,1 0-1 0 0,1-1 1 0 0,18 32-1 0 0,-24-46-322 0 0,0 0-1 0 0,1 0 1 0 0,-1 0-1 0 0,1 0 1 0 0,-1 0-1 0 0,1-1 1 0 0,0 1-1 0 0,0-1 1 0 0,0 0-1 0 0,0 0 0 0 0,0 0 1 0 0,1 0-1 0 0,-1 0 1 0 0,1-1-1 0 0,-1 1 1 0 0,1-1-1 0 0,0 0 1 0 0,-1 0-1 0 0,1 0 1 0 0,0-1-1 0 0,-1 0 1 0 0,1 1-1 0 0,0-1 0 0 0,7-1 1 0 0,-7 0-82 0 0,0-1 0 0 0,1 1 0 0 0,-1-1 0 0 0,0 0 0 0 0,0 0-1 0 0,-1 0 1 0 0,1 0 0 0 0,0-1 0 0 0,-1 0 0 0 0,1 1 0 0 0,-1-1 0 0 0,0-1 0 0 0,0 1 0 0 0,0 0 0 0 0,-1-1 0 0 0,1 1 0 0 0,-1-1-1 0 0,4-6 1 0 0,2-6-327 0 0,-1 1 0 0 0,-1-1-1 0 0,7-24 1 0 0,-9 22 349 0 0,0-1 0 0 0,1-31 0 0 0,-5 33 433 0 0,2 1 0 0 0,0-1 1 0 0,1 1-1 0 0,6-18 0 0 0,-9 33-316 0 0,0 0 1 0 0,0 1-1 0 0,1-1 0 0 0,-1 1 1 0 0,0-1-1 0 0,0 0 0 0 0,0 1 1 0 0,1-1-1 0 0,-1 1 1 0 0,0-1-1 0 0,1 1 0 0 0,-1-1 1 0 0,0 1-1 0 0,1-1 0 0 0,-1 1 1 0 0,1-1-1 0 0,-1 1 0 0 0,1-1 1 0 0,-1 1-1 0 0,1 0 1 0 0,-1-1-1 0 0,1 1 0 0 0,-1 0 1 0 0,1 0-1 0 0,-1-1 0 0 0,1 1 1 0 0,0 0-1 0 0,-1 0 0 0 0,1 0 1 0 0,-1 0-1 0 0,1 0 1 0 0,1 0-1 0 0,-1 0 13 0 0,1 1 0 0 0,-1-1 0 0 0,1 1 0 0 0,-1 0 0 0 0,1 0 0 0 0,-1 0-1 0 0,0 0 1 0 0,0 0 0 0 0,1 0 0 0 0,-1 0 0 0 0,0 0 0 0 0,1 3 0 0 0,31 48 496 0 0,-29-45-397 0 0,1 1-333 0 0,0-1 1 0 0,0 1 0 0 0,1-1 0 0 0,0 0 0 0 0,0 0-1 0 0,0-1 1 0 0,1 0 0 0 0,0 0 0 0 0,0-1 0 0 0,1 0-1 0 0,0 0 1 0 0,0 0 0 0 0,0-1 0 0 0,0 0 0 0 0,13 3-1 0 0,0 0-1493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1 381 7370 0 0,'5'-3'414'0'0,"0"-1"0"0"0,1 0 0 0 0,-1 0 0 0 0,-1 0 0 0 0,1 0 0 0 0,0-1 0 0 0,-1 0 0 0 0,0 0 1 0 0,6-9-1 0 0,-4 5-182 0 0,14-18 960 0 0,-1 0 0 0 0,28-56 0 0 0,-41 71-1152 0 0,-1 0-1 0 0,0 0 1 0 0,-1 0 0 0 0,0 0-1 0 0,-1-1 1 0 0,-1 0 0 0 0,0 0-1 0 0,0 0 1 0 0,-2 0 0 0 0,0-18-1 0 0,0 29-31 0 0,0 1-1 0 0,0 0 0 0 0,0 0 1 0 0,0 0-1 0 0,0 0 0 0 0,-1-1 1 0 0,1 1-1 0 0,0 0 0 0 0,0 0 1 0 0,-1 0-1 0 0,1 0 0 0 0,-1 0 1 0 0,1 0-1 0 0,-1 0 0 0 0,0 0 1 0 0,1 0-1 0 0,-1 0 0 0 0,0 0 0 0 0,0 0 1 0 0,1 1-1 0 0,-1-1 0 0 0,0 0 1 0 0,0 0-1 0 0,0 1 0 0 0,-1-2 1 0 0,0 2 5 0 0,1 0 1 0 0,-1 0-1 0 0,1 0 1 0 0,-1 0-1 0 0,1 0 1 0 0,0 1-1 0 0,-1-1 1 0 0,1 0-1 0 0,-1 1 0 0 0,1-1 1 0 0,0 1-1 0 0,-1-1 1 0 0,1 1-1 0 0,0-1 1 0 0,0 1-1 0 0,0 0 1 0 0,-2 1-1 0 0,-3 2 90 0 0,1 1 0 0 0,0 0 0 0 0,0 0 0 0 0,0 0 0 0 0,0 0 0 0 0,1 1 0 0 0,-4 6 0 0 0,5-5-35 0 0,1 0 0 0 0,0-1 0 0 0,0 1 0 0 0,0 0 0 0 0,1 0 0 0 0,0 0 0 0 0,1 0 0 0 0,0 0 0 0 0,0 0 0 0 0,0 1 0 0 0,1-1 0 0 0,0 0 0 0 0,0 0 0 0 0,1 0 0 0 0,-1-1 0 0 0,2 1 0 0 0,-1 0 0 0 0,1-1 0 0 0,5 9 0 0 0,-2-2 24 0 0,2 0 1 0 0,0 0-1 0 0,0-1 0 0 0,1 0 1 0 0,1-1-1 0 0,0 0 0 0 0,0 0 0 0 0,16 12 1 0 0,-19-19-92 0 0,-1 0 0 0 0,1 0 0 0 0,-1 0 0 0 0,1-1 0 0 0,0 0 0 0 0,0 0 1 0 0,10 2-1 0 0,31 1-5178 0 0,-11-4-856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85 5529 0 0,'-2'-3'368'0'0,"0"0"0"0"0,0-1 0 0 0,0 1 0 0 0,1 0-1 0 0,0-1 1 0 0,-1 1 0 0 0,1-1 0 0 0,0 1 0 0 0,1-1 0 0 0,-1 1-1 0 0,1-1 1 0 0,-1 0 0 0 0,1 1 0 0 0,0-1 0 0 0,1 0 0 0 0,0-6 0 0 0,0 10-326 0 0,-1 0 1 0 0,0 0 0 0 0,1-1-1 0 0,-1 1 1 0 0,1 0 0 0 0,-1 0-1 0 0,1 0 1 0 0,-1 0 0 0 0,1-1-1 0 0,-1 1 1 0 0,1 0 0 0 0,-1 0-1 0 0,1 0 1 0 0,-1 0 0 0 0,1 0-1 0 0,-1 0 1 0 0,1 0 0 0 0,-1 1-1 0 0,1-1 1 0 0,-1 0 0 0 0,1 0-1 0 0,-1 0 1 0 0,1 0 0 0 0,-1 1-1 0 0,1-1 1 0 0,-1 0 0 0 0,1 0-1 0 0,-1 1 1 0 0,0-1 0 0 0,1 0-1 0 0,-1 1 1 0 0,0-1 0 0 0,1 1-1 0 0,-1-1 1 0 0,0 0 0 0 0,1 2-1 0 0,14 14 514 0 0,-15-16-551 0 0,102 149 2069 0 0,-61-87-1877 0 0,2-1 1 0 0,79 84 0 0 0,-121-143-99 0 0,1 0 0 0 0,-1 0 0 0 0,1-1 0 0 0,0 1 0 0 0,0-1 0 0 0,0 1 0 0 0,0-1 0 0 0,0 0 1 0 0,0 0-1 0 0,0 0 0 0 0,0 0 0 0 0,0 0 0 0 0,0 0 0 0 0,4 0 0 0 0,-5-1-32 0 0,0-1-1 0 0,0 1 1 0 0,0 0 0 0 0,1-1 0 0 0,-1 0-1 0 0,0 1 1 0 0,0-1 0 0 0,0 0-1 0 0,0 1 1 0 0,-1-1 0 0 0,1 0 0 0 0,0 0-1 0 0,0 0 1 0 0,0 0 0 0 0,-1 0-1 0 0,1 0 1 0 0,0 0 0 0 0,-1 0-1 0 0,1 0 1 0 0,-1 0 0 0 0,1 0 0 0 0,-1 0-1 0 0,0-1 1 0 0,1 1 0 0 0,-1 0-1 0 0,0 0 1 0 0,0 0 0 0 0,0-1 0 0 0,0 0-1 0 0,24-135 178 0 0,9-40-1977 0 0,-26 151-645 0 0,2 0 0 0 0,16-35 0 0 0,-14 40-2586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1840 0 0,'-8'12'6443'0'0,"7"-9"-5983"0"0,-1 21 2617 0 0,9 29-2161 0 0,-4-32 75 0 0,1 13 188 0 0,17 65 1 0 0,-13-74-2296 0 0,15 34 0 0 0,-20-52-682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8290 0 0,'0'0'639'0'0,"22"19"4411"0"0,32 21-3589 0 0,2-3-8526 0 0,-42-28 4635 0 0</inkml:trace>
  <inkml:trace contextRef="#ctx0" brushRef="#br0" timeOffset="1">342 157 4145 0 0,'0'-2'158'0'0,"1"0"0"0"0,-1 0-1 0 0,1 1 1 0 0,-1-1 0 0 0,1 0 0 0 0,-1 0 0 0 0,1 0 0 0 0,0 1 0 0 0,0-1-1 0 0,0 0 1 0 0,0 1 0 0 0,0-1 0 0 0,0 1 0 0 0,1-1 0 0 0,-1 1 0 0 0,0-1 0 0 0,1 1-1 0 0,-1 0 1 0 0,1 0 0 0 0,-1 0 0 0 0,1 0 0 0 0,0 0 0 0 0,-1 0 0 0 0,1 0-1 0 0,0 0 1 0 0,0 1 0 0 0,0-1 0 0 0,0 1 0 0 0,-1-1 0 0 0,1 1 0 0 0,0 0-1 0 0,0 0 1 0 0,0 0 0 0 0,0 0 0 0 0,0 0 0 0 0,0 0 0 0 0,0 0 0 0 0,0 1-1 0 0,0-1 1 0 0,-1 1 0 0 0,1-1 0 0 0,0 1 0 0 0,0 0 0 0 0,-1 0 0 0 0,3 1-1 0 0,0 1-66 0 0,1 0-1 0 0,-1 0 0 0 0,1 0 1 0 0,-1 1-1 0 0,0 0 0 0 0,-1 0 0 0 0,1 0 1 0 0,-1 0-1 0 0,0 1 0 0 0,5 7 1 0 0,24 58 1174 0 0,-3-8-671 0 0,-3-26-594 0 0,-24-39-3 0 0,-1 0-1 0 0,0 0 1 0 0,0 0-1 0 0,0 0 1 0 0,-1 0-1 0 0,1 0 1 0 0,-1-5 0 0 0,0 8 3 0 0,2-11-8 0 0,1-14-7 0 0,8-34 0 0 0,-10 54 80 0 0,1-1 0 0 0,-1 1 1 0 0,1 0-1 0 0,0 0 0 0 0,1 0 1 0 0,-1 0-1 0 0,1 0 0 0 0,0 1 1 0 0,0-1-1 0 0,1 1 1 0 0,-1-1-1 0 0,7-5 0 0 0,-8 9 3 0 0,1 0 0 0 0,-1 0 0 0 0,0-1 0 0 0,1 2 0 0 0,-1-1 0 0 0,0 0 0 0 0,1 0-1 0 0,-1 1 1 0 0,1 0 0 0 0,-1-1 0 0 0,1 1 0 0 0,-1 0 0 0 0,1 0 0 0 0,-1 0 0 0 0,1 0 0 0 0,-1 1 0 0 0,1-1 0 0 0,-1 1-1 0 0,0 0 1 0 0,1-1 0 0 0,-1 1 0 0 0,0 0 0 0 0,1 0 0 0 0,-1 1 0 0 0,0-1 0 0 0,0 0 0 0 0,0 1 0 0 0,0-1 0 0 0,0 1-1 0 0,0 0 1 0 0,2 2 0 0 0,8 8 55 0 0,-1 0 1 0 0,0 0-1 0 0,14 22 0 0 0,-19-26-166 0 0,31 43-2150 0 0,-26-34-3430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0 189 3225 0 0,'9'-8'6067'0'0,"16"-10"-3825"0"0,14 0-702 0 0,1 2 0 0 0,1 2 0 0 0,67-14 0 0 0,-62 18-1699 0 0,-1-3 1 0 0,80-33-1 0 0,-106 37-4023 0 0,0 1-1420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9 297 5985 0 0,'0'0'63'0'0,"-1"0"1"0"0,1 0-1 0 0,0 0 0 0 0,-1 0 0 0 0,1 0 0 0 0,-1 0 0 0 0,1 0 0 0 0,0-1 1 0 0,-1 1-1 0 0,1 0 0 0 0,0 0 0 0 0,-1 0 0 0 0,1-1 0 0 0,-1 1 0 0 0,1 0 0 0 0,0 0 1 0 0,0-1-1 0 0,-1 1 0 0 0,1 0 0 0 0,0 0 0 0 0,0-1 0 0 0,-1 1 0 0 0,1 0 1 0 0,0-1-1 0 0,0 1 0 0 0,0-1 0 0 0,-1 1 0 0 0,1 0 0 0 0,0-1 0 0 0,0 0 111 0 0,1 1-1 0 0,-1 0 1 0 0,1 0-1 0 0,-1 0 1 0 0,1 0-1 0 0,-1-1 1 0 0,1 1-1 0 0,-1 0 1 0 0,0 0-1 0 0,1 0 1 0 0,-1 0-1 0 0,1 0 1 0 0,-1 0-1 0 0,1 0 1 0 0,-1 0-1 0 0,1 0 1 0 0,4 4 2254 0 0,-4-4-2254 0 0,23 18 103 0 0,0 1 0 0 0,-1 0 0 0 0,-1 2 0 0 0,-1 1 0 0 0,-1 0 0 0 0,19 29 0 0 0,-16-21 7 0 0,2 0 1 0 0,1-2-1 0 0,39 33 1 0 0,-59-56-275 0 0,0 0 1 0 0,1-1 0 0 0,0 0 0 0 0,0 0 0 0 0,0 0 0 0 0,13 3 0 0 0,-18-6-9 0 0,0 0 1 0 0,-1-1 0 0 0,1 0 0 0 0,0 1-1 0 0,-1-1 1 0 0,1 0 0 0 0,0 0 0 0 0,0 0 0 0 0,-1 0-1 0 0,1 0 1 0 0,0 0 0 0 0,0-1 0 0 0,-1 1-1 0 0,1-1 1 0 0,0 1 0 0 0,0-1 0 0 0,-1 1 0 0 0,1-1-1 0 0,-1 0 1 0 0,1 0 0 0 0,-1 0 0 0 0,1 0-1 0 0,-1 0 1 0 0,0 0 0 0 0,1 0 0 0 0,-1 0 0 0 0,0-1-1 0 0,0 1 1 0 0,0-1 0 0 0,0 1 0 0 0,0-1-1 0 0,0 1 1 0 0,0-1 0 0 0,0 1 0 0 0,1-4 0 0 0,1-6 149 0 0,0 0 0 0 0,0 0 1 0 0,-1 0-1 0 0,0-1 0 0 0,-1 1 1 0 0,-1-13-1 0 0,-5-73 1541 0 0,3 63-1449 0 0,-8-65 0 0 0,-3-71-188 0 0,13 146-1316 0 0,2-1-1 0 0,5-36 0 0 0,-2 42-4718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88 5529 0 0,'-3'7'243'0'0,"-1"0"-1"0"0,1 0 1 0 0,0 1 0 0 0,1-1-1 0 0,-1 1 1 0 0,2 0-1 0 0,-1 0 1 0 0,0 10 0 0 0,-2 64 1391 0 0,5-72-1285 0 0,-1 0-1 0 0,1 0 0 0 0,1 0 0 0 0,-1 0 0 0 0,2 0 1 0 0,-1 0-1 0 0,2-1 0 0 0,4 12 0 0 0,-7-19-237 0 0,0 0 0 0 0,0 1 0 0 0,0-1-1 0 0,1 0 1 0 0,-1 0 0 0 0,0 0-1 0 0,1 0 1 0 0,0-1 0 0 0,-1 1 0 0 0,1 0-1 0 0,0-1 1 0 0,0 1 0 0 0,0-1 0 0 0,0 1-1 0 0,0-1 1 0 0,0 0 0 0 0,0 0-1 0 0,1 0 1 0 0,-1 0 0 0 0,0-1 0 0 0,0 1-1 0 0,1 0 1 0 0,-1-1 0 0 0,1 0-1 0 0,-1 1 1 0 0,0-1 0 0 0,1 0 0 0 0,-1 0-1 0 0,1-1 1 0 0,-1 1 0 0 0,1 0 0 0 0,-1-1-1 0 0,0 1 1 0 0,1-1 0 0 0,-1 0-1 0 0,0 0 1 0 0,0 0 0 0 0,5-2 0 0 0,0-2 29 0 0,0 0 0 0 0,0 0-1 0 0,-1 0 1 0 0,1-1 0 0 0,-1 0 0 0 0,-1 0 0 0 0,1-1 0 0 0,-1 1 0 0 0,0-1 0 0 0,0-1 0 0 0,-1 1 0 0 0,0 0 0 0 0,0-1 0 0 0,-1 0 0 0 0,0 0 0 0 0,0 0 0 0 0,-1 0 0 0 0,2-10 0 0 0,-2 7-89 0 0,0-1 0 0 0,0 0 0 0 0,-1 0 1 0 0,-1 0-1 0 0,0 0 0 0 0,0 1 0 0 0,-2-1 0 0 0,1 0 1 0 0,-1 0-1 0 0,-1 1 0 0 0,0-1 0 0 0,-7-16 0 0 0,7 23-50 0 0,0 0 0 0 0,0 0 0 0 0,0 1 0 0 0,0-1 0 0 0,-1 1 0 0 0,0 0 0 0 0,0 0 0 0 0,0 0 0 0 0,0 1 0 0 0,0-1 0 0 0,-10-4 0 0 0,11 6-244 0 0,-1 0 0 0 0,0 0 0 0 0,1 1 0 0 0,-1 0 0 0 0,0-1 0 0 0,1 1 0 0 0,-1 1-1 0 0,0-1 1 0 0,0 0 0 0 0,0 1 0 0 0,0 0 0 0 0,0 0 0 0 0,0 0 0 0 0,0 1 0 0 0,0-1 0 0 0,1 1 0 0 0,-7 2 0 0 0,-7 4-5620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7834 0 0,'0'0'705'0'0,"2"23"1792"0"0,-2-13-1940 0 0,-1 11 373 0 0,2 0 0 0 0,5 36 0 0 0,-5-54-884 0 0,-1 1 0 0 0,1 0 0 0 0,0 0 0 0 0,0 0 0 0 0,0-1 0 0 0,1 1 0 0 0,-1 0-1 0 0,1-1 1 0 0,0 1 0 0 0,0-1 0 0 0,0 0 0 0 0,0 0 0 0 0,1 0 0 0 0,-1 0 0 0 0,1 0-1 0 0,0 0 1 0 0,0 0 0 0 0,0-1 0 0 0,0 0 0 0 0,0 1 0 0 0,6 2 0 0 0,-6-4-63 0 0,-1 0 0 0 0,1 0 0 0 0,0-1 0 0 0,-1 1 0 0 0,1-1 1 0 0,-1 1-1 0 0,1-1 0 0 0,0 0 0 0 0,0 0 0 0 0,-1 0 0 0 0,1 0 1 0 0,0 0-1 0 0,-1-1 0 0 0,1 0 0 0 0,0 1 0 0 0,-1-1 0 0 0,1 0 1 0 0,-1 0-1 0 0,1 0 0 0 0,-1 0 0 0 0,0-1 0 0 0,1 1 0 0 0,-1-1 0 0 0,0 1 1 0 0,0-1-1 0 0,0 0 0 0 0,0 0 0 0 0,0 0 0 0 0,0 0 0 0 0,-1 0 1 0 0,1 0-1 0 0,-1 0 0 0 0,1-1 0 0 0,-1 1 0 0 0,0-1 0 0 0,0 1 1 0 0,1-4-1 0 0,4-11 22 0 0,-1 1 0 0 0,-1-1-1 0 0,-1 0 1 0 0,2-28 0 0 0,-3 29 24 0 0,-1 0 3 0 0,4-27 188 0 0,-5 41-195 0 0,0 1-1 0 0,1-1 1 0 0,-1 0-1 0 0,1 1 1 0 0,-1-1-1 0 0,1 0 1 0 0,0 1-1 0 0,0-1 0 0 0,-1 1 1 0 0,1-1-1 0 0,0 1 1 0 0,0-1-1 0 0,1 1 1 0 0,-1 0-1 0 0,0 0 1 0 0,0-1-1 0 0,1 1 0 0 0,-1 0 1 0 0,2-1-1 0 0,-2 2-5 0 0,0 0-1 0 0,0 0 0 0 0,0 0 0 0 0,0 0 1 0 0,0 0-1 0 0,0 0 0 0 0,0 0 1 0 0,0 0-1 0 0,0 0 0 0 0,0 0 0 0 0,-1 1 1 0 0,1-1-1 0 0,0 0 0 0 0,0 1 1 0 0,0-1-1 0 0,0 1 0 0 0,0-1 0 0 0,-1 1 1 0 0,1-1-1 0 0,0 1 0 0 0,0-1 1 0 0,-1 1-1 0 0,1 0 0 0 0,0 0 0 0 0,-1-1 1 0 0,1 1-1 0 0,-1 0 0 0 0,1 0 1 0 0,-1-1-1 0 0,1 1 0 0 0,-1 0 0 0 0,1 2 1 0 0,15 36 463 0 0,-12-29-286 0 0,1 5-24 0 0,19 39 359 0 0,-22-50-593 0 0,0-1-1 0 0,0 1 0 0 0,1 0 0 0 0,-1-1 1 0 0,1 1-1 0 0,0-1 0 0 0,0 0 1 0 0,1 0-1 0 0,-1 0 0 0 0,0-1 0 0 0,5 3 1 0 0,5 0-803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0,'7'9'4442'0'0,"10"13"-2538"0"0,0 13-77 0 0,-1 0 0 0 0,19 63-1 0 0,-15-41-1187 0 0,18 54 194 0 0,-17-43-778 0 0,4-2 1 0 0,2-1-1 0 0,43 76 1 0 0,-8-40-4500 0 0,-44-71-1688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1 448 10138 0 0,'31'-29'1357'0'0,"2"1"0"0"0,54-35 0 0 0,76-36 1479 0 0,-78 52-1142 0 0,121-48 0 0 0,-151 75-2054 0 0,0 2 0 0 0,0 2-1 0 0,90-12 1 0 0,-100 24 340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42 586 4609 0 0,'-6'1'244'0'0,"1"1"0"0"0,0-1 0 0 0,-1 1 1 0 0,1 0-1 0 0,-6 4 0 0 0,10-6-194 0 0,1 0 0 0 0,0 0 0 0 0,0 0 0 0 0,0 0 0 0 0,0 0-1 0 0,-1 0 1 0 0,1 1 0 0 0,0-1 0 0 0,0 0 0 0 0,0 0 0 0 0,-1 0 0 0 0,1 0 0 0 0,0 0 0 0 0,0 1 0 0 0,0-1 0 0 0,0 0-1 0 0,0 0 1 0 0,0 0 0 0 0,0 1 0 0 0,-1-1 0 0 0,1 0 0 0 0,0 0 0 0 0,0 0 0 0 0,0 1 0 0 0,0-1 0 0 0,0 0 0 0 0,0 0 0 0 0,0 1-1 0 0,0-1 1 0 0,0 0 0 0 0,0 0 0 0 0,0 0 0 0 0,0 1 0 0 0,0-1 0 0 0,0 0 0 0 0,0 0 0 0 0,0 0 0 0 0,1 1 0 0 0,-1-1 0 0 0,0 0-1 0 0,0 0 1 0 0,0 0 0 0 0,0 1 0 0 0,1-1 0 0 0,21 8 1484 0 0,6-5-1095 0 0,0-2-1 0 0,-1-1 1 0 0,1-1-1 0 0,0-1 1 0 0,48-11-1 0 0,-10 3-427 0 0,50-1 68 0 0,154 4-1 0 0,118 25-155 0 0,4 1-101 0 0,-276-19 108 0 0,160-21 1 0 0,672-168-132 0 0,-349 57 654 0 0,8 46-299 0 0,-108 68-385 0 0,138-14 237 0 0,-471 11 625 0 0,220-55 0 0 0,-341 64-978 0 0,1 3 0 0 0,0 2 0 0 0,1 1 1 0 0,0 3-1 0 0,54 2 0 0 0,-78 4-452 0 0,-3 2-29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8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13363 0 0,'-1'2'102'0'0,"1"0"-1"0"0,-1 1 1 0 0,1-1 0 0 0,0 1-1 0 0,-1-1 1 0 0,1 1 0 0 0,0-1-1 0 0,0 1 1 0 0,1-1 0 0 0,-1 1 0 0 0,1-1-1 0 0,-1 1 1 0 0,1-1 0 0 0,0 1-1 0 0,0-1 1 0 0,1 3 0 0 0,2 10 975 0 0,46 226 1818 0 0,35 117-3436 0 0,-73-297-1348 0 0,-9-35 138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6449 0 0,'2'-5'244'0'0,"1"-1"0"0"0,-1 1 0 0 0,1 0 0 0 0,0 0 0 0 0,0 0 0 0 0,1 0 1 0 0,-1 1-1 0 0,1-1 0 0 0,0 1 0 0 0,7-6 0 0 0,-5 5-85 0 0,0-2 107 0 0,2 0 1 0 0,-1 0-1 0 0,1 1 1 0 0,0 0-1 0 0,0 1 1 0 0,1 0-1 0 0,0 0 1 0 0,17-6-1 0 0,-24 10-262 0 0,1 0 1 0 0,-1 1-1 0 0,0-1 1 0 0,1 1-1 0 0,-1-1 0 0 0,1 1 1 0 0,-1 0-1 0 0,1 0 1 0 0,0 0-1 0 0,-1 0 0 0 0,1 0 1 0 0,-1 1-1 0 0,0-1 0 0 0,1 1 1 0 0,-1-1-1 0 0,1 1 1 0 0,-1 0-1 0 0,0 0 0 0 0,1 0 1 0 0,-1 0-1 0 0,0 1 1 0 0,0-1-1 0 0,0 1 0 0 0,0-1 1 0 0,0 1-1 0 0,0 0 1 0 0,0 0-1 0 0,-1-1 0 0 0,1 1 1 0 0,-1 0-1 0 0,1 0 0 0 0,-1 1 1 0 0,0-1-1 0 0,0 0 1 0 0,0 0-1 0 0,0 1 0 0 0,0-1 1 0 0,0 1-1 0 0,0 3 1 0 0,1 3-33 0 0,0 1 1 0 0,0-1 0 0 0,-1 1 0 0 0,-1 0 0 0 0,1 0 0 0 0,-2-1 0 0 0,1 1-1 0 0,-1 0 1 0 0,-1-1 0 0 0,-2 10 0 0 0,-6 16 302 0 0,-19 46-1 0 0,0-1 724 0 0,27-74-864 0 0,0 1 1 0 0,0-1-1 0 0,1 0 0 0 0,0 1 1 0 0,0-1-1 0 0,1 1 0 0 0,-1-1 1 0 0,2 12-1 0 0,0-16-58 0 0,0 0 0 0 0,-1-1 0 0 0,1 1 0 0 0,0 0 0 0 0,0 0 0 0 0,0 0 0 0 0,0-1 0 0 0,0 1 0 0 0,1 0 0 0 0,-1-1 0 0 0,0 1 0 0 0,1-1 0 0 0,-1 0 0 0 0,1 1 0 0 0,0-1 0 0 0,-1 0 0 0 0,1 0 0 0 0,0 0 1 0 0,0 0-1 0 0,0 0 0 0 0,0-1 0 0 0,-1 1 0 0 0,1-1 0 0 0,0 1 0 0 0,0-1 0 0 0,0 1 0 0 0,0-1 0 0 0,0 0 0 0 0,0 0 0 0 0,0 0 0 0 0,3 0 0 0 0,24-1 336 0 0,0-2 1 0 0,0 0-1 0 0,0-2 0 0 0,-1-1 1 0 0,39-14-1 0 0,30-5-1167 0 0,-41 15-959 0 0,-31 9 211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 7834 0 0,'-1'0'191'0'0,"0"0"0"0"0,0 0 0 0 0,0 0 0 0 0,0 0 1 0 0,0 0-1 0 0,0 0 0 0 0,1 0 0 0 0,-1 1 0 0 0,0-1 0 0 0,0 0 1 0 0,0 1-1 0 0,0-1 0 0 0,0 0 0 0 0,0 1 0 0 0,0-1 0 0 0,0 1 1 0 0,1-1-1 0 0,-1 1 0 0 0,0 0 0 0 0,0-1 0 0 0,1 1 0 0 0,-1 0 1 0 0,0 0-1 0 0,1-1 0 0 0,-1 1 0 0 0,1 0 0 0 0,-1 0 0 0 0,1 0 1 0 0,-1 1-1 0 0,-14 29 2371 0 0,11-16-1995 0 0,2 0-1 0 0,0 0 1 0 0,0 0-1 0 0,2 0 1 0 0,0 0-1 0 0,3 24 1 0 0,20 94 465 0 0,-13-88-768 0 0,0 8 16 0 0,3-1 1 0 0,25 64 0 0 0,-30-95-468 0 0,2 0-1 0 0,25 38 1 0 0,-26-46-464 0 0,1 0 0 0 0,0-1-1 0 0,1-1 1 0 0,0 0-1 0 0,16 12 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20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1 127 1376 0 0,'9'-5'8532'0'0,"9"-6"-4643"0"0,44-25-356 0 0,-22 16-1875 0 0,-8 3-895 0 0,35-13 1 0 0,-47 23-851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0,'1'1'94'0'0,"0"-1"1"0"0,0 1-1 0 0,0-1 1 0 0,0 1 0 0 0,0-1-1 0 0,0 1 1 0 0,-1 0-1 0 0,1-1 1 0 0,0 1-1 0 0,0 0 1 0 0,-1-1 0 0 0,1 1-1 0 0,0 0 1 0 0,-1 0-1 0 0,1 0 1 0 0,-1 0 0 0 0,1 0-1 0 0,-1 0 1 0 0,1 0-1 0 0,-1 1 1 0 0,10 24 160 0 0,-10-24-127 0 0,23 86 464 0 0,11 94 0 0 0,16 67-569 0 0,29-12-677 0 0,-55-171-275 0 0,-7-16-248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470 215 5529 0 0,'-2'-8'397'0'0,"1"0"59"0"0,-1-1 1 0 0,-1 1 0 0 0,0 0 0 0 0,0 0 0 0 0,-7-12 0 0 0,9 19-371 0 0,0-1 1 0 0,0 0-1 0 0,0 1 0 0 0,-1-1 1 0 0,1 1-1 0 0,0-1 0 0 0,-1 1 1 0 0,0 0-1 0 0,1 0 1 0 0,-1 0-1 0 0,0 0 0 0 0,1 0 1 0 0,-1 0-1 0 0,0 0 1 0 0,0 0-1 0 0,0 1 0 0 0,0-1 1 0 0,0 1-1 0 0,0-1 1 0 0,0 1-1 0 0,0 0 0 0 0,0 0 1 0 0,0 0-1 0 0,0 0 0 0 0,0 0 1 0 0,0 0-1 0 0,0 1 1 0 0,1-1-1 0 0,-5 2 0 0 0,-6 2 87 0 0,0 0 0 0 0,0 2 0 0 0,1-1 0 0 0,0 1-1 0 0,0 1 1 0 0,0 0 0 0 0,1 1 0 0 0,0 0-1 0 0,-10 9 1 0 0,-3 7 42 0 0,0 1 0 0 0,-23 34 0 0 0,25-28-108 0 0,1 1 1 0 0,2 0-1 0 0,2 1 1 0 0,0 1 0 0 0,3 1-1 0 0,-12 43 1 0 0,10-17-161 0 0,3 0 1 0 0,-9 119 0 0 0,20-104-116 0 0,2 0 0 0 0,4 0 0 0 0,3 0 0 0 0,4-1 0 0 0,3 0 0 0 0,32 98 0 0 0,-36-141-30 0 0,0-1-1 0 0,2 0 1 0 0,1 0 0 0 0,1-2 0 0 0,2 0 0 0 0,38 50-1 0 0,-46-68 4 0 0,1-1 0 0 0,0 1 0 0 0,1-2-1 0 0,0 0 1 0 0,0 0 0 0 0,1-1 0 0 0,0 0-1 0 0,0-1 1 0 0,1 0 0 0 0,0-1 0 0 0,0-1-1 0 0,1 0 1 0 0,-1-1 0 0 0,1 0 0 0 0,0-1-1 0 0,0 0 1 0 0,0-1 0 0 0,23-1 0 0 0,-10-2-58 0 0,0-1 1 0 0,-1-1-1 0 0,1-2 0 0 0,-1-1 1 0 0,33-12-1 0 0,-21 5 311 0 0,-2-2-1 0 0,0-2 1 0 0,34-21-1 0 0,-45 21 316 0 0,0 0 0 0 0,-1-2 1 0 0,-1-1-1 0 0,-1-1 0 0 0,-1-1 0 0 0,33-44 0 0 0,-22 21 490 0 0,-3-2-1 0 0,44-93 0 0 0,-58 105-556 0 0,-1-1 1 0 0,-2-1 0 0 0,-2 0-1 0 0,-1 0 1 0 0,-2-1 0 0 0,-2 0-1 0 0,-1-1 1 0 0,-2 1 0 0 0,-3-46-1 0 0,-5 22 89 0 0,-2 0 0 0 0,-3 0-1 0 0,-3 1 1 0 0,-40-111-1 0 0,-29-41 996 0 0,61 163-999 0 0,-3 1-1 0 0,-34-51 1 0 0,52 90-301 0 0,0 0 0 0 0,0 0-1 0 0,-1 1 1 0 0,0 0 0 0 0,-1 1 0 0 0,0 0-1 0 0,-1 0 1 0 0,-20-12 0 0 0,24 16-65 0 0,0 1-1 0 0,-1 1 1 0 0,0-1 0 0 0,0 1-1 0 0,0 0 1 0 0,0 1 0 0 0,0-1-1 0 0,0 1 1 0 0,0 1-1 0 0,0 0 1 0 0,0 0 0 0 0,0 0-1 0 0,0 0 1 0 0,0 1 0 0 0,-1 1-1 0 0,-8 2 1 0 0,-21 10-306 0 0,-1 4-137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9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9 5985 0 0,'-2'-1'141'0'0,"-1"0"0"0"0,0 0-1 0 0,0 0 1 0 0,1 0 0 0 0,-1 0 0 0 0,0 0-1 0 0,0 1 1 0 0,0-1 0 0 0,0 1-1 0 0,0 0 1 0 0,0 0 0 0 0,0 0-1 0 0,0 0 1 0 0,0 1 0 0 0,0-1 0 0 0,0 1-1 0 0,0 0 1 0 0,0 0 0 0 0,0 0-1 0 0,1 0 1 0 0,-1 0 0 0 0,0 0 0 0 0,1 1-1 0 0,-1-1 1 0 0,1 1 0 0 0,-1 0-1 0 0,1 0 1 0 0,0 0 0 0 0,0 0 0 0 0,0 0-1 0 0,0 1 1 0 0,0-1 0 0 0,-2 3-1 0 0,-1 4-27 0 0,-1 0-1 0 0,1 0 0 0 0,0 0 0 0 0,1 1 0 0 0,0 0 0 0 0,1 0 0 0 0,0 0 0 0 0,-2 13 1 0 0,-4 30 148 0 0,3 1 1 0 0,1-1 0 0 0,3 1 0 0 0,3 0 0 0 0,11 82 0 0 0,-6-101-158 0 0,1 0 0 0 0,2 0 0 0 0,2-1 0 0 0,1 0 0 0 0,1 0 0 0 0,2-2 0 0 0,2 0 0 0 0,1-1 0 0 0,28 38 0 0 0,-36-55-116 0 0,1 0 1 0 0,1-1-1 0 0,0 0 1 0 0,0-1-1 0 0,2-1 1 0 0,-1 0-1 0 0,1 0 1 0 0,24 12-1 0 0,-31-20 7 0 0,-1 0 0 0 0,1 0 0 0 0,0-1 0 0 0,0 0 0 0 0,0 0 0 0 0,0-1-1 0 0,0 1 1 0 0,0-2 0 0 0,0 1 0 0 0,0-1 0 0 0,0 0 0 0 0,1 0 0 0 0,-1-1-1 0 0,0 0 1 0 0,0 0 0 0 0,0-1 0 0 0,0 0 0 0 0,0 0 0 0 0,-1-1 0 0 0,1 1-1 0 0,-1-2 1 0 0,1 1 0 0 0,8-7 0 0 0,-7 4 41 0 0,0-1 0 0 0,0-1 0 0 0,-1 1 0 0 0,0-1 0 0 0,-1 0 0 0 0,0-1 0 0 0,0 0 0 0 0,-1 0 0 0 0,0 0 0 0 0,0 0 0 0 0,-1-1 0 0 0,0 0 0 0 0,-1 1 0 0 0,0-2 0 0 0,-1 1 0 0 0,0 0 0 0 0,1-13-1 0 0,0-2 88 0 0,-2 0 0 0 0,-1 0 0 0 0,-1 0 0 0 0,0 0-1 0 0,-2 0 1 0 0,-8-28 0 0 0,1 15 271 0 0,-3 1 0 0 0,0 1 0 0 0,-3 0 0 0 0,-24-40 0 0 0,-89-128 851 0 0,123 194-1190 0 0,-7-9 151 0 0,-2 0-1 0 0,0 0 1 0 0,-17-16-1 0 0,26 29-223 0 0,0 1-1 0 0,0 0 0 0 0,0 0 0 0 0,-1 0 0 0 0,0 1 0 0 0,1 0 1 0 0,-2 1-1 0 0,1-1 0 0 0,0 1 0 0 0,-1 1 0 0 0,1-1 0 0 0,-14-1 1 0 0,20 3-72 0 0,0 1 0 0 0,1 0 1 0 0,-1 0-1 0 0,0 0 0 0 0,0-1 0 0 0,0 1 1 0 0,1 0-1 0 0,-1 0 0 0 0,0 0 1 0 0,0 0-1 0 0,0 1 0 0 0,0-1 1 0 0,1 0-1 0 0,-1 0 0 0 0,0 0 1 0 0,0 1-1 0 0,1-1 0 0 0,-1 0 1 0 0,0 1-1 0 0,0-1 0 0 0,1 1 1 0 0,-1-1-1 0 0,0 1 0 0 0,1-1 1 0 0,-1 1-1 0 0,1-1 0 0 0,-1 1 1 0 0,0-1-1 0 0,1 1 0 0 0,-1 0 1 0 0,1-1-1 0 0,0 1 0 0 0,-1 0 1 0 0,1 0-1 0 0,0-1 0 0 0,-1 1 1 0 0,1 0-1 0 0,0 0 0 0 0,0 0 1 0 0,0-1-1 0 0,-1 2 0 0 0,2 16-5739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4145 0 0,'1'-2'178'0'0,"0"1"-1"0"0,-1 0 1 0 0,1-1 0 0 0,0 1 0 0 0,-1 0 0 0 0,1 0-1 0 0,0-1 1 0 0,0 1 0 0 0,0 0 0 0 0,0 0-1 0 0,0 0 1 0 0,0 0 0 0 0,0 0 0 0 0,1 1-1 0 0,1-2 1 0 0,24-15 1070 0 0,-22 14-883 0 0,13-5 269 0 0,1 0 0 0 0,0 1 0 0 0,0 1 0 0 0,0 1 1 0 0,1 1-1 0 0,36-3 0 0 0,0-2-424 0 0,40-5-1795 0 0,-79 9-2647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97 124 7370 0 0,'-35'-46'2081'0'0,"20"24"-381"0"0,-31-33 0 0 0,65 117 468 0 0,4-15-2076 0 0,1-2-1 0 0,3 0 1 0 0,1-2-1 0 0,35 40 1 0 0,44 68-210 0 0,-81-109 93 0 0,1-1 0 0 0,53 60-1 0 0,-78-99 26 0 0,0 0 0 0 0,0 0 0 0 0,1 0 0 0 0,-1 0 0 0 0,1 0 0 0 0,-1 0-1 0 0,1-1 1 0 0,0 1 0 0 0,-1-1 0 0 0,1 0 0 0 0,0 0 0 0 0,0 0 0 0 0,0 0 0 0 0,0 0-1 0 0,0-1 1 0 0,0 1 0 0 0,0-1 0 0 0,0 0 0 0 0,1 0 0 0 0,-1 0 0 0 0,0 0 0 0 0,3-1 0 0 0,-3 0 28 0 0,-1 0 1 0 0,1 0 0 0 0,-1 0 0 0 0,0 0 0 0 0,1 0 0 0 0,-1-1-1 0 0,0 1 1 0 0,0-1 0 0 0,0 0 0 0 0,0 1 0 0 0,0-1-1 0 0,0 0 1 0 0,0 0 0 0 0,0 0 0 0 0,-1 0 0 0 0,1-1 0 0 0,-1 1-1 0 0,0 0 1 0 0,0-1 0 0 0,0 1 0 0 0,0-1 0 0 0,0 1 0 0 0,0-1-1 0 0,-1 1 1 0 0,2-6 0 0 0,0-10 348 0 0,-1 1 0 0 0,-1-1 1 0 0,0 0-1 0 0,-5-29 0 0 0,-19-73-137 0 0,13 71-481 0 0,6 25 110 0 0,-8-36-2321 0 0,-8-97 0 0 0,20 125 1246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0,'4'10'1087'0'0,"-1"1"0"0"0,0-1-1 0 0,-1 1 1 0 0,0 0-1 0 0,-1-1 1 0 0,0 1 0 0 0,-1 19-1 0 0,3 25 1120 0 0,-2-47-2066 0 0,1 1 1 0 0,-1-1-1 0 0,2 1 1 0 0,-1-1-1 0 0,1 0 1 0 0,0 0 0 0 0,1 0-1 0 0,0 0 1 0 0,8 11-1 0 0,-12-19-190 0 0,0 1-1 0 0,1-1 0 0 0,-1 0 1 0 0,0 0-1 0 0,0 0 0 0 0,1 1 1 0 0,-1-1-1 0 0,0 0 0 0 0,0 0 1 0 0,1 0-1 0 0,-1 0 0 0 0,0 0 1 0 0,0 1-1 0 0,1-1 0 0 0,-1 0 1 0 0,0 0-1 0 0,1 0 0 0 0,-1 0 1 0 0,0 0-1 0 0,1 0 0 0 0,-1 0 1 0 0,0 0-1 0 0,0 0 0 0 0,1 0 1 0 0,-1 0-1 0 0,0-1 1 0 0,1 1-1 0 0,-1 0 0 0 0,0 0 1 0 0,1 0-1 0 0,-1 0 0 0 0,0 0 1 0 0,0 0-1 0 0,1-1 0 0 0,-1 1 1 0 0,0 0-1 0 0,0 0 0 0 0,0 0 1 0 0,1-1-1 0 0,-1 1 0 0 0,0 0 1 0 0,0 0-1 0 0,0-1 0 0 0,1 1 1 0 0,-1 0-1 0 0,0 0 0 0 0,0-1 1 0 0,0 1-1 0 0,0 0 0 0 0,0-1 1 0 0,0 1-1 0 0,0 0 0 0 0,0-1 1 0 0,0 1-1 0 0,0 0 0 0 0,0 0 1 0 0,0-1-1 0 0,0 1 0 0 0,0 0 1 0 0,0-1-1 0 0,0 1 1 0 0,0-1-1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6913 0 0,'5'-7'330'0'0,"2"-3"771"0"0,-6 9-1072 0 0,-1 1 0 0 0,0 0 0 0 0,0 0 0 0 0,0 0 0 0 0,0 0 0 0 0,1 0-1 0 0,-1 0 1 0 0,0 0 0 0 0,0 0 0 0 0,0 0 0 0 0,0 0 0 0 0,1 0 0 0 0,-1 0 0 0 0,0 0 0 0 0,0 0-1 0 0,0 0 1 0 0,1 0 0 0 0,-1 0 0 0 0,0 0 0 0 0,0 0 0 0 0,0 0 0 0 0,0 0 0 0 0,1 0 0 0 0,-1 0-1 0 0,0 0 1 0 0,0 0 0 0 0,0 1 0 0 0,0-1 0 0 0,1 0 0 0 0,-1 0 0 0 0,0 0 0 0 0,0 0 0 0 0,0 0 0 0 0,0 0-1 0 0,0 1 1 0 0,0-1 0 0 0,0 0 0 0 0,1 0 0 0 0,-1 0 0 0 0,0 0 0 0 0,0 1 0 0 0,0-1 0 0 0,0 0-1 0 0,0 0 1 0 0,0 0 0 0 0,0 0 0 0 0,0 1 0 0 0,0-1 0 0 0,0 0 0 0 0,0 0 0 0 0,0 0 0 0 0,0 1-1 0 0,0 0 250 0 0,0 3-13 0 0,-2 2-299 0 0,1 0-1 0 0,0 0 1 0 0,1-1-1 0 0,0 1 1 0 0,0 0-1 0 0,0 0 1 0 0,0 0-1 0 0,1 0 0 0 0,0-1 1 0 0,0 1-1 0 0,1 0 1 0 0,-1-1-1 0 0,1 1 1 0 0,0-1-1 0 0,1 1 1 0 0,0-1-1 0 0,4 8 1 0 0,0-4 76 0 0,-3 0-31 0 0</inkml:trace>
  <inkml:trace contextRef="#ctx0" brushRef="#br0" timeOffset="1">391 248 5985 0 0,'9'4'255'0'0,"0"1"1"0"0,-1 0-1 0 0,0 1 0 0 0,0 0 0 0 0,0 0 0 0 0,-1 1 1 0 0,0 0-1 0 0,11 15 0 0 0,44 68 1837 0 0,-59-84-1964 0 0,11 17 32 0 0,-15-71 1017 0 0,-1 23-773 0 0,2 0 1 0 0,5-38 0 0 0,-4 54-355 0 0,1 1 0 0 0,0-1 0 0 0,0 1-1 0 0,1 0 1 0 0,0 0 0 0 0,0 0 0 0 0,1 0 0 0 0,0 1-1 0 0,0-1 1 0 0,0 1 0 0 0,8-8 0 0 0,-10 13 26 0 0,1-1 0 0 0,-1 1 0 0 0,1 1 0 0 0,0-1 0 0 0,0 0 1 0 0,0 1-1 0 0,0-1 0 0 0,0 1 0 0 0,0 0 0 0 0,1 0 0 0 0,-1 0 0 0 0,0 0 0 0 0,0 1 0 0 0,1-1 1 0 0,-1 1-1 0 0,1 0 0 0 0,-1 0 0 0 0,0 0 0 0 0,1 0 0 0 0,5 2 0 0 0,8 1 374 0 0,-1 1 0 0 0,31 12 0 0 0,-33-11-216 0 0,-1 1-506 0 0,-1 0-1 0 0,0 0 1 0 0,-1 2 0 0 0,0-1-1 0 0,0 1 1 0 0,-1 1 0 0 0,0 0 0 0 0,0 1-1 0 0,-1 0 1 0 0,14 18 0 0 0,-3-1-4812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2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1323 5529 0 0,'5'-1'170'0'0,"0"0"0"0"0,0 0 0 0 0,0 0 0 0 0,-1 0 0 0 0,1-1 0 0 0,-1 0 0 0 0,1 0 0 0 0,6-5 0 0 0,0 2 183 0 0,159-85 3172 0 0,67-29-822 0 0,-196 102-2373 0 0,189-76 829 0 0,-164 70-820 0 0,106-22-1 0 0,361-50 930 0 0,-520 93-1265 0 0,428-94 12 0 0,355-59-15 0 0,246-34 318 0 0,-999 180-316 0 0,250-60 9 0 0,12-2 58 0 0,-199 46 283 0 0,-2-5 0 0 0,150-62 0 0 0,-222 78-557 0 0,4-2-1094 0 0,0 2 0 0 0,1 1 0 0 0,39-7 0 0 0,-61 18-3606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7834 0 0,'1'-1'128'0'0,"-1"1"-1"0"0,1-1 1 0 0,-1 0 0 0 0,1 1 0 0 0,-1-1 0 0 0,1 0 0 0 0,-1 1 0 0 0,1-1 0 0 0,0 1-1 0 0,-1-1 1 0 0,1 1 0 0 0,0-1 0 0 0,-1 1 0 0 0,1 0 0 0 0,0-1 0 0 0,0 1 0 0 0,-1 0 0 0 0,1-1-1 0 0,0 1 1 0 0,0 0 0 0 0,0 0 0 0 0,0 0 0 0 0,-1 0 0 0 0,1 0 0 0 0,1 0 0 0 0,0-1 44 0 0,0 1 0 0 0,0 0 0 0 0,0 0 1 0 0,-1 0-1 0 0,1 0 0 0 0,0 0 1 0 0,0 1-1 0 0,-1-1 0 0 0,1 0 1 0 0,0 1-1 0 0,-1-1 0 0 0,1 1 1 0 0,2 1-1 0 0,0 1 93 0 0,-1 1 0 0 0,1 0-1 0 0,-1 0 1 0 0,0 0 0 0 0,0 1 0 0 0,-1-1 0 0 0,1 1 0 0 0,-1-1 0 0 0,0 1 0 0 0,2 7-1 0 0,13 54 1003 0 0,-15-56-1112 0 0,49 279 2273 0 0,-9-46-1461 0 0,-42-239-988 0 0,18 109 133 0 0,-17-102-429 0 0,-1-1 1 0 0,0 1-1 0 0,0-1 0 0 0,-1 1 1 0 0,-1-1-1 0 0,1 1 1 0 0,-2-1-1 0 0,-4 16 1 0 0,-5-9-3036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3225 0 0,'8'-11'464'0'0,"0"0"0"0"0,1 0 1 0 0,0 1-1 0 0,16-13 1 0 0,-22 19-179 0 0,1 1 0 0 0,0 0 0 0 0,0 0 0 0 0,1 1-1 0 0,-1-1 1 0 0,0 1 0 0 0,1 0 0 0 0,0 0 0 0 0,-1 0 0 0 0,1 1 0 0 0,0-1 0 0 0,0 1 0 0 0,0 1 0 0 0,0-1 0 0 0,9 0 0 0 0,-11 2-115 0 0,0 0 0 0 0,-1 0-1 0 0,1 0 1 0 0,0 0 0 0 0,0 0 0 0 0,0 1-1 0 0,-1-1 1 0 0,1 1 0 0 0,-1 0 0 0 0,1 0 0 0 0,-1 0-1 0 0,0 0 1 0 0,1 0 0 0 0,-1 0 0 0 0,0 1-1 0 0,0-1 1 0 0,-1 1 0 0 0,1-1 0 0 0,-1 1-1 0 0,1 0 1 0 0,-1-1 0 0 0,0 1 0 0 0,0 0-1 0 0,0 0 1 0 0,0 0 0 0 0,0 3 0 0 0,2 6-78 0 0,0 0 0 0 0,-2 1 1 0 0,1-1-1 0 0,-1 0 0 0 0,-2 15 1 0 0,-2 6 136 0 0,-2 0 1 0 0,-1 0 0 0 0,-16 46-1 0 0,-1 9 279 0 0,23-87-500 0 0,0 0-1 0 0,0-1 1 0 0,0 1 0 0 0,0 0 0 0 0,0 0 0 0 0,0-1 0 0 0,0 1 0 0 0,0 0 0 0 0,0-1 0 0 0,1 1 0 0 0,-1 0 0 0 0,0-1 0 0 0,0 1 0 0 0,1 0 0 0 0,-1-1 0 0 0,1 1 0 0 0,-1 0 0 0 0,0-1 0 0 0,1 1 0 0 0,-1-1 0 0 0,1 1 0 0 0,-1-1 0 0 0,1 1 0 0 0,0-1 0 0 0,-1 0 0 0 0,1 1 0 0 0,-1-1 0 0 0,1 1-1 0 0,0-1 1 0 0,-1 0 0 0 0,1 0 0 0 0,0 1 0 0 0,-1-1 0 0 0,1 0 0 0 0,0 0 0 0 0,0 0 0 0 0,-1 0 0 0 0,1 0 0 0 0,0 0 0 0 0,0 0 0 0 0,-1 0 0 0 0,1 0 0 0 0,0 0 0 0 0,0-1 0 0 0,45-3 157 0 0,-33 2 386 0 0,39-4 359 0 0,5-1-1101 0 0,1 2-1 0 0,98 5 0 0 0,-119 4-5513 0 0,-21-1 314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0,'2'0'193'0'0,"0"0"0"0"0,0 1 1 0 0,0 0-1 0 0,0 0 0 0 0,0-1 0 0 0,0 1 1 0 0,-1 0-1 0 0,1 0 0 0 0,0 1 0 0 0,0-1 1 0 0,-1 0-1 0 0,1 1 0 0 0,-1-1 1 0 0,1 1-1 0 0,-1-1 0 0 0,0 1 0 0 0,1 0 1 0 0,0 2-1 0 0,23 38 1870 0 0,-22-35-1684 0 0,54 121 3398 0 0,-27-40-8610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6913 0 0,'0'-8'133'0'0,"-1"2"8"0"0,1 1 1 0 0,0-1-1 0 0,1 1 0 0 0,-1 0 0 0 0,3-9 0 0 0,-3 13-60 0 0,0 0 0 0 0,1 0 0 0 0,-1 0 0 0 0,1 0 0 0 0,-1 0 0 0 0,0 0 0 0 0,1 1 0 0 0,0-1 0 0 0,-1 0 1 0 0,1 0-1 0 0,-1 1 0 0 0,1-1 0 0 0,0 0 0 0 0,0 0 0 0 0,-1 1 0 0 0,1-1 0 0 0,0 1 0 0 0,0-1 0 0 0,0 1 0 0 0,0-1 0 0 0,0 1 0 0 0,-1 0 0 0 0,1-1 0 0 0,0 1 0 0 0,0 0 1 0 0,0 0-1 0 0,0 0 0 0 0,0 0 0 0 0,0-1 0 0 0,0 1 0 0 0,0 0 0 0 0,0 1 0 0 0,0-1 0 0 0,0 0 0 0 0,0 0 0 0 0,0 0 0 0 0,0 1 0 0 0,2 0 0 0 0,-1 0 2 0 0,0 0 0 0 0,0 0 0 0 0,-1 0 0 0 0,1 0 0 0 0,0 0 0 0 0,0 0-1 0 0,-1 1 1 0 0,1-1 0 0 0,-1 1 0 0 0,1 0 0 0 0,-1-1 0 0 0,1 1 0 0 0,-1 0 0 0 0,2 3-1 0 0,14 15-4003 0 0,-8-22 2489 0 0,-7-2 1321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 3681 0 0,'-4'0'4329'0'0,"22"-6"-67"0"0,98-7-1632 0 0,7 12-5221 0 0,-100 4 1008 0 0,-4 2-2448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9 216 5065 0 0,'0'0'112'0'0,"0"0"0"0"0,-1 0 0 0 0,1 0 0 0 0,0 0 0 0 0,-1 0 0 0 0,1 0-1 0 0,0 0 1 0 0,-1 0 0 0 0,1 0 0 0 0,0-1 0 0 0,-1 1 0 0 0,1 0 0 0 0,0 0 0 0 0,0 0 0 0 0,-3-2 1007 0 0,3 2-1007 0 0,0-1 0 0 0,-1 1 0 0 0,1 0-1 0 0,0 0 1 0 0,0-1 0 0 0,0 1 0 0 0,0 0 0 0 0,0-1 0 0 0,-1 1 0 0 0,1 0 0 0 0,0-1 0 0 0,0 1 0 0 0,0 0 0 0 0,0-1-1 0 0,0 1 1 0 0,0 0 0 0 0,0-1 0 0 0,0 1 0 0 0,0-1 0 0 0,10-20 2619 0 0,-7 17-2407 0 0,-1 0 1 0 0,1 0-1 0 0,1 0 0 0 0,-1 1 0 0 0,1-1 1 0 0,-1 1-1 0 0,8-5 0 0 0,-8 5-220 0 0,1 1 1 0 0,-1-1-1 0 0,0 0 0 0 0,1 0 1 0 0,-1 0-1 0 0,-1-1 1 0 0,1 1-1 0 0,0-1 0 0 0,-1 1 1 0 0,0-1-1 0 0,0 0 1 0 0,0 0-1 0 0,0 0 0 0 0,0 0 1 0 0,1-8-1 0 0,18-31-54 0 0,-20 42-81 0 0,2-4-261 0 0,0 1 0 0 0,0 0 0 0 0,1 0 0 0 0,0 0 0 0 0,0 0 0 0 0,0 0 0 0 0,5-3 0 0 0,5 0-5093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32 308 5529 0 0,'-31'-62'5401'0'0,"75"108"-2097"0"0,248 231-1396 0 0,-271-258-1884 0 0,44 28 0 0 0,-55-40 13 0 0,0-2-1 0 0,0 1 1 0 0,1-1 0 0 0,0-1-1 0 0,0 0 1 0 0,0 0 0 0 0,14 2 0 0 0,-23-5 19 0 0,0-1 0 0 0,0 0 1 0 0,0 0-1 0 0,0 0 1 0 0,0 0-1 0 0,0 0 1 0 0,0 0-1 0 0,0-1 0 0 0,0 1 1 0 0,-1 0-1 0 0,1-1 1 0 0,0 0-1 0 0,0 1 1 0 0,0-1-1 0 0,-1 0 0 0 0,1 0 1 0 0,0 0-1 0 0,-1 0 1 0 0,1 0-1 0 0,-1-1 1 0 0,3-1-1 0 0,-2 0 22 0 0,0 0 1 0 0,0 0-1 0 0,0 0 0 0 0,0-1 1 0 0,0 1-1 0 0,-1 0 1 0 0,0-1-1 0 0,1 0 0 0 0,-1 1 1 0 0,0-7-1 0 0,1-7 105 0 0,0-1-1 0 0,-2 0 1 0 0,-2-30-1 0 0,1 43-175 0 0,-14-119 331 0 0,-1-36-1305 0 0,15 137 301 0 0,1 0-1 0 0,1 1 1 0 0,1-1 0 0 0,11-43-1 0 0,-12 59 251 0 0,1 1 0 0 0,1 0 1 0 0,-1 0-1 0 0,1 0 0 0 0,0 0 0 0 0,7-10 0 0 0,7-4-4250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0,'17'37'2106'0'0,"-1"0"-1"0"0,15 56 0 0 0,-22-57-1728 0 0,6 45 0 0 0,-14-70-673 0 0,0-1 0 0 0,1 0 0 0 0,0 0 0 0 0,1 0 0 0 0,0 0 0 0 0,1 0 0 0 0,7 14-1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45 3681 0 0,'-1'-2'-204'0'0,"-7"-23"2055"0"0,8 24-1805 0 0,0 1 0 0 0,0-1-1 0 0,-1 1 1 0 0,1-1-1 0 0,0 1 1 0 0,0-1-1 0 0,0 1 1 0 0,0-1 0 0 0,0 1-1 0 0,-1-1 1 0 0,1 1-1 0 0,0-1 1 0 0,0 1-1 0 0,0-1 1 0 0,0 1 0 0 0,1-1-1 0 0,-1 1 1 0 0,0-1-1 0 0,0 1 1 0 0,0-1-1 0 0,0 1 1 0 0,0-1-1 0 0,1 1 1 0 0,-1-1 0 0 0,0 1-1 0 0,0 0 1 0 0,1-1-1 0 0,-1 1 1 0 0,0-1-1 0 0,1 1 1 0 0,-1 0 0 0 0,0-1-1 0 0,1 1 1 0 0,-1 0-1 0 0,1-1 1 0 0,-1 1-1 0 0,0 0 1 0 0,2-1 0 0 0,-1 2-117 0 0,0 0 0 0 0,0 0 0 0 0,1-1 0 0 0,-1 1 0 0 0,0 0 0 0 0,0 0 0 0 0,0 1 0 0 0,0-1 0 0 0,0 0 0 0 0,0 0 0 0 0,0 0 0 0 0,-1 1 0 0 0,1-1 0 0 0,0 0 0 0 0,-1 1 0 0 0,2 1 0 0 0,8 24-1051 0 0,-8-18 1122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4609 0 0,'-1'-2'95'0'0,"1"1"0"0"0,0 0 1 0 0,0 0-1 0 0,0-1 0 0 0,0 1 0 0 0,1 0 1 0 0,-1-1-1 0 0,0 1 0 0 0,0 0 0 0 0,1-1 0 0 0,-1 1 1 0 0,1 0-1 0 0,-1 0 0 0 0,1 0 0 0 0,-1 0 1 0 0,1-1-1 0 0,0 1 0 0 0,0 0 0 0 0,-1 0 0 0 0,3-1 1 0 0,-2 1 42 0 0,0 1 0 0 0,0-1 0 0 0,0 1 0 0 0,0 0 0 0 0,0 0 0 0 0,0 0 0 0 0,0 0 0 0 0,0-1 0 0 0,0 1 0 0 0,0 0 0 0 0,0 1 0 0 0,0-1 0 0 0,0 0 0 0 0,0 0 0 0 0,0 0 0 0 0,0 1 0 0 0,0-1 0 0 0,0 0 0 0 0,0 1 0 0 0,1 0 1 0 0,4 2 190 0 0,-1 0 1 0 0,1 1-1 0 0,-1 0 1 0 0,0 0-1 0 0,0 0 1 0 0,-1 1-1 0 0,5 5 1 0 0,20 28 46 0 0,30 54 1 0 0,-13-17-447 0 0,-38-141-478 0 0,-4 30 114 0 0,14-56 0 0 0,-14 75 669 0 0,1 0-1 0 0,1 1 1 0 0,1 0 0 0 0,0 0-1 0 0,14-22 1 0 0,-20 36-164 0 0,0 0 1 0 0,0 0 0 0 0,1 0-1 0 0,-1 0 1 0 0,1 0 0 0 0,-1 0 0 0 0,1 0-1 0 0,0 1 1 0 0,0-1 0 0 0,0 1-1 0 0,0-1 1 0 0,0 1 0 0 0,0 0-1 0 0,0-1 1 0 0,0 1 0 0 0,1 0-1 0 0,-1 0 1 0 0,0 1 0 0 0,1-1-1 0 0,-1 1 1 0 0,0-1 0 0 0,5 0-1 0 0,-4 2-12 0 0,0 0 0 0 0,0-1 0 0 0,0 1 0 0 0,0 1-1 0 0,0-1 1 0 0,0 0 0 0 0,0 1 0 0 0,0-1 0 0 0,0 1-1 0 0,-1 0 1 0 0,1 0 0 0 0,-1 0 0 0 0,1 0-1 0 0,3 5 1 0 0,7 8-414 0 0,-2 1 0 0 0,0 1 0 0 0,0 0 0 0 0,9 22-1 0 0,-20-38 345 0 0,22 44-2942 0 0,-11-22-1079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0 166 5985 0 0,'1'-2'162'0'0,"-1"0"0"0"0,1 0 0 0 0,0 0 0 0 0,-1 0 0 0 0,1 0 0 0 0,0 0 0 0 0,0 0 0 0 0,0 0-1 0 0,0 0 1 0 0,1 0 0 0 0,-1 1 0 0 0,0-1 0 0 0,1 0 0 0 0,3-2 0 0 0,-4 2-12 0 0,11-11 1025 0 0,1 0 0 0 0,0 0-1 0 0,1 1 1 0 0,23-16 0 0 0,-25 21-884 0 0,1 0-1 0 0,-1 0 1 0 0,1 1 0 0 0,0 1 0 0 0,0 0 0 0 0,1 1 0 0 0,0 0 0 0 0,0 1-1 0 0,0 1 1 0 0,22-1 0 0 0,-19 2-320 0 0,1 2-1 0 0,0 0 1 0 0,-1 1-1 0 0,1 0 1 0 0,27 9-1 0 0,8 11-5302 0 0,-35-12 109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84 2304 0 0,'-18'-16'-518'0'0,"-58"-51"8916"0"0,103 98-4721 0 0,18 42-2807 0 0,-16-25-278 0 0,149 268 586 0 0,-108-186-1123 0 0,-69-129-56 0 0,7 16-35 0 0,1 0 0 0 0,1-1 0 0 0,0 0 0 0 0,1 0 0 0 0,1-1 0 0 0,1-1 0 0 0,14 14 0 0 0,-26-28 38 0 0,-1 1-1 0 0,1-1 0 0 0,-1 1 0 0 0,1-1 0 0 0,0 1 0 0 0,-1-1 0 0 0,1 0 0 0 0,-1 1 0 0 0,1-1 0 0 0,0 0 0 0 0,-1 1 0 0 0,1-1 0 0 0,0 0 1 0 0,0 0-1 0 0,-1 0 0 0 0,1 0 0 0 0,0 1 0 0 0,0-1 0 0 0,-1 0 0 0 0,1 0 0 0 0,0-1 0 0 0,0 1 0 0 0,-1 0 0 0 0,1 0 0 0 0,0 0 1 0 0,-1 0-1 0 0,1-1 0 0 0,0 1 0 0 0,-1 0 0 0 0,1 0 0 0 0,0-1 0 0 0,1-1 19 0 0,-1 1 0 0 0,0 0 0 0 0,0-1-1 0 0,0 1 1 0 0,0-1 0 0 0,-1 0 0 0 0,1 1 0 0 0,0-1 0 0 0,-1 0 0 0 0,1 1 0 0 0,-1-1-1 0 0,1-3 1 0 0,1-8 163 0 0,-1-1-1 0 0,-1-21 1 0 0,-1 31-161 0 0,-3-113 1211 0 0,-1 38-1606 0 0,4 1 0 0 0,9-89 0 0 0,-6 154-131 0 0,0 0 1 0 0,1 0 0 0 0,0 0 0 0 0,1 0-1 0 0,1 0 1 0 0,-1 1 0 0 0,14-23-1 0 0,-3 12-726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0 6913 0 0,'-3'0'153'0'0,"1"0"-1"0"0,-1 0 0 0 0,1 1 0 0 0,-1-1 0 0 0,1 1 0 0 0,-1-1 1 0 0,1 1-1 0 0,0 0 0 0 0,-1 0 0 0 0,1 0 0 0 0,0 0 0 0 0,0 1 0 0 0,-1-1 1 0 0,1 0-1 0 0,0 1 0 0 0,0 0 0 0 0,1-1 0 0 0,-1 1 0 0 0,-2 2 0 0 0,1 0 113 0 0,0 1-1 0 0,1-1 0 0 0,-1 1 1 0 0,1 0-1 0 0,-1 0 0 0 0,2 0 0 0 0,-1 0 1 0 0,-2 9-1 0 0,2 2 59 0 0,0-1 0 0 0,0 1 0 0 0,2 0 0 0 0,0 0 1 0 0,3 20-1 0 0,-2-26-258 0 0,1 1 0 0 0,0-1 0 0 0,1 1 0 0 0,0-1 0 0 0,1 0 0 0 0,8 16-1 0 0,-11-23-58 0 0,0-1 0 0 0,0 0-1 0 0,1 0 1 0 0,-1 0-1 0 0,0 0 1 0 0,1 0-1 0 0,0 0 1 0 0,-1 0-1 0 0,1 0 1 0 0,0-1-1 0 0,0 1 1 0 0,0-1-1 0 0,0 1 1 0 0,0-1-1 0 0,0 0 1 0 0,1 0-1 0 0,-1 0 1 0 0,0 0-1 0 0,1 0 1 0 0,-1-1 0 0 0,0 1-1 0 0,1-1 1 0 0,-1 1-1 0 0,1-1 1 0 0,-1 0-1 0 0,1 0 1 0 0,-1 0-1 0 0,1 0 1 0 0,-1 0-1 0 0,1-1 1 0 0,-1 1-1 0 0,0-1 1 0 0,1 1-1 0 0,3-3 1 0 0,0 0 56 0 0,0 0-1 0 0,0 0 1 0 0,0-1-1 0 0,-1 1 1 0 0,0-1 0 0 0,1-1-1 0 0,-1 1 1 0 0,-1-1 0 0 0,1 0-1 0 0,-1 0 1 0 0,1 0 0 0 0,-2-1-1 0 0,1 1 1 0 0,-1-1 0 0 0,1 0-1 0 0,-2 0 1 0 0,1 0 0 0 0,-1-1-1 0 0,1 1 1 0 0,-2-1 0 0 0,1 1-1 0 0,-1-1 1 0 0,0 0 0 0 0,0-6-1 0 0,-1 7-98 0 0,0 0-1 0 0,0 0 0 0 0,0 0 0 0 0,-1 0 0 0 0,0 0 1 0 0,0 0-1 0 0,-1 0 0 0 0,0 1 0 0 0,0-1 1 0 0,0 1-1 0 0,0-1 0 0 0,-1 1 0 0 0,0 0 1 0 0,0 0-1 0 0,-1 0 0 0 0,1 0 0 0 0,-1 0 1 0 0,0 1-1 0 0,0 0 0 0 0,-1 0 0 0 0,1 0 1 0 0,-1 0-1 0 0,0 1 0 0 0,0-1 0 0 0,0 1 0 0 0,0 1 1 0 0,-8-4-1 0 0,12 5-101 0 0,0 1-1 0 0,0-1 1 0 0,-1 1 0 0 0,1 0 0 0 0,0 0-1 0 0,0-1 1 0 0,0 1 0 0 0,0 0-1 0 0,0 0 1 0 0,0 0 0 0 0,0 0 0 0 0,-1 0-1 0 0,1 0 1 0 0,0 0 0 0 0,-2 1-1 0 0,-5 2-1010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5065 0 0,'2'1'92'0'0,"-1"1"-1"0"0,1-1 1 0 0,-1 1-1 0 0,1 0 1 0 0,-1 0 0 0 0,0-1-1 0 0,0 1 1 0 0,1 0-1 0 0,-1 0 1 0 0,-1 0 0 0 0,1 0-1 0 0,1 4 1 0 0,2 3 229 0 0,30 56 805 0 0,-20-37-847 0 0,1 0 0 0 0,1-1 0 0 0,24 31 0 0 0,-40-57-301 0 0,1 0 0 0 0,-1 0 0 0 0,1-1 1 0 0,-1 1-1 0 0,1 0 0 0 0,-1-1 0 0 0,1 1 0 0 0,0 0 0 0 0,0-1 0 0 0,-1 1 0 0 0,1-1 0 0 0,0 1 0 0 0,0-1 0 0 0,-1 1 0 0 0,1-1 0 0 0,0 0 0 0 0,0 1 1 0 0,0-1-1 0 0,0 0 0 0 0,0 0 0 0 0,0 1 0 0 0,0-1 0 0 0,-1 0 0 0 0,1 0 0 0 0,0 0 0 0 0,0 0 0 0 0,0 0 0 0 0,1-1 0 0 0,-1 1-12 0 0,1-1 0 0 0,-1 0 0 0 0,0 0 0 0 0,0 0 0 0 0,0 0 0 0 0,0-1 0 0 0,0 1 0 0 0,0 0 0 0 0,0 0 0 0 0,0-1 0 0 0,-1 1 0 0 0,1 0 0 0 0,0-1 0 0 0,-1 1 0 0 0,1-3 0 0 0,4-9-183 0 0,-2-1 0 0 0,4-27 0 0 0,-6 32 178 0 0,11-138 605 0 0,-10 101-23 0 0,-2 41-342 0 0,1 1 0 0 0,-1-1 0 0 0,1 1 1 0 0,0-1-1 0 0,0 1 0 0 0,0 0 0 0 0,1-1 0 0 0,2-6 1 0 0,-3 10-144 0 0,-1 1 0 0 0,1-1 0 0 0,-1 0 1 0 0,1 1-1 0 0,-1-1 0 0 0,1 1 0 0 0,0-1 1 0 0,-1 1-1 0 0,1-1 0 0 0,0 1 0 0 0,-1-1 1 0 0,1 1-1 0 0,0-1 0 0 0,0 1 1 0 0,-1 0-1 0 0,1-1 0 0 0,0 1 0 0 0,0 0 1 0 0,-1 0-1 0 0,3-1 0 0 0,-2 2-15 0 0,1-1 0 0 0,-1 0 0 0 0,1 0 1 0 0,0 1-1 0 0,-1-1 0 0 0,1 1 0 0 0,-1 0 0 0 0,1-1 0 0 0,-1 1 0 0 0,1 0 0 0 0,-1 0 0 0 0,1 0 0 0 0,-1 0 0 0 0,2 1 1 0 0,7 8 100 0 0,-1 1 1 0 0,0 0 0 0 0,0 0 0 0 0,-1 0 0 0 0,-1 1 0 0 0,13 25 0 0 0,20 31-495 0 0,-34-60-44 0 0,0-1 1 0 0,0 0-1 0 0,1 0 1 0 0,-1 0 0 0 0,2-1-1 0 0,10 8 1 0 0,5 0-646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69 4609 0 0,'-4'-18'168'0'0,"-4"-25"208"0"0,8 43-332 0 0,0 0 1 0 0,0-1-1 0 0,0 1 1 0 0,0 0-1 0 0,0 0 0 0 0,0-1 1 0 0,0 1-1 0 0,0 0 1 0 0,0 0-1 0 0,0-1 0 0 0,0 1 1 0 0,0 0-1 0 0,0 0 0 0 0,1-1 1 0 0,-1 1-1 0 0,0 0 1 0 0,0 0-1 0 0,0-1 0 0 0,0 1 1 0 0,0 0-1 0 0,1 0 0 0 0,-1 0 1 0 0,0-1-1 0 0,0 1 1 0 0,0 0-1 0 0,0 0 0 0 0,1 0 1 0 0,-1 0-1 0 0,0 0 0 0 0,0-1 1 0 0,1 1-1 0 0,-1 0 1 0 0,0 0-1 0 0,0 0 0 0 0,1 0 1 0 0,-1 0-1 0 0,0 0 0 0 0,0 0 1 0 0,1 0-1 0 0,-1 0 1 0 0,0 0-1 0 0,0 0 0 0 0,1 0 1 0 0,-1 0-1 0 0,0 0 0 0 0,0 0 1 0 0,1 0-1 0 0,-1 0 1 0 0,0 0-1 0 0,0 0 0 0 0,1 0 1 0 0,-1 1-1 0 0,0-1 1 0 0,0 0-1 0 0,0 0 0 0 0,1 0 1 0 0,-1 0-1 0 0,0 0 0 0 0,0 1 1 0 0,0-1-1 0 0,1 0 1 0 0,-1 0-1 0 0,0 1 0 0 0,14 11 1600 0 0,7 23 13 0 0,-1 0 1 0 0,25 61-1 0 0,-11-22-825 0 0,-9-24-509 0 0,46 99-82 0 0,-31-49-3875 0 0,-31-70 2289 0 0</inkml:trace>
  <inkml:trace contextRef="#ctx0" brushRef="#br0" timeOffset="1">0 319 6913 0 0,'2'-2'29'0'0,"-1"-1"-1"0"0,0 1 1 0 0,1 0-1 0 0,0-1 0 0 0,-1 1 1 0 0,1 0-1 0 0,0 0 1 0 0,0 0-1 0 0,0 1 0 0 0,4-4 1 0 0,2-1-85 0 0,30-31 305 0 0,-2 2 270 0 0,0 1 0 0 0,2 2 0 0 0,66-42 0 0 0,-91 68-608 0 0,-1 1-1 0 0,1 0 1 0 0,1 1-1 0 0,-1 0 0 0 0,18-2 1 0 0,-8 2 29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8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1 759 6449 0 0,'7'-1'-50'0'0,"0"-1"-1"0"0,-1 1 0 0 0,1-1 0 0 0,0 0 0 0 0,8-4 0 0 0,4-2 138 0 0,130-52 2090 0 0,-71 27 207 0 0,-55 26-2002 0 0,1 1-1 0 0,0 1 1 0 0,0 1 0 0 0,0 1 0 0 0,1 1 0 0 0,30 2 0 0 0,0-1-173 0 0,435-13 913 0 0,-161 7-973 0 0,-86 2-132 0 0,193-8-360 0 0,-283 2 299 0 0,381-17 153 0 0,-315 23-43 0 0,86-1 361 0 0,-240 5-390 0 0,125-20 1 0 0,62-29 17 0 0,185-67 633 0 0,44-9 193 0 0,-407 113-771 0 0,140-7 0 0 0,77 20-49 0 0,82-6-590 0 0,-334 3 255 0 0,-1-3 1 0 0,0 0 0 0 0,0-3 0 0 0,0-1 0 0 0,-1-2 0 0 0,-1-1 0 0 0,57-30 0 0 0,-66 29-279 0 0,-1 0 0 0 0,28-22 0 0 0,-49 30 536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11 6913 0 0,'0'-1'177'0'0,"-1"0"-1"0"0,0 1 0 0 0,0-1 1 0 0,1 0-1 0 0,-1 0 0 0 0,0 1 0 0 0,0-1 1 0 0,0 0-1 0 0,0 1 0 0 0,0-1 1 0 0,0 1-1 0 0,0-1 0 0 0,0 1 1 0 0,0 0-1 0 0,0-1 0 0 0,0 1 0 0 0,0 0 1 0 0,-1 0-1 0 0,1 0 0 0 0,0-1 1 0 0,-2 2-1 0 0,2-1 7 0 0,0 0 1 0 0,1 1-1 0 0,-1-1 1 0 0,0 1-1 0 0,0-1 1 0 0,0 1-1 0 0,0 0 0 0 0,1-1 1 0 0,-1 1-1 0 0,0 0 1 0 0,1 0-1 0 0,-1-1 1 0 0,0 1-1 0 0,1 0 1 0 0,-1 0-1 0 0,1 0 1 0 0,-1 0-1 0 0,0 2 0 0 0,0 1 179 0 0,-1 1-1 0 0,1 0 0 0 0,0 0 1 0 0,0 0-1 0 0,1 0 0 0 0,0 0 1 0 0,-1 0-1 0 0,2 6 0 0 0,48 224 1590 0 0,-4-24-1392 0 0,-23-76-479 0 0,15 128-1044 0 0,-36-254 711 0 0,0 23-1100 0 0,-9-13-2485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 3225 0 0,'1'-6'144'0'0,"0"0"0"0"0,0 1 0 0 0,0-1 0 0 0,1 1 0 0 0,0 0 0 0 0,0-1 0 0 0,1 1 0 0 0,-1 0 0 0 0,1 0 0 0 0,0 1 0 0 0,1-1 0 0 0,-1 0 1 0 0,1 1-1 0 0,0 0 0 0 0,4-4 0 0 0,0 0 385 0 0,0 1 0 0 0,1 0 0 0 0,0 0 0 0 0,0 1 1 0 0,1 0-1 0 0,19-9 0 0 0,-24 14-408 0 0,0-1-1 0 0,0 1 1 0 0,0 0 0 0 0,1 0-1 0 0,-1 1 1 0 0,0 0 0 0 0,1 0-1 0 0,-1 0 1 0 0,0 0-1 0 0,0 1 1 0 0,1 0 0 0 0,-1 0-1 0 0,0 1 1 0 0,0-1 0 0 0,0 1-1 0 0,0 0 1 0 0,0 0 0 0 0,-1 1-1 0 0,1 0 1 0 0,0-1 0 0 0,-1 1-1 0 0,0 1 1 0 0,6 4 0 0 0,-5-3-97 0 0,-1-1 1 0 0,1 1 0 0 0,-1 0 0 0 0,0 0-1 0 0,0 0 1 0 0,-1 0 0 0 0,1 1 0 0 0,-1-1-1 0 0,0 1 1 0 0,-1 0 0 0 0,1 0 0 0 0,-1 0-1 0 0,-1 0 1 0 0,1 0 0 0 0,-1 1 0 0 0,0-1 0 0 0,0 1-1 0 0,-1 11 1 0 0,-2-3-64 0 0,-1 0 0 0 0,0-1 0 0 0,-1 0 0 0 0,-1 0 0 0 0,0 0 0 0 0,-7 14 0 0 0,-48 75 537 0 0,57-98-463 0 0,-12 15-4 0 0,11-17 89 0 0,1 1 0 0 0,0 0 0 0 0,0 0 0 0 0,0 0 0 0 0,1 0 0 0 0,-3 5 0 0 0,5-8-51 0 0,0-1-1 0 0,0 1 1 0 0,0-1-1 0 0,0 1 1 0 0,0-1 0 0 0,0 1-1 0 0,0-1 1 0 0,1 1-1 0 0,-1-1 1 0 0,0 1 0 0 0,0-1-1 0 0,0 0 1 0 0,1 1 0 0 0,-1-1-1 0 0,0 1 1 0 0,1-1-1 0 0,-1 0 1 0 0,0 1 0 0 0,1-1-1 0 0,-1 0 1 0 0,0 1-1 0 0,1-1 1 0 0,-1 0 0 0 0,1 1-1 0 0,-1-1 1 0 0,0 0 0 0 0,1 0-1 0 0,-1 0 1 0 0,1 1-1 0 0,-1-1 1 0 0,1 0 0 0 0,-1 0-1 0 0,1 0 1 0 0,-1 0-1 0 0,1 0 1 0 0,-1 0 0 0 0,1 0-1 0 0,0 0 1 0 0,25 3 524 0 0,-21-3-373 0 0,291 37-236 0 0,-167-17-6664 0 0,-97-16 2125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1 968 0 0,'-2'0'276'0'0,"-1"0"1"0"0,0 0-1 0 0,1 0 0 0 0,-1 1 1 0 0,1-1-1 0 0,-1 0 0 0 0,1 1 0 0 0,-1 0 1 0 0,1 0-1 0 0,-1 0 0 0 0,1 0 1 0 0,0 0-1 0 0,-1 0 0 0 0,1 0 0 0 0,0 1 1 0 0,0-1-1 0 0,0 1 0 0 0,0 0 0 0 0,0 0 1 0 0,0-1-1 0 0,0 1 0 0 0,-1 3 1 0 0,1-1 159 0 0,0 1 0 0 0,0-1 0 0 0,0 0 0 0 0,1 1 1 0 0,0-1-1 0 0,0 1 0 0 0,0 0 0 0 0,0-1 0 0 0,1 1 1 0 0,0 0-1 0 0,0 6 0 0 0,2 10 606 0 0,1 0 1 0 0,1 0-1 0 0,1-1 1 0 0,10 28-1 0 0,0-13-463 0 0,1 0-1 0 0,2-1 0 0 0,1-1 1 0 0,35 45-1 0 0,-24-36-2765 0 0,35 66-1 0 0,-55-86 1041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8 394 656 0 0,'-1'-2'90'0'0,"0"0"0"0"0,0 0 1 0 0,0-1-1 0 0,0 1 0 0 0,0 0 0 0 0,1 0 0 0 0,-1 0 0 0 0,1-1 1 0 0,-1 1-1 0 0,1 0 0 0 0,0 0 0 0 0,0-1 0 0 0,0 1 0 0 0,0 0 1 0 0,1 0-1 0 0,-1-1 0 0 0,0 1 0 0 0,1 0 0 0 0,0 0 0 0 0,-1-1 1 0 0,3-2-1 0 0,23-54 2782 0 0,-20 48-2244 0 0,9-20 732 0 0,2 1 0 0 0,1 1-1 0 0,41-50 1 0 0,-44 62-1360 0 0,1 1-1 0 0,0 0 1 0 0,36-25-1 0 0,-33 29-4126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33 3225 0 0,'-51'-14'1185'0'0,"10"0"7038"0"0,48 13-8119 0 0,1 0-1 0 0,-1 0 1 0 0,1 0 0 0 0,-1 1-1 0 0,1 0 1 0 0,-1 0-1 0 0,1 1 1 0 0,-1 0-1 0 0,0 0 1 0 0,1 1-1 0 0,-1 0 1 0 0,0 0 0 0 0,0 1-1 0 0,0 0 1 0 0,0 0-1 0 0,-1 1 1 0 0,1-1-1 0 0,-1 1 1 0 0,0 1-1 0 0,0-1 1 0 0,0 1-1 0 0,-1 0 1 0 0,0 1 0 0 0,0-1-1 0 0,0 1 1 0 0,0 0-1 0 0,-1 0 1 0 0,0 1-1 0 0,0-1 1 0 0,5 14-1 0 0,2 9-122 0 0,-2 1 0 0 0,-1 0 0 0 0,-1 0 0 0 0,5 52 0 0 0,-9-52 77 0 0,2-1-1 0 0,0 0 0 0 0,2 0 1 0 0,1-1-1 0 0,19 44 1 0 0,-22-61 15 0 0,-2-5-12 0 0,-1 0 0 0 0,1 0 1 0 0,1-1-1 0 0,-1 1 0 0 0,1-1 0 0 0,6 7 0 0 0,-9-11-59 0 0,0 0 0 0 0,1 0 0 0 0,-1 0 0 0 0,0 0 1 0 0,1-1-1 0 0,-1 1 0 0 0,1 0 0 0 0,-1-1 0 0 0,1 1 0 0 0,-1-1 0 0 0,1 1 0 0 0,-1-1 1 0 0,1 0-1 0 0,-1 0 0 0 0,1 0 0 0 0,0 0 0 0 0,-1 0 0 0 0,1 0 0 0 0,-1 0 1 0 0,1 0-1 0 0,-1-1 0 0 0,1 1 0 0 0,-1 0 0 0 0,1-1 0 0 0,-1 1 0 0 0,1-1 1 0 0,-1 0-1 0 0,1 0 0 0 0,-1 1 0 0 0,0-1 0 0 0,3-2 0 0 0,19-15-884 0 0,-1-2 0 0 0,-1 0-1 0 0,0-1 1 0 0,-2-1 0 0 0,21-30-1 0 0,-38 49 673 0 0,18-23-4035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439 51 5065 0 0,'-43'-5'331'0'0,"0"2"-1"0"0,0 1 1 0 0,-43 5 0 0 0,72-1-153 0 0,0 0 0 0 0,0 1 0 0 0,0 1 0 0 0,0 0 1 0 0,-19 9-1 0 0,25-10-56 0 0,1 1-1 0 0,-1 1 1 0 0,1-1 0 0 0,0 1 0 0 0,0 1 0 0 0,1-1-1 0 0,0 1 1 0 0,0 0 0 0 0,0 1 0 0 0,-6 8 0 0 0,6-5-19 0 0,0 1 0 0 0,1 0 0 0 0,0 1 1 0 0,1-1-1 0 0,0 1 0 0 0,1 0 1 0 0,1 0-1 0 0,-1 0 0 0 0,2 0 0 0 0,0 0 1 0 0,0 0-1 0 0,2 15 0 0 0,1 11 204 0 0,2 0-1 0 0,15 60 0 0 0,-6-46-152 0 0,2-1-1 0 0,2 0 1 0 0,3-2-1 0 0,1 0 1 0 0,40 64-1 0 0,-37-76-164 0 0,1-1 1 0 0,1-1-1 0 0,2-1 0 0 0,2-1 0 0 0,1-2 1 0 0,69 54-1 0 0,-70-64 0 0 0,0-2-1 0 0,1 0 1 0 0,1-2 0 0 0,41 15-1 0 0,-49-23 59 0 0,0-2-1 0 0,1 0 0 0 0,-1-2 0 0 0,1-1 0 0 0,1-1 0 0 0,47 0 1 0 0,-24-6 188 0 0,0-1 0 0 0,0-3 1 0 0,67-17-1 0 0,-82 14-56 0 0,-1-1 1 0 0,0-1-1 0 0,-1-2 0 0 0,0-1 0 0 0,48-32 0 0 0,-61 33 45 0 0,-1-1 0 0 0,0-1 1 0 0,0-1-1 0 0,-2 0 0 0 0,0-1 0 0 0,-1-1 1 0 0,-1-1-1 0 0,-1 0 0 0 0,-1 0 0 0 0,-1-1 0 0 0,0-1 1 0 0,-2 0-1 0 0,8-24 0 0 0,-10 22-56 0 0,-1 0 0 0 0,0-1 0 0 0,-2 0 0 0 0,-1 0 0 0 0,-1 0 0 0 0,-1 0 1 0 0,-2 0-1 0 0,0-1 0 0 0,-2 1 0 0 0,0 0 0 0 0,-2 1 0 0 0,-9-31 0 0 0,4 28-40 0 0,-1 0 1 0 0,-1 1-1 0 0,-2 0 1 0 0,0 0-1 0 0,-2 2 1 0 0,-1 0-1 0 0,-1 1 1 0 0,0 0-1 0 0,-2 2 1 0 0,-1 0-1 0 0,0 1 1 0 0,-2 2-1 0 0,-28-20 1 0 0,19 18-146 0 0,-1 1-1 0 0,-1 1 1 0 0,-1 2-1 0 0,0 1 1 0 0,-1 2-1 0 0,-1 2 1 0 0,0 1-1 0 0,0 1 1 0 0,-60-4-1 0 0,38 9-641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109 154 6913 0 0,'-6'-1'517'0'0,"0"0"0"0"0,0 0 0 0 0,-1 0-1 0 0,1 1 1 0 0,-1 0 0 0 0,1 0 0 0 0,-7 2-1 0 0,-8-1 1058 0 0,19-1-1115 0 0,-1 0-1 0 0,1 0 1 0 0,-1 0-1 0 0,0 0 1 0 0,1 0-1 0 0,-1-1 1 0 0,1 1-1 0 0,-1-1 1 0 0,-4-1-1 0 0,8-5 2060 0 0,16-5-1659 0 0,-7 7-667 0 0,1 1 0 0 0,0 0 1 0 0,0 1-1 0 0,0 0 0 0 0,0 1 0 0 0,0 0 0 0 0,13-1 0 0 0,33-6-70 0 0,-8-6-89 0 0,51-24 1 0 0,-21 8-1389 0 0,-54 22 277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36 302 7834 0 0,'-36'1'11980'0'0,"55"21"-11251"0"0,-9-10-421 0 0,9 9-41 0 0,108 117 382 0 0,-105-117-575 0 0,1-1 0 0 0,1-1 0 0 0,0-1 0 0 0,32 17 0 0 0,-55-34-60 0 0,-1 0 0 0 0,1-1 1 0 0,0 1-1 0 0,-1-1 0 0 0,1 1 1 0 0,0-1-1 0 0,0 1 0 0 0,0-1 1 0 0,-1 0-1 0 0,1 1 0 0 0,0-1 1 0 0,0 0-1 0 0,0 0 0 0 0,0 1 1 0 0,0-1-1 0 0,0 0 0 0 0,0 0 1 0 0,-1 0-1 0 0,1 0 1 0 0,0 0-1 0 0,0 0 0 0 0,0-1 1 0 0,0 1-1 0 0,0 0 0 0 0,0 0 1 0 0,0-1-1 0 0,-1 1 0 0 0,1 0 1 0 0,0-1-1 0 0,0 1 0 0 0,0-1 1 0 0,-1 1-1 0 0,1-1 0 0 0,0 1 1 0 0,-1-1-1 0 0,1 0 0 0 0,0 1 1 0 0,-1-1-1 0 0,1-1 0 0 0,1-2 24 0 0,-1 0-1 0 0,1 0 0 0 0,-1-1 1 0 0,0 1-1 0 0,-1 0 0 0 0,1-9 1 0 0,-1 10-14 0 0,3-92-3 0 0,-5-1 0 0 0,-17-123 0 0 0,13 169-485 0 0,5 40-52 0 0,0 0 0 0 0,0 1 0 0 0,1-1 0 0 0,0 0 0 0 0,0 0 0 0 0,1 0 0 0 0,1 0 0 0 0,4-15 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0,'11'18'7298'0'0,"-3"18"-4832"0"0,-6-22-2024 0 0,7 44 573 0 0,12 56-292 0 0,-18-103-834 0 0,0 0 1 0 0,1-1 0 0 0,0 0 0 0 0,1 0 0 0 0,0 0-1 0 0,0 0 1 0 0,1-1 0 0 0,8 10 0 0 0,-9-14-1738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0,'5'4'7'0'0,"0"2"0"0"0,-1-1 0 0 0,1 0 0 0 0,-1 1 0 0 0,7 12 0 0 0,-3-5-1360 0 0,1-1-1 0 0,0 1 0 0 0,16 14 0 0 0,-11-14 1222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6449 0 0,'3'1'198'0'0,"-1"-1"-1"0"0,0 1 1 0 0,0 0-1 0 0,0-1 1 0 0,0 1-1 0 0,0 0 1 0 0,0 0-1 0 0,0 0 1 0 0,0 1-1 0 0,0-1 1 0 0,0 0-1 0 0,0 1 1 0 0,-1 0-1 0 0,1-1 1 0 0,-1 1-1 0 0,1 0 1 0 0,-1-1-1 0 0,0 1 1 0 0,1 0-1 0 0,0 3 1 0 0,23 45 2689 0 0,-22-42-2512 0 0,18 41 1112 0 0,31 53 0 0 0,-52-102-1490 0 0,1 1 0 0 0,-1-1-1 0 0,0 0 1 0 0,0 0 0 0 0,0 0 0 0 0,0 0 0 0 0,0 0-1 0 0,0 0 1 0 0,0 0 0 0 0,0 1 0 0 0,0-1 0 0 0,0 0-1 0 0,1 0 1 0 0,-1 0 0 0 0,0 0 0 0 0,0 0 0 0 0,0 0-1 0 0,0 0 1 0 0,0 0 0 0 0,0 0 0 0 0,1 0 0 0 0,-1 0-1 0 0,0 0 1 0 0,0 0 0 0 0,0 1 0 0 0,0-1 0 0 0,0 0-1 0 0,1 0 1 0 0,-1 0 0 0 0,0 0 0 0 0,0 0 0 0 0,0 0-1 0 0,0-1 1 0 0,0 1 0 0 0,0 0 0 0 0,1 0 0 0 0,-1 0-1 0 0,0 0 1 0 0,0 0 0 0 0,0 0 0 0 0,0 0 0 0 0,0 0-1 0 0,1 0 1 0 0,-1 0 0 0 0,0 0 0 0 0,0 0 0 0 0,0 0-1 0 0,0-1 1 0 0,0 1 0 0 0,0 0 0 0 0,0 0 0 0 0,0 0-1 0 0,0 0 1 0 0,0 0 0 0 0,1 0 0 0 0,-1-1 0 0 0,0 1-1 0 0,0 0 1 0 0,6-15-33 0 0,2-20 66 0 0,-8 33-40 0 0,5-22-83 0 0,1 1 0 0 0,0 0 1 0 0,2 0-1 0 0,1 0 1 0 0,14-26-1 0 0,-17 39 136 0 0,-1 1 0 0 0,2-1 1 0 0,-1 1-1 0 0,1 0 0 0 0,0 1 0 0 0,1 0 0 0 0,0 0 0 0 0,0 1 0 0 0,1 0 0 0 0,0 0 0 0 0,0 1 0 0 0,1 0 0 0 0,16-8 1 0 0,-23 13 29 0 0,0 0 0 0 0,0 1 0 0 0,1-1 0 0 0,-1 1 0 0 0,0 0 0 0 0,0-1 0 0 0,0 2 0 0 0,1-1 0 0 0,-1 0 0 0 0,0 0 1 0 0,0 1-1 0 0,0 0 0 0 0,1 0 0 0 0,-1 0 0 0 0,0 0 0 0 0,0 0 0 0 0,0 0 0 0 0,-1 1 0 0 0,1 0 0 0 0,0-1 0 0 0,-1 1 0 0 0,1 0 1 0 0,-1 0-1 0 0,1 1 0 0 0,-1-1 0 0 0,0 0 0 0 0,3 5 0 0 0,7 8 477 0 0,-1 0 0 0 0,-1 1-1 0 0,13 25 1 0 0,-18-32-515 0 0,66 137-3574 0 0,-58-118-2860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263 627 4145 0 0,'-20'6'480'0'0,"-1"-1"0"0"0,0-1 0 0 0,1-1 0 0 0,-1-1 0 0 0,0-1 1 0 0,0-1-1 0 0,0 0 0 0 0,0-2 0 0 0,-36-6 0 0 0,57 8-393 0 0,-1 0 0 0 0,0-1 1 0 0,0 1-1 0 0,0 0 0 0 0,0 0 1 0 0,0 0-1 0 0,1-1 0 0 0,-1 1 0 0 0,0-1 1 0 0,0 1-1 0 0,1 0 0 0 0,-1-1 0 0 0,0 1 1 0 0,0-1-1 0 0,1 1 0 0 0,-1-1 1 0 0,0 0-1 0 0,1 1 0 0 0,-1-1 0 0 0,1 0 1 0 0,-1 1-1 0 0,1-1 0 0 0,-1 0 1 0 0,1 0-1 0 0,0 0 0 0 0,-1 1 0 0 0,1-1 1 0 0,0 0-1 0 0,0 0 0 0 0,-1-1 0 0 0,2 0 18 0 0,-1 1-1 0 0,1-1 1 0 0,-1 0-1 0 0,1 1 0 0 0,0-1 1 0 0,0 1-1 0 0,-1-1 0 0 0,1 1 1 0 0,0-1-1 0 0,0 1 0 0 0,1-1 1 0 0,-1 1-1 0 0,3-3 1 0 0,6-4 311 0 0,1-1 1 0 0,21-12 0 0 0,-30 20-346 0 0,46-26 1657 0 0,98-40 0 0 0,60-6-272 0 0,-105 39-792 0 0,69-19 401 0 0,229-42 0 0 0,182 3-244 0 0,151 5-520 0 0,-521 64-115 0 0,-197 21-656 0 0,22-2 1226 0 0,-14 8-7532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14747 0 0,'0'0'74'0'0,"0"-1"-1"0"0,-1 1 0 0 0,1 0 1 0 0,-1 0-1 0 0,1 0 1 0 0,0 0-1 0 0,-1 0 1 0 0,1 0-1 0 0,-1 0 1 0 0,1 0-1 0 0,-1 0 0 0 0,1 0 1 0 0,0 0-1 0 0,-1 0 1 0 0,1 0-1 0 0,-1 0 1 0 0,1 0-1 0 0,0 1 1 0 0,-1-1-1 0 0,1 0 0 0 0,0 0 1 0 0,-1 0-1 0 0,1 1 1 0 0,-1-1-1 0 0,1 0 1 0 0,0 0-1 0 0,0 1 0 0 0,-1-1 1 0 0,1 0-1 0 0,0 1 1 0 0,-1-1-1 0 0,1 0 1 0 0,0 1-1 0 0,8 12 2028 0 0,0-2-1594 0 0,30 52 378 0 0,-4 1-1 0 0,37 94 1 0 0,33 142-410 0 0,-52-147-1041 0 0,-52-151 349 0 0,3 16-3212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1 296 6449 0 0,'37'-78'774'0'0,"-17"32"302"0"0,3 2 0 0 0,34-53 1 0 0,-54 94-814 0 0,-1 0 1 0 0,0 0 0 0 0,1 0-1 0 0,0 1 1 0 0,0-1 0 0 0,0 1-1 0 0,0-1 1 0 0,0 1 0 0 0,4-2-1 0 0,-6 3-188 0 0,0 1-1 0 0,-1 0 1 0 0,1 0-1 0 0,0-1 1 0 0,0 1-1 0 0,-1 0 1 0 0,1 0-1 0 0,0 0 1 0 0,-1 0-1 0 0,1 0 1 0 0,0 0-1 0 0,0 0 1 0 0,-1 0-1 0 0,1 0 1 0 0,0 0-1 0 0,-1 0 1 0 0,1 1-1 0 0,0-1 1 0 0,-1 0-1 0 0,1 0 1 0 0,0 1-1 0 0,0 0-11 0 0,0 0 0 0 0,0 0 0 0 0,0 0-1 0 0,0 0 1 0 0,-1 0 0 0 0,1 0 0 0 0,0 0 0 0 0,-1 0 0 0 0,1 0-1 0 0,-1 0 1 0 0,1 1 0 0 0,-1-1 0 0 0,0 0 0 0 0,1 0 0 0 0,-1 0 0 0 0,0 3-1 0 0,2 11 118 0 0,-1 1 0 0 0,-1 0 0 0 0,-1 0 0 0 0,0-1 0 0 0,-1 1 0 0 0,0 0-1 0 0,-8 23 1 0 0,-43 106 404 0 0,36-101-314 0 0,8-23 45 0 0,2-7 93 0 0,2 1 0 0 0,-7 24 0 0 0,11-36-311 0 0,0 0 0 0 0,0 0 0 0 0,1 1 0 0 0,0-1 0 0 0,0 0 0 0 0,-1 0 0 0 0,2 0 0 0 0,-1 0 0 0 0,0 0-1 0 0,1 1 1 0 0,-1-1 0 0 0,1 0 0 0 0,0 0 0 0 0,0 0 0 0 0,0 0 0 0 0,1 0 0 0 0,-1-1 0 0 0,4 6 0 0 0,-2-5-36 0 0,0-1-1 0 0,0 0 1 0 0,0 1 0 0 0,0-1 0 0 0,0-1 0 0 0,0 1 0 0 0,1 0 0 0 0,-1-1 0 0 0,1 0 0 0 0,-1 0 0 0 0,1 0 0 0 0,-1 0 0 0 0,1 0 0 0 0,0-1 0 0 0,5 1 0 0 0,63-2 233 0 0,-51 0-307 0 0,28-3-73 0 0,0-1 0 0 0,50-12 0 0 0,-15-3-6603 0 0,-49 11-103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69 204 10594 0 0,'21'38'2063'0'0,"-14"-26"-743"0"0,0 1-1 0 0,0 0 1 0 0,8 26 0 0 0,12 62 1346 0 0,-6 0-3941 0 0,-20-93 168 0 0</inkml:trace>
  <inkml:trace contextRef="#ctx0" brushRef="#br0" timeOffset="1">15 174 6913 0 0,'-1'-1'53'0'0,"-4"-27"2220"0"0,1-1 1 0 0,2 1-1 0 0,0-39 0 0 0,2 66-2208 0 0,0 1 0 0 0,0-1 0 0 0,0 0 0 0 0,0 0 0 0 0,0 0 0 0 0,0 0 0 0 0,1 1 0 0 0,-1-1 0 0 0,0 0 0 0 0,0 0 0 0 0,1 1 0 0 0,-1-1 0 0 0,1 0 0 0 0,-1 0 0 0 0,0 1 0 0 0,1-1 0 0 0,0 0 0 0 0,-1 1 0 0 0,1-1 0 0 0,-1 1 0 0 0,1-1 0 0 0,0 0 0 0 0,-1 1 0 0 0,1 0 0 0 0,0-1 0 0 0,-1 1 0 0 0,1-1 0 0 0,0 1 0 0 0,0 0-1 0 0,-1-1 1 0 0,1 1 0 0 0,0 0 0 0 0,0 0 0 0 0,0 0 0 0 0,0 0 0 0 0,-1 0 0 0 0,1 0 0 0 0,0 0 0 0 0,0 0 0 0 0,0 0 0 0 0,0 0 0 0 0,-1 0 0 0 0,1 0 0 0 0,0 1 0 0 0,1-1 0 0 0,13 1-5226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10138 0 0,'20'-10'2865'0'0,"-15"7"-2664"0"0,110-44 2138 0 0,-100 42-2753 0 0,0 1 0 0 0,0 1 0 0 0,20-3 0 0 0,-16 6-392 0 0,2 3-8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91 8290 0 0,'-1'1'48'0'0,"1"-1"0"0"0,-1 0 0 0 0,1 1 0 0 0,-1 0 0 0 0,1-1 0 0 0,0 1 0 0 0,-1-1 0 0 0,1 1 0 0 0,0 0 0 0 0,-1-1-1 0 0,1 1 1 0 0,0 0 0 0 0,0-1 0 0 0,0 1 0 0 0,-1 0 0 0 0,1-1 0 0 0,0 1 0 0 0,0 0 0 0 0,0-1 0 0 0,0 1 0 0 0,0 0 0 0 0,0-1 0 0 0,0 1 0 0 0,1 0 0 0 0,-1 0 0 0 0,0-1 0 0 0,1 2 0 0 0,17-13 1300 0 0,-16 10-893 0 0,3-3 8 0 0,8-7-78 0 0,51-35-1162 0 0,-54 40 26 0 0,-1 1-1 0 0,1 0 1 0 0,0 0 0 0 0,0 1-1 0 0,18-4 1 0 0,-15 4 289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94 399 4609 0 0,'-23'-35'2538'0'0,"-16"-24"1069"0"0,8 22 2104 0 0,36 44-4629 0 0,1 0 1 0 0,-1 0 0 0 0,0 0-1 0 0,5 10 1 0 0,32 76-869 0 0,-16-33 143 0 0,-5-18-413 0 0,1-2 0 0 0,51 70 0 0 0,-60-92 54 0 0,1-1 0 0 0,1-1-1 0 0,1-1 1 0 0,0 0 0 0 0,1-1 0 0 0,0 0-1 0 0,1-2 1 0 0,24 13 0 0 0,-42-25 2 0 0,46 18-20 0 0,-45-17 29 0 0,0-1-1 0 0,0 1 0 0 0,1-1 1 0 0,-1 0-1 0 0,0 1 0 0 0,0-1 1 0 0,1 0-1 0 0,-1 0 0 0 0,0 0 1 0 0,0 0-1 0 0,1 0 0 0 0,-1 0 1 0 0,0 0-1 0 0,1-1 0 0 0,-1 1 1 0 0,0 0-1 0 0,0-1 0 0 0,0 1 1 0 0,1-1-1 0 0,-1 1 0 0 0,0-1 1 0 0,0 0-1 0 0,0 1 0 0 0,0-1 1 0 0,0 0-1 0 0,0 0 0 0 0,0 0 1 0 0,0 0-1 0 0,0 0 0 0 0,0 0 1 0 0,-1 0-1 0 0,1 0 0 0 0,0-1 1 0 0,5-20 59 0 0,0-1 1 0 0,-2 1 0 0 0,-1-1-1 0 0,-1 0 1 0 0,-1 0 0 0 0,-2-29-1 0 0,1-13-23 0 0,1-112 28 0 0,-2 82-501 0 0,13-119 0 0 0,-11 208 229 0 0,0 0 0 0 0,0-1 0 0 0,1 1 0 0 0,0 0-1 0 0,0 0 1 0 0,0 0 0 0 0,5-9 0 0 0,2 4-991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73 456 0 0,'-11'-19'885'0'0,"10"16"-146"0"0,-1 0 0 0 0,1 0 0 0 0,0 0 0 0 0,1 0 0 0 0,-1 0 0 0 0,0 0 0 0 0,1 0 0 0 0,0 0 0 0 0,0 0 0 0 0,0 0 0 0 0,0 0 0 0 0,0 0 1 0 0,0 0-1 0 0,2-5 0 0 0,-1 7-645 0 0,-1 1 1 0 0,0 0-1 0 0,0 0 0 0 0,0-1 1 0 0,1 1-1 0 0,-1 0 1 0 0,0 0-1 0 0,0 0 1 0 0,1-1-1 0 0,-1 1 1 0 0,0 0-1 0 0,1 0 1 0 0,-1 0-1 0 0,0 0 0 0 0,1 0 1 0 0,-1 0-1 0 0,0 0 1 0 0,0-1-1 0 0,1 1 1 0 0,-1 0-1 0 0,0 0 1 0 0,1 0-1 0 0,-1 0 0 0 0,0 0 1 0 0,1 1-1 0 0,-1-1 1 0 0,0 0-1 0 0,1 0 1 0 0,-1 0-1 0 0,0 0 1 0 0,1 0-1 0 0,-1 0 1 0 0,0 0-1 0 0,0 1 0 0 0,1-1 1 0 0,-1 0-1 0 0,0 0 1 0 0,1 0-1 0 0,-1 1 1 0 0,0-1-1 0 0,0 0 1 0 0,0 0-1 0 0,1 1 0 0 0,-1-1 1 0 0,0 0-1 0 0,0 0 1 0 0,0 1-1 0 0,0-1 1 0 0,1 1-1 0 0,12 14 1512 0 0,0 10-848 0 0,0-1 0 0 0,-2 2 0 0 0,-1-1 0 0 0,-1 2 0 0 0,9 42 0 0 0,-11-40-988 0 0,1 0 1 0 0,2-1 0 0 0,0 0 0 0 0,21 39 0 0 0,-28-62-328 0 0,1 1-853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45 8290 0 0,'0'-4'-243'0'0,"-4"-28"3415"0"0,9 23-751 0 0,8 16-1179 0 0,-13-6-1410 0 0,5 3-1439 0 0,56 49-3204 0 0,0 9 4325 0 0,-45-43 486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6913 0 0,'0'0'56'0'0,"-1"-1"0"0"0,0 1 0 0 0,1 0 0 0 0,-1-1 0 0 0,0 1 0 0 0,1 0 0 0 0,-1-1 0 0 0,1 1 0 0 0,-1-1 0 0 0,0 1 0 0 0,1-1 0 0 0,-1 1 0 0 0,1-1 0 0 0,0 0 0 0 0,-1 1 0 0 0,1-1 0 0 0,-1 0 0 0 0,1 1 0 0 0,0-1 0 0 0,0 0 0 0 0,-1 1 0 0 0,1-1 0 0 0,0 0 0 0 0,0 0 0 0 0,0 1 0 0 0,0-1 0 0 0,0 0-1 0 0,0 1 1 0 0,0-1 0 0 0,0-1 0 0 0,0 2 13 0 0,0 0 0 0 0,0 0 0 0 0,0 1 0 0 0,0-1 0 0 0,0 0-1 0 0,0 0 1 0 0,0 1 0 0 0,1-1 0 0 0,-1 0 0 0 0,0 0-1 0 0,0 0 1 0 0,0 1 0 0 0,0-1 0 0 0,0 0 0 0 0,1 0 0 0 0,-1 0-1 0 0,0 1 1 0 0,0-1 0 0 0,0 0 0 0 0,1 0 0 0 0,-1 0 0 0 0,0 0-1 0 0,0 1 1 0 0,1-1 0 0 0,-1 0 0 0 0,0 0 0 0 0,0 0 0 0 0,1 0-1 0 0,-1 0 1 0 0,0 0 0 0 0,0 0 0 0 0,1 0 0 0 0,-1 0 0 0 0,0 0-1 0 0,0 0 1 0 0,1 0 0 0 0,-1 0 0 0 0,0 0 0 0 0,0 0-1 0 0,1 0 1 0 0,-1 0 0 0 0,0 0 0 0 0,0 0 0 0 0,1-1 0 0 0,-1 1-1 0 0,0 0 1 0 0,0 0 0 0 0,0 0 0 0 0,1 0 0 0 0,-1 0 0 0 0,0-1-1 0 0,0 1 1 0 0,0 0 0 0 0,1 0 0 0 0,-1 0 0 0 0,0-1 0 0 0,0 1-1 0 0,0 0 1 0 0,0 0 0 0 0,0 0 0 0 0,0-1 0 0 0,1 1 0 0 0,-1 0-1 0 0,0 0 1 0 0,0-1 0 0 0,0 1 0 0 0,0 0 0 0 0,0-1 0 0 0,41 87 4156 0 0,5 7-2652 0 0,-41-84-1547 0 0,1 0 0 0 0,0 0 0 0 0,0-1 0 0 0,1 0 0 0 0,0-1 0 0 0,0 1 0 0 0,13 9 0 0 0,-20-17-34 0 0,1 1 1 0 0,0-1-1 0 0,-1 0 0 0 0,1 1 0 0 0,-1-1 0 0 0,1 0 1 0 0,0 1-1 0 0,-1-1 0 0 0,1 0 0 0 0,-1 0 0 0 0,1 1 1 0 0,0-1-1 0 0,-1 0 0 0 0,1 0 0 0 0,0 0 0 0 0,-1 0 1 0 0,1 0-1 0 0,0 0 0 0 0,-1 0 0 0 0,1 0 0 0 0,0 0 0 0 0,-1-1 1 0 0,1 1-1 0 0,0 0 0 0 0,-1 0 0 0 0,1 0 0 0 0,0-1 1 0 0,-1 1-1 0 0,1 0 0 0 0,0-2 0 0 0,1 1-31 0 0,0-1 0 0 0,-1 0 0 0 0,1 0-1 0 0,-1 1 1 0 0,0-1 0 0 0,0 0 0 0 0,0 0 0 0 0,0-1 0 0 0,1-2-1 0 0,12-56-525 0 0,-13 54 572 0 0,8-32 16 0 0,1 0 0 0 0,2 0 0 0 0,2 1 0 0 0,23-45 0 0 0,-36 81-8 0 0,-1 1 0 0 0,1-1 0 0 0,0 0 0 0 0,0 1 0 0 0,0-1-1 0 0,0 1 1 0 0,0 0 0 0 0,0-1 0 0 0,0 1 0 0 0,0 0 0 0 0,1-1 0 0 0,-1 1 0 0 0,0 0 0 0 0,1 0 0 0 0,-1 0 0 0 0,1 0 0 0 0,-1 0 0 0 0,1 1 0 0 0,-1-1 0 0 0,1 0 0 0 0,0 1 0 0 0,-1-1 0 0 0,1 1 0 0 0,0 0 0 0 0,-1-1 0 0 0,1 1 0 0 0,3 0 0 0 0,-3 1 25 0 0,1-1-1 0 0,-1 1 1 0 0,1 0 0 0 0,-1 0 0 0 0,1 0-1 0 0,-1 0 1 0 0,0 0 0 0 0,0 1-1 0 0,0-1 1 0 0,1 1 0 0 0,-1-1-1 0 0,0 1 1 0 0,-1 0 0 0 0,1 0-1 0 0,0 0 1 0 0,-1 0 0 0 0,1 0-1 0 0,1 3 1 0 0,53 101 1017 0 0,-16-27-1991 0 0,-23-49-872 0 0,-1-1-4689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239 476 5985 0 0,'-21'13'867'0'0,"0"-1"1"0"0,0-1-1 0 0,-2-1 0 0 0,1 0 0 0 0,-1-2 0 0 0,-1-1 1 0 0,-44 9-1 0 0,67-16-792 0 0,1 0 1 0 0,-1 0 0 0 0,1 0-1 0 0,-1 0 1 0 0,1 0 0 0 0,-1 1-1 0 0,1-1 1 0 0,-1 0 0 0 0,1 0-1 0 0,-1 0 1 0 0,1 0-1 0 0,-1-1 1 0 0,0 1 0 0 0,1 0-1 0 0,0 0 1 0 0,-1 0 0 0 0,1 0-1 0 0,-1 0 1 0 0,1-1 0 0 0,-1 1-1 0 0,1 0 1 0 0,-1 0 0 0 0,1-1-1 0 0,-1 1 1 0 0,1 0 0 0 0,0-1-1 0 0,-1 1 1 0 0,1 0-1 0 0,0-1 1 0 0,-1 1 0 0 0,1-1-1 0 0,0 1 1 0 0,-1-1 0 0 0,7-17 1515 0 0,23-14-282 0 0,1 12-817 0 0,0 2 1 0 0,1 1-1 0 0,1 1 1 0 0,0 2-1 0 0,63-18 1 0 0,178-29 375 0 0,-214 49-709 0 0,611-98-59 0 0,-15 22 83 0 0,-579 76-93 0 0,-1-3 0 0 0,-1-3 1 0 0,113-44-1 0 0,-163 50-1936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77 2304 0 0,'-28'-54'5519'0'0,"21"31"3301"0"0,12 31-6091 0 0,8 18-2103 0 0,-2 0 0 0 0,-1 0 0 0 0,-1 1 0 0 0,11 52 0 0 0,-6-21-304 0 0,31 131 80 0 0,32 107-216 0 0,-61-255-312 0 0,-10-26-146 0 0,0 0 0 0 0,6 24 0 0 0,-14-26-2310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1 270 2849 0 0,'0'-13'207'0'0,"1"0"0"0"0,0 0 0 0 0,1 1 0 0 0,6-25 0 0 0,-4 26 436 0 0,0 1 1 0 0,0 0-1 0 0,1 0 1 0 0,1 0-1 0 0,0 1 1 0 0,0-1-1 0 0,0 1 1 0 0,1 1-1 0 0,1-1 1 0 0,8-7-1 0 0,-4 5 240 0 0,30-27 1394 0 0,-39 36-2083 0 0,0-1 0 0 0,1 1 0 0 0,-1 0 0 0 0,1 0 0 0 0,0 0 0 0 0,-1 0 0 0 0,1 1 1 0 0,0-1-1 0 0,0 1 0 0 0,7-1 0 0 0,-10 2-156 0 0,1 0-1 0 0,-1 0 1 0 0,1 0 0 0 0,-1 1 0 0 0,1-1 0 0 0,-1 0 0 0 0,0 1-1 0 0,1-1 1 0 0,-1 1 0 0 0,1 0 0 0 0,-1-1 0 0 0,0 1 0 0 0,0 0-1 0 0,1 0 1 0 0,-1 0 0 0 0,0 0 0 0 0,0 0 0 0 0,0 0 0 0 0,0 0-1 0 0,0 0 1 0 0,0 0 0 0 0,0 0 0 0 0,0 1 0 0 0,-1-1-1 0 0,1 0 1 0 0,0 1 0 0 0,-1-1 0 0 0,1 0 0 0 0,-1 1 0 0 0,1-1-1 0 0,-1 1 1 0 0,0-1 0 0 0,0 1 0 0 0,1-1 0 0 0,-1 3 0 0 0,1 6-20 0 0,-1 0 0 0 0,0 0 0 0 0,-1 18 1 0 0,-7 22 397 0 0,-1 0 0 0 0,-3-1 1 0 0,-2 0-1 0 0,-2-1 0 0 0,-23 47 1 0 0,21-61 145 0 0,-10 23 181 0 0,26-54-681 0 0,1 0 0 0 0,0 1 0 0 0,0-1 0 0 0,0 1 0 0 0,1-1 0 0 0,-1 0-1 0 0,1 1 1 0 0,0-1 0 0 0,0 1 0 0 0,0-1 0 0 0,0 1 0 0 0,0-1 0 0 0,1 1 0 0 0,1 3-1 0 0,-1-5-53 0 0,0-1-1 0 0,0 1 1 0 0,1 0-1 0 0,-1-1 1 0 0,1 1-1 0 0,-1-1 1 0 0,1 1-1 0 0,0-1 1 0 0,-1 0-1 0 0,1 0 0 0 0,0 0 1 0 0,0 0-1 0 0,0 0 1 0 0,0 0-1 0 0,0 0 1 0 0,0 0-1 0 0,0-1 1 0 0,0 1-1 0 0,0-1 1 0 0,0 0-1 0 0,0 0 0 0 0,4 1 1 0 0,51-2 129 0 0,-55 1-136 0 0,33-4-262 0 0,0-1 1 0 0,-1-1 0 0 0,1-2-1 0 0,-1-2 1 0 0,-1-1-1 0 0,50-23 1 0 0,-62 22-1014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4609 0 0,'-19'5'6474'0'0,"18"-6"-6219"0"0,0 1-1 0 0,-1 1 1 0 0,1-1 0 0 0,0 0-1 0 0,0 0 1 0 0,-1 0 0 0 0,1 1-1 0 0,0-1 1 0 0,0 0 0 0 0,-1 1 0 0 0,1 0-1 0 0,0-1 1 0 0,0 1 0 0 0,0-1-1 0 0,0 1 1 0 0,0 0 0 0 0,0 0 0 0 0,0 0-1 0 0,0 0 1 0 0,0-1 0 0 0,1 1-1 0 0,-1 0 1 0 0,0 0 0 0 0,0 1-1 0 0,1-1 1 0 0,-1 0 0 0 0,1 0 0 0 0,-1 2-1 0 0,-1 6 172 0 0,0 0 0 0 0,1 0 0 0 0,0 1 0 0 0,0-1-1 0 0,1 0 1 0 0,1 1 0 0 0,0-1 0 0 0,0 0 0 0 0,0 1 0 0 0,6 14-1 0 0,-3-1-309 0 0,8 36-37 0 0,2 0 0 0 0,28 75 0 0 0,-30-103-80 0 0,2 0 1 0 0,2-1-1 0 0,0-1 0 0 0,2 0 0 0 0,37 44 0 0 0,-40-56-85 0 0,-2 0 0 0 0,0 1-1 0 0,-1 1 1 0 0,13 25 0 0 0,-21-34-1842 0 0,0 0 1 0 0,0 0-1 0 0,2 17 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9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11 170 456 0 0,'-11'3'8604'0'0,"15"-10"-5928"0"0,-1 3-1376 0 0,12-13 328 0 0,1 0-1 0 0,25-20 1 0 0,44-29-2338 0 0,-78 60 302 0 0,18-13-5639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6 158 5065 0 0,'-5'-4'4174'0'0,"5"4"-4103"0"0,9-10 1646 0 0,12-4-1206 0 0,4-1 680 0 0,0 2-1 0 0,1 0 0 0 0,1 2 0 0 0,0 1 0 0 0,1 1 0 0 0,54-10 0 0 0,173-6 450 0 0,-163 19-1754 0 0,-49-1-814 0 0,-33 6 209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6 442 6449 0 0,'-1'-2'284'0'0,"0"0"-1"0"0,0-1 1 0 0,1 1 0 0 0,-1 0-1 0 0,0-1 1 0 0,1 1-1 0 0,0-1 1 0 0,-1 1-1 0 0,1-1 1 0 0,0 1 0 0 0,0-1-1 0 0,0 1 1 0 0,1 0-1 0 0,-1-1 1 0 0,2-4-1 0 0,-2 7-212 0 0,1 0-1 0 0,-1-1 0 0 0,1 1 0 0 0,-1 0 1 0 0,1 0-1 0 0,-1 0 0 0 0,1 0 0 0 0,-1 0 0 0 0,1 0 1 0 0,-1 0-1 0 0,1 0 0 0 0,-1 0 0 0 0,1 0 1 0 0,-1 0-1 0 0,1 1 0 0 0,-1-1 0 0 0,1 0 1 0 0,-1 0-1 0 0,1 0 0 0 0,-1 1 0 0 0,1-1 1 0 0,-1 0-1 0 0,1 0 0 0 0,-1 1 0 0 0,0-1 0 0 0,1 1 1 0 0,-1-1-1 0 0,0 0 0 0 0,1 1 0 0 0,-1 0 1 0 0,14 12 904 0 0,49 70 1572 0 0,-39-49-1789 0 0,31 33 1 0 0,-44-56-586 0 0,-1-1 0 0 0,1 0 0 0 0,1 0 0 0 0,0-2 0 0 0,0 1 0 0 0,26 12-1 0 0,-34-20-103 0 0,9 6 205 0 0,1-2 1 0 0,20 7 0 0 0,-32-11-190 0 0,1-1-1 0 0,-1 1 1 0 0,1 0 0 0 0,-1-1-1 0 0,1 1 1 0 0,0-1 0 0 0,-1 0-1 0 0,1 0 1 0 0,0 0 0 0 0,-1 0-1 0 0,1-1 1 0 0,0 1 0 0 0,-1-1-1 0 0,1 0 1 0 0,-1 1 0 0 0,1-1-1 0 0,-1 0 1 0 0,1 0 0 0 0,-1-1-1 0 0,0 1 1 0 0,3-2 0 0 0,-3 1-27 0 0,-1 0 1 0 0,0 0-1 0 0,0 0 0 0 0,0 0 1 0 0,0 0-1 0 0,0 0 1 0 0,0 0-1 0 0,-1-1 0 0 0,1 1 1 0 0,-1 0-1 0 0,0 0 1 0 0,1 0-1 0 0,-1-5 0 0 0,-2-34 91 0 0,1 30-103 0 0,-8-104 121 0 0,-1 3-1107 0 0,6-174-1 0 0,15 217-2093 0 0,-4 40-3741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88 6913 0 0,'-34'17'2009'0'0,"32"-16"-1751"0"0,-1-1 0 0 0,1 1 0 0 0,-1 0-1 0 0,1 0 1 0 0,-1 0 0 0 0,1 0 0 0 0,0 0-1 0 0,0 1 1 0 0,0-1 0 0 0,-1 1 0 0 0,1-1-1 0 0,1 1 1 0 0,-1 0 0 0 0,0 0 0 0 0,0 0-1 0 0,1 0 1 0 0,-1 0 0 0 0,1 0 0 0 0,-1 0-1 0 0,1 1 1 0 0,0-1 0 0 0,0 0 0 0 0,0 1-1 0 0,0-1 1 0 0,1 1 0 0 0,-1-1 0 0 0,0 5-1 0 0,0 5 19 0 0,0 0-1 0 0,1 1 1 0 0,1-1-1 0 0,0 0 1 0 0,0 0-1 0 0,1 0 1 0 0,1 0-1 0 0,0 0 1 0 0,0 0-1 0 0,2-1 1 0 0,-1 1-1 0 0,1-1 1 0 0,7 11-1 0 0,-9-17-219 0 0,1 0 0 0 0,-1-1-1 0 0,0 1 1 0 0,1-1 0 0 0,0 0 0 0 0,0 0 0 0 0,0 0-1 0 0,1-1 1 0 0,-1 1 0 0 0,1-1 0 0 0,0 0 0 0 0,0 0-1 0 0,0-1 1 0 0,0 0 0 0 0,1 1 0 0 0,-1-2 0 0 0,0 1-1 0 0,1-1 1 0 0,-1 0 0 0 0,1 0 0 0 0,0 0 0 0 0,-1-1-1 0 0,1 1 1 0 0,0-2 0 0 0,-1 1 0 0 0,1-1 0 0 0,0 1-1 0 0,-1-1 1 0 0,11-4 0 0 0,-11 3-26 0 0,1-1 1 0 0,-1 1-1 0 0,0-1 0 0 0,0 0 1 0 0,0-1-1 0 0,0 1 0 0 0,-1-1 1 0 0,0 0-1 0 0,1 0 0 0 0,-1-1 1 0 0,-1 1-1 0 0,1-1 0 0 0,-1 0 1 0 0,0 0-1 0 0,0 0 0 0 0,0 0 1 0 0,0 0-1 0 0,2-11 0 0 0,0 4-2 0 0,-1-1-1 0 0,-1 0 0 0 0,0 0 0 0 0,-1 0 0 0 0,-1 0 0 0 0,0-1 0 0 0,0-17 0 0 0,-3 19 53 0 0,1 0-1 0 0,-1 0 0 0 0,-1 1 1 0 0,0-1-1 0 0,-1 1 0 0 0,0-1 0 0 0,-1 1 1 0 0,0 0-1 0 0,-11-16 0 0 0,13 22-181 0 0,0 1 0 0 0,-1 0 0 0 0,0-1 0 0 0,1 1-1 0 0,-2 1 1 0 0,1-1 0 0 0,0 0 0 0 0,-1 1 0 0 0,1 0-1 0 0,-6-2 1 0 0,6 3-329 0 0,0 0 1 0 0,0 1-1 0 0,0 0 0 0 0,1 0 1 0 0,-1 0-1 0 0,0 1 0 0 0,0-1 0 0 0,-1 1 1 0 0,1 0-1 0 0,0 0 0 0 0,0 0 0 0 0,0 1 1 0 0,0-1-1 0 0,0 1 0 0 0,-4 2 1 0 0,-10 3-6137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7834 0 0,'0'0'77'0'0,"0"0"0"0"0,1-1 0 0 0,-1 1 0 0 0,0-1 0 0 0,0 1 0 0 0,1-1 0 0 0,-1 1 0 0 0,0 0 0 0 0,1-1 0 0 0,-1 1 0 0 0,0 0 0 0 0,1-1 1 0 0,-1 1-1 0 0,0 0 0 0 0,1 0 0 0 0,-1-1 0 0 0,1 1 0 0 0,-1 0 0 0 0,0 0 0 0 0,1 0 0 0 0,-1 0 0 0 0,1-1 0 0 0,-1 1 0 0 0,1 0 0 0 0,-1 0 0 0 0,1 0 1 0 0,-1 0-1 0 0,0 0 0 0 0,1 0 0 0 0,-1 0 0 0 0,1 0 0 0 0,-1 0 0 0 0,1 0 0 0 0,-1 0 0 0 0,1 1 0 0 0,-1-1 0 0 0,1 0 0 0 0,-1 0 0 0 0,0 0 0 0 0,1 1 0 0 0,-1-1 1 0 0,1 0-1 0 0,-1 0 0 0 0,0 1 0 0 0,1-1 0 0 0,-1 0 0 0 0,0 1 0 0 0,1-1 0 0 0,-1 0 0 0 0,0 1 0 0 0,0-1 0 0 0,1 1 0 0 0,-1-1 0 0 0,0 0 0 0 0,0 1 0 0 0,0-1 1 0 0,1 1-1 0 0,-1-1 0 0 0,0 1 0 0 0,0-1 0 0 0,0 1 0 0 0,0-1 0 0 0,0 0 0 0 0,0 1 0 0 0,2 28 544 0 0,-2-28-527 0 0,0 17 335 0 0,0 0 0 0 0,2 0 0 0 0,0 0 0 0 0,1 0 1 0 0,8 23-1 0 0,-10-35-316 0 0,1-1 0 0 0,0 1 0 0 0,1-1 0 0 0,-1 1 1 0 0,1-1-1 0 0,0 0 0 0 0,1 0 0 0 0,-1-1 0 0 0,1 1 0 0 0,0-1 1 0 0,0 1-1 0 0,0-1 0 0 0,1-1 0 0 0,-1 1 0 0 0,1 0 0 0 0,0-1 0 0 0,0 0 1 0 0,0 0-1 0 0,10 3 0 0 0,-11-5-130 0 0,0 0 1 0 0,-1 0-1 0 0,1-1 0 0 0,0 1 1 0 0,0-1-1 0 0,-1 0 0 0 0,1 0 1 0 0,0 0-1 0 0,0-1 0 0 0,-1 1 1 0 0,1-1-1 0 0,0 0 0 0 0,-1 0 1 0 0,1 0-1 0 0,-1-1 0 0 0,1 1 1 0 0,-1-1-1 0 0,0 0 0 0 0,1 0 1 0 0,-1 0-1 0 0,0 0 0 0 0,0 0 1 0 0,-1-1-1 0 0,1 0 0 0 0,0 1 1 0 0,-1-1-1 0 0,1 0 0 0 0,2-6 1 0 0,7-9-151 0 0,0-1 1 0 0,-2-1 0 0 0,15-38-1 0 0,-13 28 108 0 0,-4 12 188 0 0,-5 9 85 0 0,0 1 1 0 0,1 0 0 0 0,0 0-1 0 0,0 0 1 0 0,1 0 0 0 0,6-6-1 0 0,-10 12-183 0 0,0 1-1 0 0,0 0 1 0 0,1 0-1 0 0,-1 0 1 0 0,0 0-1 0 0,1 0 1 0 0,-1 0-1 0 0,1 0 1 0 0,0 1-1 0 0,-1-1 1 0 0,1 0-1 0 0,-1 1 1 0 0,1-1-1 0 0,0 1 1 0 0,-1 0 0 0 0,1 0-1 0 0,0-1 1 0 0,0 1-1 0 0,-1 0 1 0 0,1 0-1 0 0,0 1 1 0 0,-1-1-1 0 0,1 0 1 0 0,0 0-1 0 0,-1 1 1 0 0,1-1-1 0 0,0 1 1 0 0,-1 0-1 0 0,1-1 1 0 0,-1 1-1 0 0,1 0 1 0 0,-1 0-1 0 0,1 0 1 0 0,-1 0-1 0 0,0 0 1 0 0,1 0-1 0 0,1 3 1 0 0,39 39 131 0 0,-35-34-82 0 0,1 0 1 0 0,0 0-1 0 0,1-1 1 0 0,0-1-1 0 0,9 8 1 0 0,-14-14-470 0 0,-1 1 0 0 0,1 0 0 0 0,-1-1 0 0 0,1 1 0 0 0,-1-1 0 0 0,1 0 0 0 0,0 0 0 0 0,-1 0 0 0 0,1-1 0 0 0,0 0 0 0 0,0 1 0 0 0,0-1 0 0 0,-1 0 0 0 0,1-1 0 0 0,0 1 0 0 0,0-1 0 0 0,0 0 0 0 0,-1 1 0 0 0,8-4 0 0 0,6-3-5157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1840 0 0,'0'-22'2051'0'0,"1"0"-1"0"0,2-1 1 0 0,8-20 4191 0 0,-3 102-3752 0 0,-4-21-1937 0 0,1 0 1 0 0,3-1 0 0 0,0 0 0 0 0,3 0-1 0 0,0-1 1 0 0,3 0 0 0 0,33 62 0 0 0,14 17-3922 0 0,-50-90-3144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1 324 5065 0 0,'0'-3'288'0'0,"1"0"1"0"0,0-1-1 0 0,-1 1 0 0 0,2 0 1 0 0,-1 0-1 0 0,0 0 1 0 0,1 0-1 0 0,-1 0 0 0 0,1 1 1 0 0,3-5-1 0 0,25-30 1714 0 0,-22 27-1733 0 0,19-21 644 0 0,2 2 0 0 0,0 0 1 0 0,38-26-1 0 0,49-24-1296 0 0,-91 63-4521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1 430 8290 0 0,'-1'0'43'0'0,"1"-1"1"0"0,0 1-1 0 0,0-1 1 0 0,0 1-1 0 0,0-1 1 0 0,0 1-1 0 0,0-1 1 0 0,1 1-1 0 0,-1-1 1 0 0,0 0-1 0 0,0 1 1 0 0,0-1-1 0 0,0 1 1 0 0,1-1-1 0 0,-1 1 1 0 0,0-1-1 0 0,0 1 1 0 0,1 0-1 0 0,-1-1 1 0 0,0 1-1 0 0,1-1 1 0 0,-1 1-1 0 0,1-1 1 0 0,-1 1 0 0 0,1 0-1 0 0,-1-1 1 0 0,0 1-1 0 0,1 0 1 0 0,-1 0-1 0 0,2-1 1 0 0,16-12 403 0 0,46-23 1115 0 0,3 3 0 0 0,0 2-1 0 0,2 4 1 0 0,111-29 0 0 0,297-42 2999 0 0,-367 78-4518 0 0,562-75 575 0 0,-506 89-709 0 0,186 18-1 0 0,-324-10-794 0 0,0 1-1 0 0,0 1 1 0 0,43 12-1 0 0,-49-8-6194 0 0</inkml:trace>
  <inkml:trace contextRef="#ctx0" brushRef="#br0" timeOffset="1">773 864 14283 0 0,'0'0'91'0'0,"0"1"-1"0"0,0 0 1 0 0,0 0-1 0 0,0-1 1 0 0,0 1 0 0 0,0 0-1 0 0,0 0 1 0 0,1-1-1 0 0,-1 1 1 0 0,0 0 0 0 0,1 0-1 0 0,-1-1 1 0 0,0 1 0 0 0,1 0-1 0 0,-1-1 1 0 0,1 1-1 0 0,-1-1 1 0 0,1 1 0 0 0,-1-1-1 0 0,1 1 1 0 0,-1-1-1 0 0,1 1 1 0 0,0-1 0 0 0,-1 1-1 0 0,2 0 1 0 0,24 14 1369 0 0,-11-6-891 0 0,-2 1-391 0 0,0 1-1 0 0,-1 0 1 0 0,0 1-1 0 0,-1 1 1 0 0,0 0 0 0 0,-1 0-1 0 0,-1 1 1 0 0,0 1-1 0 0,0-1 1 0 0,10 27 0 0 0,1 14 1099 0 0,24 101 1 0 0,-13-40-706 0 0,-11-56-668 0 0,2-2 0 0 0,40 74 0 0 0,-48-102-649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1 190 456 0 0,'10'-21'1350'0'0,"2"1"0"0"0,0 0 0 0 0,1 1 0 0 0,1 0 0 0 0,1 2 0 0 0,18-20 0 0 0,-2 11 1239 0 0,-12 16-890 0 0,-18 10-1618 0 0,-1 0 0 0 0,0 0-1 0 0,1 0 1 0 0,-1-1 0 0 0,1 1-1 0 0,-1 0 1 0 0,1 0 0 0 0,-1 0 0 0 0,1 0-1 0 0,-1 0 1 0 0,1 0 0 0 0,-1 0-1 0 0,1 1 1 0 0,-1-1 0 0 0,1 0 0 0 0,-1 0-1 0 0,0 0 1 0 0,1 0 0 0 0,-1 0-1 0 0,1 1 1 0 0,-1-1 0 0 0,0 0 0 0 0,1 1-1 0 0,-1-1 1 0 0,1 0 0 0 0,-1 0-1 0 0,0 1 1 0 0,1-1 0 0 0,-1 1 0 0 0,1 4 62 0 0,0 0 0 0 0,0-1 0 0 0,-1 1 0 0 0,0 0 1 0 0,0-1-1 0 0,0 1 0 0 0,0 0 0 0 0,-1 0 1 0 0,0-1-1 0 0,0 1 0 0 0,0 0 0 0 0,-1-1 1 0 0,-2 7-1 0 0,1-2 47 0 0,-42 122 632 0 0,24-74-262 0 0,-22 93-1 0 0,42-146-477 0 0,0-1-1 0 0,0 1 0 0 0,1 0 0 0 0,-1-1 0 0 0,1 1 0 0 0,0 0 0 0 0,0 0 0 0 0,1-1 0 0 0,-1 1 0 0 0,1 0 1 0 0,0-1-1 0 0,-1 1 0 0 0,2 0 0 0 0,2 6 0 0 0,-3-8-53 0 0,1 0 1 0 0,0 0-1 0 0,0 0 0 0 0,0-1 1 0 0,0 1-1 0 0,0 0 0 0 0,0-1 1 0 0,0 0-1 0 0,1 1 0 0 0,-1-1 1 0 0,0 0-1 0 0,1 0 0 0 0,-1 0 1 0 0,1-1-1 0 0,-1 1 0 0 0,1 0 1 0 0,-1-1-1 0 0,1 0 0 0 0,0 1 1 0 0,-1-1-1 0 0,1 0 0 0 0,2-1 1 0 0,8 1 0 0 0,-1-2 1 0 0,0 1 0 0 0,1-2-1 0 0,-1 1 1 0 0,0-2-1 0 0,13-4 1 0 0,72-37-451 0 0,-17 8-2997 0 0,-47 24-3544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47 8754 0 0,'-5'-6'-273'0'0,"0"-1"1517"0"0,0 1-1 0 0,0 1 1 0 0,-1-1 0 0 0,-9-7-1 0 0,15 13-1096 0 0,0-1 0 0 0,-1 1 0 0 0,1 0 0 0 0,-1-1 0 0 0,1 1 0 0 0,-1 0 0 0 0,0 0 0 0 0,1-1 0 0 0,-1 1 1 0 0,1 0-1 0 0,-1 0 0 0 0,1 0 0 0 0,-1 0 0 0 0,0 0 0 0 0,1 0 0 0 0,-1 0 0 0 0,1 0 0 0 0,-1 0 0 0 0,0 0 0 0 0,1 0 0 0 0,-1 0 0 0 0,1 0 0 0 0,-1 0 0 0 0,1 1 0 0 0,-1-1 0 0 0,0 0 0 0 0,0 2-49 0 0,0-1 0 0 0,0 0 1 0 0,0 0-1 0 0,1 0 0 0 0,-1 1 0 0 0,0-1 1 0 0,1 0-1 0 0,-1 1 0 0 0,1-1 0 0 0,0 1 1 0 0,-1-1-1 0 0,1 0 0 0 0,0 1 0 0 0,0-1 1 0 0,0 1-1 0 0,0 1 0 0 0,0 18 284 0 0,0-1-1 0 0,2 1 1 0 0,0 0 0 0 0,2-1 0 0 0,10 37-1 0 0,44 95 363 0 0,9-17-125 0 0,-37-78-662 0 0,38 101 0 0 0,-64-148-498 0 0,-2 0-1 0 0,1 1 0 0 0,-2-1 1 0 0,2 15-1 0 0,-3-4-7125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0 242 7370 0 0,'4'0'234'0'0,"-1"-1"1"0"0,0 1 0 0 0,0-1 0 0 0,1 0-1 0 0,-1 0 1 0 0,0 0 0 0 0,0-1-1 0 0,0 1 1 0 0,0-1 0 0 0,0 1 0 0 0,-1-1-1 0 0,5-3 1 0 0,-1 1 284 0 0,31-17 1812 0 0,-2-1 0 0 0,55-46 0 0 0,5-23-4877 0 0,-79 74 1426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5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10 11522 0 0,'0'0'46'0'0,"-1"-1"-1"0"0,1 0 0 0 0,0 1 0 0 0,-1-1 0 0 0,1 1 0 0 0,-1-1 0 0 0,1 1 0 0 0,-1-1 0 0 0,1 1 0 0 0,-1-1 0 0 0,1 1 0 0 0,-1-1 0 0 0,0 1 0 0 0,1 0 0 0 0,-1-1 0 0 0,0 1 0 0 0,1 0 0 0 0,-1-1 0 0 0,0 1 0 0 0,1 0 0 0 0,-1 0 0 0 0,0 0 0 0 0,1 0 0 0 0,-1 0 0 0 0,0 0 0 0 0,0 0 1 0 0,1 0-1 0 0,-1 0 0 0 0,0 0 0 0 0,1 0 0 0 0,-2 0 0 0 0,0 1-15 0 0,1 0 1 0 0,-1 0-1 0 0,1 1 1 0 0,0-1-1 0 0,-1 0 0 0 0,1 1 1 0 0,0-1-1 0 0,0 0 1 0 0,0 1-1 0 0,0-1 1 0 0,0 1-1 0 0,-1 2 1 0 0,-2 6-38 0 0,0 0 1 0 0,0 1 0 0 0,-2 13 0 0 0,-2 27 184 0 0,3 0 0 0 0,2 1 0 0 0,6 95 0 0 0,0-26 342 0 0,-4 3-12 0 0,1-123-505 0 0,0 2 10 0 0,0 1-1 0 0,0-1 1 0 0,0 1 0 0 0,0-1-1 0 0,-1 1 1 0 0,1-1 0 0 0,-1 0-1 0 0,0 1 1 0 0,0-1 0 0 0,0 0-1 0 0,0 0 1 0 0,-1 0 0 0 0,1 1-1 0 0,-1-2 1 0 0,0 1 0 0 0,0 0-1 0 0,0 0 1 0 0,0 0 0 0 0,-5 3-1 0 0,-33 21 89 0 0,31-22-77 0 0,0 0 0 0 0,1 0 0 0 0,0 1 0 0 0,0 1 0 0 0,-10 9 0 0 0,15-13-8 0 0,0 2 0 0 0,0-1 0 0 0,0 0-1 0 0,0 0 1 0 0,1 1 0 0 0,0-1-1 0 0,0 1 1 0 0,0 0 0 0 0,1 0-1 0 0,-1 0 1 0 0,1 0 0 0 0,0 0-1 0 0,1 0 1 0 0,-1 0 0 0 0,1 7-1 0 0,19 763 1645 0 0,-10-507-1485 0 0,-9-261-172 0 0,0 1-1 0 0,0 0 0 0 0,1 0 0 0 0,0 0 1 0 0,0 0-1 0 0,1 0 0 0 0,0-1 1 0 0,0 1-1 0 0,1-1 0 0 0,0 1 0 0 0,1-1 1 0 0,6 11-1 0 0,2-3 13 0 0,27 25 0 0 0,-26-28-4 0 0,0 1 1 0 0,17 23-1 0 0,-26-28-9 0 0,0 0 1 0 0,0 0-1 0 0,-1 0 1 0 0,0 1-1 0 0,0 0 1 0 0,-1-1-1 0 0,0 1 0 0 0,-1 0 1 0 0,0 0-1 0 0,0 0 1 0 0,-1 0-1 0 0,-1 10 1 0 0,65 2060 1029 0 0,-5-297 98 0 0,24-48-367 0 0,-6-241-580 0 0,120 1409-43 0 0,-88-1512-138 0 0,-81-1000 12 0 0,-1 1097 1347 0 0,-51-1234-2948 0 0,14-206-5868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6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10641 8754 0 0,'-3'9'126'0'0,"1"0"1"0"0,0-1-1 0 0,1 1 0 0 0,0 0 1 0 0,0 0-1 0 0,1 0 1 0 0,0 0-1 0 0,1 0 0 0 0,0 0 1 0 0,3 12-1 0 0,3 9 3 0 0,17 49 0 0 0,-15-57-116 0 0,0-1-1 0 0,1 0 0 0 0,1-1 0 0 0,1 0 1 0 0,1 0-1 0 0,1-1 0 0 0,1-1 1 0 0,0 0-1 0 0,1-1 0 0 0,1-1 1 0 0,0-1-1 0 0,2 0 0 0 0,-1-1 1 0 0,2-1-1 0 0,0-1 0 0 0,0-1 0 0 0,1 0 1 0 0,0-2-1 0 0,1 0 0 0 0,0-2 1 0 0,0 0-1 0 0,1-2 0 0 0,0 0 1 0 0,0-1-1 0 0,27 0 0 0 0,-19-3 15 0 0,0-2-1 0 0,0-1 1 0 0,-1-2-1 0 0,0 0 0 0 0,1-2 1 0 0,-2-2-1 0 0,1-1 1 0 0,-1-1-1 0 0,29-14 0 0 0,1-5 80 0 0,-2-3 0 0 0,-1-2 0 0 0,62-50 0 0 0,-70 45 578 0 0,-2-2-1 0 0,-2-3 1 0 0,76-94-1 0 0,91-167 2170 0 0,-135 190-2126 0 0,6-6-267 0 0,-6-4 1 0 0,80-176-1 0 0,-88 131-245 0 0,73-289-1 0 0,-18-194-180 0 0,-57-13-16 0 0,-30 4 360 0 0,18-275-12 0 0,2-49-28 0 0,-51-549-338 0 0,-70 830 192 0 0,-40 5 208 0 0,-37-320 22 0 0,34 378-137 0 0,64 391-296 0 0,40 211 11 0 0,2-1 0 0 0,2 0 0 0 0,2 0 1 0 0,8-49-1 0 0,-8 80-22 0 0,0 1 1 0 0,1 0-1 0 0,0 0 1 0 0,5-9-1 0 0,-7 14-63 0 0,1 0 1 0 0,0 1-1 0 0,0-1 0 0 0,0 1 1 0 0,1 0-1 0 0,-1 0 0 0 0,1 0 1 0 0,0 0-1 0 0,-1 0 0 0 0,2 0 1 0 0,-1 1-1 0 0,3-3 0 0 0,7 46-7363 0 0,-5-18 1710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7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9170 0 0,'98'47'816'0'0,"-79"-38"-656"0"0,-14-7-160 0 0,2 1 0 0 0,11 4-96 0 0,13 6 16 0 0,18 6 8 0 0,14 9-88 0 0,5 2-8 0 0,-5 1-8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8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88 3225 0 0,'-7'-9'945'0'0,"1"0"0"0"0,-1 0 1 0 0,-1 1-1 0 0,1 0 1 0 0,-1 1-1 0 0,-1 0 0 0 0,-18-13 3611 0 0,26 20-4375 0 0,1-1-1 0 0,0 1 1 0 0,0-1-1 0 0,-1 1 1 0 0,1 0 0 0 0,0-1-1 0 0,0 1 1 0 0,0-1-1 0 0,0 1 1 0 0,0-2-1 0 0,12-1 3564 0 0,-4 2-3884 0 0,-7 0 542 0 0,6 2-61 0 0,6 0-224 0 0,0 1 1 0 0,0 1-1 0 0,-1 0 0 0 0,1 0 0 0 0,-1 1 1 0 0,0 1-1 0 0,0 0 0 0 0,0 1 1 0 0,-1 0-1 0 0,0 1 0 0 0,0 0 0 0 0,-1 1 1 0 0,1 0-1 0 0,-2 1 0 0 0,1 0 1 0 0,8 10-1 0 0,130 117-117 0 0,-21-23 0 0 0,-126-112-3 0 0,0-1 0 0 0,1 1 0 0 0,-1 0 0 0 0,0 0-1 0 0,0 0 1 0 0,0 0 0 0 0,-1 0 0 0 0,1 0 0 0 0,0 0 0 0 0,0 1 0 0 0,-1-1 0 0 0,1 0 0 0 0,0 0 0 0 0,-1 0 0 0 0,1 1-1 0 0,-1-1 1 0 0,0 0 0 0 0,1 1 0 0 0,-1-1 0 0 0,0 0 0 0 0,0 1 0 0 0,0-1 0 0 0,0 1 0 0 0,0-1 0 0 0,0 0 0 0 0,0 1 0 0 0,0-1-1 0 0,-1 0 1 0 0,1 1 0 0 0,-1 1 0 0 0,-2 0 2 0 0,0 1 0 0 0,0-1-1 0 0,0 0 1 0 0,0 0 0 0 0,-1 0-1 0 0,0-1 1 0 0,1 1 0 0 0,-6 2 0 0 0,3-1 41 0 0,-65 46 15 0 0,2 3 1 0 0,2 3-1 0 0,3 3 0 0 0,-110 133 0 0 0,173-191-79 0 0,-21 30-765 0 0,16-7-2561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9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20 3225 0 0,'-2'-2'-191'0'0,"-29"-16"10760"0"0,30 19-10431 0 0,-1 17 1668 0 0,18 148 1991 0 0,4 63-2491 0 0,-13-104-1935 0 0,4 0 0 0 0,31 131 0 0 0,-30-205-122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29 10594 0 0,'-7'-8'1228'0'0,"6"6"-736"0"0,-1-1 1 0 0,0 1 0 0 0,0 1-1 0 0,0-1 1 0 0,0 0 0 0 0,0 0 0 0 0,0 1-1 0 0,0-1 1 0 0,-5-1 0 0 0,9 40 3844 0 0,80 373-2386 0 0,-47-255-1807 0 0,-31-136-404 0 0,1 0 1 0 0,0-1 0 0 0,2 1-1 0 0,0-1 1 0 0,1 0-1 0 0,1-1 1 0 0,1 0-1 0 0,15 21 1 0 0,-24-37-29 0 0,-1 0 1 0 0,1 0-1 0 0,0 0 1 0 0,0 0-1 0 0,0 0 1 0 0,-1-1-1 0 0,1 1 1 0 0,0 0-1 0 0,0-1 1 0 0,0 1-1 0 0,0 0 1 0 0,0-1-1 0 0,0 1 1 0 0,0-1-1 0 0,1 0 1 0 0,1 1-1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2761 0 0,'0'-13'335'0'0,"1"0"1"0"0,0 0-1 0 0,1 0 1 0 0,0 1-1 0 0,1-1 1 0 0,1 1-1 0 0,0 0 1 0 0,1 0-1 0 0,0 0 1 0 0,1 0-1 0 0,0 1 1 0 0,8-12-1 0 0,-10 17 44 0 0,1 0 0 0 0,0 1 0 0 0,0-1-1 0 0,0 1 1 0 0,0 0 0 0 0,1 1 0 0 0,0-1 0 0 0,0 1-1 0 0,0 0 1 0 0,0 0 0 0 0,1 1 0 0 0,0 0-1 0 0,-1 0 1 0 0,1 1 0 0 0,0 0 0 0 0,0 0-1 0 0,1 0 1 0 0,-1 1 0 0 0,0 0 0 0 0,1 0-1 0 0,-1 1 1 0 0,12 1 0 0 0,-16-1-258 0 0,0 0-1 0 0,1 1 1 0 0,-1 0 0 0 0,1-1 0 0 0,-1 1-1 0 0,0 0 1 0 0,1 1 0 0 0,-1-1 0 0 0,0 1-1 0 0,0-1 1 0 0,0 1 0 0 0,0 0-1 0 0,0 0 1 0 0,-1 0 0 0 0,1 0 0 0 0,0 1-1 0 0,-1-1 1 0 0,2 3 0 0 0,-1 0-11 0 0,0-1 1 0 0,-1 1-1 0 0,0 0 1 0 0,0-1-1 0 0,0 1 1 0 0,0 0-1 0 0,-1 0 0 0 0,0 0 1 0 0,0 0-1 0 0,1 10 1 0 0,-3 8 1 0 0,0-1 1 0 0,-1 1 0 0 0,-1-1-1 0 0,-8 31 1 0 0,9-43-113 0 0,-25 88 61 0 0,-7 34 979 0 0,34-131-1003 0 0,0 0 0 0 0,-1 0 0 0 0,1 1 0 0 0,0-1 0 0 0,0 0 0 0 0,0 0 0 0 0,0 1 0 0 0,0-1 1 0 0,1 0-1 0 0,-1 0 0 0 0,0 1 0 0 0,1-1 0 0 0,-1 0 0 0 0,1 0 0 0 0,-1 0 0 0 0,1 0 0 0 0,-1 0 0 0 0,1 0 0 0 0,0 1 0 0 0,-1-1 0 0 0,1-1 0 0 0,0 1 0 0 0,0 0 0 0 0,0 0 0 0 0,0 0 0 0 0,0 0 0 0 0,0-1 0 0 0,0 1 0 0 0,0 0 0 0 0,0-1 0 0 0,0 1 1 0 0,0-1-1 0 0,1 1 0 0 0,-1-1 0 0 0,0 1 0 0 0,0-1 0 0 0,0 0 0 0 0,1 0 0 0 0,-1 0 0 0 0,0 0 0 0 0,0 0 0 0 0,3 0 0 0 0,8 0-13 0 0,-1 0 1 0 0,1-1 0 0 0,21-5-1 0 0,-15 3 22 0 0,13 0-260 0 0,46 1 1 0 0,-5 5-3679 0 0,-46-1-2899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36 10594 0 0,'-3'-4'312'0'0,"-1"1"1"0"0,1 0-1 0 0,-1 0 0 0 0,0 0 0 0 0,1 1 0 0 0,-1-1 0 0 0,0 1 0 0 0,-1 0 0 0 0,1 0 1 0 0,0 0-1 0 0,-1 1 0 0 0,1 0 0 0 0,-1 0 0 0 0,1 0 0 0 0,-1 0 0 0 0,0 0 0 0 0,1 1 1 0 0,-1 0-1 0 0,0 0 0 0 0,1 0 0 0 0,-7 2 0 0 0,7-2-139 0 0,-1 1-1 0 0,0 0 1 0 0,1 0 0 0 0,-1 0-1 0 0,1 1 1 0 0,-1-1 0 0 0,1 1-1 0 0,0 0 1 0 0,0 1 0 0 0,0-1-1 0 0,0 1 1 0 0,0-1-1 0 0,0 1 1 0 0,1 1 0 0 0,-1-1-1 0 0,1 0 1 0 0,0 1 0 0 0,0-1-1 0 0,0 1 1 0 0,1 0 0 0 0,-3 5-1 0 0,0 6-76 0 0,0 0-1 0 0,1 0 1 0 0,1 1 0 0 0,0 0-1 0 0,1-1 1 0 0,1 1-1 0 0,0 0 1 0 0,2 0 0 0 0,-1 0-1 0 0,2 0 1 0 0,0-1-1 0 0,6 21 1 0 0,1-3-64 0 0,0-1 1 0 0,3 0-1 0 0,1 0 0 0 0,29 51 1 0 0,48 51 46 0 0,-4-8-3 0 0,-74-106-602 0 0,-1 1 1 0 0,-1 0-1 0 0,-1 0 1 0 0,9 33-1 0 0,-13-26-2825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2 213 3225 0 0,'-1'-1'22'0'0,"1"0"0"0"0,0-1 1 0 0,0 1-1 0 0,-1 0 0 0 0,1 0 0 0 0,0-1 1 0 0,0 1-1 0 0,0 0 0 0 0,0 0 1 0 0,1-1-1 0 0,-1 1 0 0 0,0 0 0 0 0,0 0 1 0 0,1-1-1 0 0,-1 1 0 0 0,1 0 0 0 0,-1 0 1 0 0,1 0-1 0 0,0 0 0 0 0,-1 0 1 0 0,1 0-1 0 0,0 0 0 0 0,0 0 0 0 0,-1 0 1 0 0,1 0-1 0 0,0 0 0 0 0,2-1 1 0 0,33-25 641 0 0,-26 20-483 0 0,185-118 5266 0 0,-190 122-5651 0 0,1 0 1 0 0,-1 1-1 0 0,1-1 0 0 0,0 1 1 0 0,0 0-1 0 0,1 1 0 0 0,-1-1 1 0 0,0 1-1 0 0,0 0 0 0 0,1 1 1 0 0,-1-1-1 0 0,8 2 1 0 0,8 3-81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2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168 182 4041 0 0,'-12'0'217'0'0,"1"0"1"0"0,-1 0 0 0 0,1-2-1 0 0,-23-4 1 0 0,19 3 1666 0 0,1 0 0 0 0,-23 0 0 0 0,36 3-1716 0 0,0 0 0 0 0,0 0-1 0 0,0 0 1 0 0,0 0 0 0 0,0 0 0 0 0,0 0 0 0 0,0 0-1 0 0,0 0 1 0 0,0 0 0 0 0,0 0 0 0 0,0 0 0 0 0,0-1-1 0 0,0 1 1 0 0,0 0 0 0 0,0-1 0 0 0,0 1 0 0 0,0-1-1 0 0,0 0 1 0 0,-2 0 0 0 0,4 0-54 0 0,-1 0 1 0 0,0 1-1 0 0,0-1 0 0 0,1 0 1 0 0,-1 1-1 0 0,1-1 1 0 0,-1 1-1 0 0,0-1 0 0 0,1 0 1 0 0,-1 1-1 0 0,1-1 0 0 0,-1 1 1 0 0,1-1-1 0 0,0 1 0 0 0,-1-1 1 0 0,1 1-1 0 0,-1 0 0 0 0,1-1 1 0 0,0 1-1 0 0,0-1 0 0 0,50-22 1892 0 0,-49 23-2002 0 0,67-29 1345 0 0,99-36 774 0 0,-144 57-2197 0 0,0 2 0 0 0,1 0-1 0 0,0 2 1 0 0,50-3 0 0 0,-68 8-394 0 0,0-1 1 0 0,1 1-1 0 0,-1 0 1 0 0,0 0-1 0 0,12 5 1 0 0,-8-2-901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57 278 5529 0 0,'-2'-3'70'0'0,"-33"-48"3132"0"0,32 47-2670 0 0,1-1 1 0 0,0 0 0 0 0,0 1 0 0 0,0-1 0 0 0,0 0 0 0 0,1 0 0 0 0,-1 0 0 0 0,1 0 0 0 0,0-8 0 0 0,1 12-456 0 0,-1 1-1 0 0,1-1 1 0 0,0 0 0 0 0,0 1 0 0 0,0-1 0 0 0,0 0 0 0 0,0 0 0 0 0,0 1 0 0 0,0-1 0 0 0,0 0-1 0 0,0 1 1 0 0,0-1 0 0 0,0 0 0 0 0,0 1 0 0 0,1-1 0 0 0,-1 0 0 0 0,0 1 0 0 0,1-1-1 0 0,-1 0 1 0 0,0 1 0 0 0,1-1 0 0 0,-1 1 0 0 0,1-1 0 0 0,-1 0 0 0 0,0 1 0 0 0,1-1 0 0 0,-1 1-1 0 0,1 0 1 0 0,0-1 0 0 0,-1 1 0 0 0,1-1 0 0 0,-1 1 0 0 0,1 0 0 0 0,0-1 0 0 0,-1 1-1 0 0,1 0 1 0 0,0 0 0 0 0,-1-1 0 0 0,1 1 0 0 0,0 0 0 0 0,-1 0 0 0 0,1 0 0 0 0,0 0 0 0 0,0 0-1 0 0,-1 0 1 0 0,1 0 0 0 0,0 0 0 0 0,-1 0 0 0 0,1 1 0 0 0,0-1 0 0 0,-1 0 0 0 0,1 0-1 0 0,0 1 1 0 0,-1-1 0 0 0,1 0 0 0 0,0 1 0 0 0,-1-1 0 0 0,1 0 0 0 0,-1 1 0 0 0,1-1 0 0 0,0 2-1 0 0,4 1 117 0 0,0 0 0 0 0,0 1-1 0 0,-1-1 1 0 0,0 1-1 0 0,1 1 1 0 0,3 4-1 0 0,90 141 145 0 0,-73-106-212 0 0,3-1-1 0 0,1-2 1 0 0,2-1 0 0 0,57 58 0 0 0,-74-84-113 0 0,22 18 66 0 0,-35-31-72 0 0,1 1 0 0 0,0-1 0 0 0,0 0 0 0 0,0 0 0 0 0,0 0 0 0 0,0 0 0 0 0,1 0 0 0 0,-1 0 0 0 0,0 0 0 0 0,0-1 0 0 0,1 1 0 0 0,-1-1 0 0 0,0 1 0 0 0,1-1 0 0 0,3 0 0 0 0,-5-1 14 0 0,0 1 0 0 0,1-1 0 0 0,-1 0 1 0 0,0 0-1 0 0,0 1 0 0 0,0-1 0 0 0,0 0 0 0 0,0 0 0 0 0,0 0 0 0 0,0 0 0 0 0,0-1 0 0 0,0 1 0 0 0,0 0 0 0 0,-1 0 0 0 0,1 0 1 0 0,0-1-1 0 0,-1 1 0 0 0,1 0 0 0 0,-1-1 0 0 0,1 1 0 0 0,-1 0 0 0 0,0-1 0 0 0,0 1 0 0 0,1-1 0 0 0,-1-1 0 0 0,3-43 422 0 0,-3 38-371 0 0,-1-57 190 0 0,-17-114 0 0 0,9 121-1080 0 0,3-2 0 0 0,3-83 0 0 0,6 117-654 0 0,3 3-3342 0 0,1 4-1314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70 7370 0 0,'0'-1'99'0'0,"0"1"0"0"0,-1-1 0 0 0,1 0 0 0 0,-1 0 1 0 0,1 1-1 0 0,-1-1 0 0 0,1 0 0 0 0,-1 1 1 0 0,1-1-1 0 0,-1 0 0 0 0,0 1 0 0 0,1-1 0 0 0,-1 1 1 0 0,0-1-1 0 0,0 1 0 0 0,1 0 0 0 0,-1-1 1 0 0,0 1-1 0 0,0 0 0 0 0,1-1 0 0 0,-1 1 0 0 0,0 0 1 0 0,0 0-1 0 0,0 0 0 0 0,0 0 0 0 0,0-1 0 0 0,1 1 1 0 0,-3 1-1 0 0,2 0 44 0 0,0 0 1 0 0,1 0-1 0 0,-1 0 0 0 0,0 0 1 0 0,0 0-1 0 0,0 0 0 0 0,1 0 1 0 0,-1 0-1 0 0,0 1 1 0 0,1-1-1 0 0,-1 0 0 0 0,1 0 1 0 0,0 1-1 0 0,-1-1 0 0 0,1 1 1 0 0,0-1-1 0 0,0 0 0 0 0,0 3 1 0 0,-1 4 131 0 0,1 0 0 0 0,-1 1 0 0 0,2-1 1 0 0,-1 0-1 0 0,1 1 0 0 0,1-1 0 0 0,-1 0 0 0 0,2 0 0 0 0,-1 0 1 0 0,1 0-1 0 0,0 0 0 0 0,0 0 0 0 0,1-1 0 0 0,8 13 1 0 0,-9-16-200 0 0,0 0 1 0 0,0-1-1 0 0,1 1 1 0 0,-1-1-1 0 0,0 0 1 0 0,1 0 0 0 0,0 0-1 0 0,0-1 1 0 0,0 1-1 0 0,0-1 1 0 0,0 0-1 0 0,0 0 1 0 0,1-1-1 0 0,-1 1 1 0 0,1-1 0 0 0,-1 0-1 0 0,1 0 1 0 0,-1 0-1 0 0,1-1 1 0 0,0 0-1 0 0,-1 1 1 0 0,1-2-1 0 0,0 1 1 0 0,-1 0 0 0 0,1-1-1 0 0,-1 0 1 0 0,1 0-1 0 0,5-2 1 0 0,-7 2-47 0 0,1 0 1 0 0,-1 0 0 0 0,1-1-1 0 0,-1 1 1 0 0,0-1 0 0 0,0 0-1 0 0,1 0 1 0 0,-1 0-1 0 0,0 0 1 0 0,-1 0 0 0 0,1 0-1 0 0,0-1 1 0 0,-1 0-1 0 0,1 1 1 0 0,-1-1 0 0 0,0 0-1 0 0,0 0 1 0 0,0 0 0 0 0,0-1-1 0 0,0 1 1 0 0,-1 0-1 0 0,0-1 1 0 0,1 1 0 0 0,-1-1-1 0 0,-1 1 1 0 0,1-1-1 0 0,0 1 1 0 0,-1-5 0 0 0,0 1 15 0 0,0-1 0 0 0,-1 1 0 0 0,0-1 0 0 0,-1 1 0 0 0,0 0 0 0 0,0 0 1 0 0,0 0-1 0 0,-1 0 0 0 0,0 0 0 0 0,-1 0 0 0 0,1 1 0 0 0,-1 0 0 0 0,-5-7 0 0 0,1 3-111 0 0,-1-1-1 0 0,0 2 0 0 0,-10-10 0 0 0,17 17-243 0 0,-1 0 1 0 0,1 0-1 0 0,0 0 0 0 0,-1 0 1 0 0,1 0-1 0 0,-1 1 1 0 0,1-1-1 0 0,-1 1 0 0 0,0 0 1 0 0,0-1-1 0 0,1 1 0 0 0,-1 1 1 0 0,0-1-1 0 0,0 0 1 0 0,0 1-1 0 0,0-1 0 0 0,0 1 1 0 0,0 0-1 0 0,-5 1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3681 0 0,'0'-1'192'0'0,"0"0"1"0"0,1 0 0 0 0,-1 1-1 0 0,1-1 1 0 0,0 0 0 0 0,-1 0 0 0 0,1 0-1 0 0,0 1 1 0 0,-1-1 0 0 0,1 0-1 0 0,0 1 1 0 0,0-1 0 0 0,-1 1-1 0 0,1-1 1 0 0,0 1 0 0 0,0-1-1 0 0,0 1 1 0 0,0 0 0 0 0,0-1-1 0 0,0 1 1 0 0,0 0 0 0 0,0 0-1 0 0,1-1 1 0 0,-1 2-15 0 0,0-1 0 0 0,-1 1 0 0 0,1-1 0 0 0,0 1 0 0 0,0-1 0 0 0,-1 1 0 0 0,1 0 1 0 0,0-1-1 0 0,-1 1 0 0 0,1 0 0 0 0,-1-1 0 0 0,1 1 0 0 0,-1 0 0 0 0,1 0 0 0 0,-1 0 0 0 0,0-1 0 0 0,1 1 0 0 0,-1 0 0 0 0,0 0 0 0 0,1 0 0 0 0,-1 0 1 0 0,0 0-1 0 0,0 0 0 0 0,0 0 0 0 0,0 1 0 0 0,2 19 1254 0 0,-1-1 0 0 0,-3 34 1 0 0,0-39-1052 0 0,1 0 0 0 0,1 1 0 0 0,0-1 0 0 0,2 1 0 0 0,-1-1 0 0 0,5 16 0 0 0,-6-30-374 0 0,0 0 0 0 0,1 0 0 0 0,-1 0 0 0 0,0-1 0 0 0,0 1 0 0 0,0 0 0 0 0,1 0 0 0 0,-1 0 0 0 0,0-1 0 0 0,1 1 0 0 0,-1 0 0 0 0,1 0 0 0 0,-1-1 0 0 0,1 1 0 0 0,-1-1 0 0 0,1 1 0 0 0,0 0 0 0 0,-1-1 0 0 0,1 1 0 0 0,0-1 0 0 0,-1 1 0 0 0,1-1 0 0 0,0 1 0 0 0,-1-1 0 0 0,1 0 0 0 0,0 1-1 0 0,0-1 1 0 0,0 0 0 0 0,-1 0 0 0 0,1 0 0 0 0,1 1 0 0 0,0-2-9 0 0,0 1 0 0 0,-1-1 0 0 0,1 0 0 0 0,0 1 1 0 0,-1-1-1 0 0,1 0 0 0 0,0 0 0 0 0,-1 0 0 0 0,1 0 0 0 0,-1 0 0 0 0,0-1 0 0 0,1 1 0 0 0,1-2 0 0 0,3-4-43 0 0,-1 0 0 0 0,1-1 1 0 0,-1 1-1 0 0,-1-1 1 0 0,5-8-1 0 0,10-49-241 0 0,-16 51 254 0 0,1-1 1 0 0,1 1 0 0 0,0 0 0 0 0,1 0 0 0 0,14-25-1 0 0,-19 38 38 0 0,-1 0 0 0 0,1 0-1 0 0,0 0 1 0 0,-1 0-1 0 0,1 0 1 0 0,0 1-1 0 0,-1-1 1 0 0,1 0-1 0 0,0 0 1 0 0,0 1-1 0 0,0-1 1 0 0,-1 1 0 0 0,1-1-1 0 0,0 1 1 0 0,0-1-1 0 0,0 1 1 0 0,0-1-1 0 0,0 1 1 0 0,0 0-1 0 0,0 0 1 0 0,0-1-1 0 0,0 1 1 0 0,0 0 0 0 0,0 0-1 0 0,0 0 1 0 0,0 0-1 0 0,2 0 1 0 0,-1 1 9 0 0,0 0 0 0 0,0 0 0 0 0,-1 0 0 0 0,1 0 0 0 0,0 0 0 0 0,0 0 0 0 0,-1 1 1 0 0,1-1-1 0 0,-1 0 0 0 0,1 1 0 0 0,-1 0 0 0 0,3 2 0 0 0,4 8 81 0 0,-1 0 0 0 0,-1 0 0 0 0,7 16 1 0 0,-11-24-63 0 0,16 38 28 0 0,-13-27-361 0 0,1 0 1 0 0,1 0 0 0 0,0 0-1 0 0,1-1 1 0 0,0-1-1 0 0,1 1 1 0 0,16 16-1 0 0,-8-13-6161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5529 0 0,'2'-10'-132'0'0,"5"-6"3337"0"0,-4 27-1599 0 0,27 110 4082 0 0,-18-80-4809 0 0,2-1-1 0 0,26 54 1 0 0,-16-47-539 0 0,2 4-857 0 0,-10-16-4182 0 0,-3-11-1163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19 170 6913 0 0,'-1'-1'69'0'0,"-1"0"-1"0"0,1 0 0 0 0,0 1 0 0 0,0-1 0 0 0,0 0 0 0 0,0 0 0 0 0,-1 0 1 0 0,1-1-1 0 0,1 1 0 0 0,-1 0 0 0 0,0 0 0 0 0,0 0 0 0 0,0-1 0 0 0,1 1 0 0 0,-1 0 1 0 0,0-1-1 0 0,1 1 0 0 0,-1-1 0 0 0,1 1 0 0 0,0-1 0 0 0,-1 1 0 0 0,1-1 1 0 0,0 1-1 0 0,0-1 0 0 0,0 1 0 0 0,0-1 0 0 0,1-2 0 0 0,1 1 167 0 0,0 0 0 0 0,0 1-1 0 0,0-1 1 0 0,0 0 0 0 0,1 1-1 0 0,-1-1 1 0 0,1 1 0 0 0,0-1-1 0 0,0 1 1 0 0,0 0-1 0 0,5-2 1 0 0,13-8 546 0 0,1 0 1 0 0,1 2-1 0 0,0 0 0 0 0,0 2 0 0 0,44-10 1 0 0,-5 6-1112 0 0,68-4 1 0 0,-100 14-198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1 538 8754 0 0,'20'-3'2046'0'0,"39"-13"1"0"0,-10-2-370 0 0,66-25 1075 0 0,136-31 0 0 0,618-62-51 0 0,-580 98-2600 0 0,380-31 92 0 0,-190 23-91 0 0,-413 35-150 0 0,0-2-1 0 0,68-25 1 0 0,-58 16-52 0 0,-45 15-450 0 0,-10 4-5631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73 6913 0 0,'-2'1'425'0'0,"1"-1"-1"0"0,-20-5 8715 0 0,36-5-7885 0 0,7 0-621 0 0,64-27 647 0 0,-78 35-1795 0 0,-1-1 0 0 0,1 1-1 0 0,0 1 1 0 0,0-1-1 0 0,0 1 1 0 0,0 1-1 0 0,0-1 1 0 0,0 1-1 0 0,8 2 1 0 0,-1 1-5069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2 174 6913 0 0,'0'0'17'0'0,"0"0"-1"0"0,0 0 0 0 0,0 0 0 0 0,0 0 0 0 0,0 0 0 0 0,0 0 1 0 0,0-1-1 0 0,0 1 0 0 0,-1 0 0 0 0,1 0 0 0 0,0 0 0 0 0,0 0 1 0 0,0 0-1 0 0,0 0 0 0 0,0 0 0 0 0,0 0 0 0 0,0 0 0 0 0,0 0 1 0 0,0 0-1 0 0,0 0 0 0 0,0 0 0 0 0,0 0 0 0 0,-1 0 0 0 0,1 0 1 0 0,0 0-1 0 0,0-1 0 0 0,0 1 0 0 0,0 0 0 0 0,0 0 0 0 0,0 0 1 0 0,0 0-1 0 0,0 0 0 0 0,0 0 0 0 0,0 0 0 0 0,0 0 0 0 0,0 0 1 0 0,0-1-1 0 0,0 1 0 0 0,0 0 0 0 0,0 0 0 0 0,0 0 0 0 0,0 0 1 0 0,0 0-1 0 0,0 0 0 0 0,0 0 0 0 0,0 0 0 0 0,0 0 0 0 0,0-1 1 0 0,0 1-1 0 0,0 0 0 0 0,0 0 0 0 0,0 0 0 0 0,1 0 0 0 0,-1 0 1 0 0,0 0-1 0 0,0 0 0 0 0,0 0 0 0 0,0 0 0 0 0,0 0 0 0 0,0 0 1 0 0,8-10 416 0 0,9-5 324 0 0,-5 5-258 0 0,90-67 2246 0 0,-89 69-3272 0 0,2 0 0 0 0,-1 1 0 0 0,19-7 0 0 0,-14 5-200 0 0,-6-2 422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22 7834 0 0,'-2'2'1281'0'0,"2"-1"-1119"0"0,0-1-1 0 0,1 1 0 0 0,-1 0 0 0 0,1-1 1 0 0,-1 1-1 0 0,1-1 0 0 0,-1 1 0 0 0,1-1 1 0 0,-1 1-1 0 0,1-1 0 0 0,-1 1 0 0 0,1-1 1 0 0,-1 0-1 0 0,1 1 0 0 0,0-1 1 0 0,-1 0-1 0 0,1 0 0 0 0,0 1 0 0 0,-1-1 1 0 0,1 0-1 0 0,0 0 0 0 0,-1 0 0 0 0,1 0 1 0 0,0 0-1 0 0,-1 0 0 0 0,1 0 1 0 0,0 0-1 0 0,0 0 0 0 0,25 0 1046 0 0,-24 0-931 0 0,201-16 5113 0 0,6-1-5115 0 0,-191 17-2083 0 0,-2 1-5133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17 171 8290 0 0,'-8'-36'4402'0'0,"0"-4"1359"0"0,8 40-5726 0 0,0 0 0 0 0,0 0 1 0 0,0 0-1 0 0,0 0 0 0 0,0 0 0 0 0,0 0 0 0 0,0-1 0 0 0,0 1 0 0 0,0 0 0 0 0,0 0 0 0 0,0 0 0 0 0,0 0 1 0 0,0 0-1 0 0,0 0 0 0 0,0 0 0 0 0,0-1 0 0 0,0 1 0 0 0,0 0 0 0 0,0 0 0 0 0,0 0 0 0 0,0 0 0 0 0,0 0 1 0 0,1 0-1 0 0,-1 0 0 0 0,0-1 0 0 0,0 1 0 0 0,0 0 0 0 0,0 0 0 0 0,0 0 0 0 0,0 0 0 0 0,0 0 0 0 0,0 0 0 0 0,1 0 1 0 0,-1 0-1 0 0,0 0 0 0 0,0 0 0 0 0,0 0 0 0 0,0 0 0 0 0,0 0 0 0 0,0 0 0 0 0,0 0 0 0 0,1 0 0 0 0,-1 0 1 0 0,0 0-1 0 0,0 0 0 0 0,0 0 0 0 0,0 0 0 0 0,0 0 0 0 0,0 0 0 0 0,1 0 0 0 0,-1 0 0 0 0,8 5 677 0 0,6 10-297 0 0,-1 6-233 0 0,-1 0 1 0 0,-1 1-1 0 0,0 0 0 0 0,-2 1 1 0 0,7 28-1 0 0,16 34-159 0 0,-20-57-23 0 0,2-1-1 0 0,1 0 1 0 0,1-1-1 0 0,1-1 1 0 0,1 0-1 0 0,1-2 1 0 0,1 0 0 0 0,1-1-1 0 0,1-1 1 0 0,1-1-1 0 0,36 23 1 0 0,-53-39 3 0 0,0 0 1 0 0,0-1 0 0 0,1 0-1 0 0,-1-1 1 0 0,1 1 0 0 0,-1-1-1 0 0,1 0 1 0 0,0-1 0 0 0,12 2-1 0 0,-16-3 0 0 0,-1 0-1 0 0,1-1 1 0 0,0 1-1 0 0,-1 0 1 0 0,1-1-1 0 0,-1 1 1 0 0,0-1-1 0 0,1 0 0 0 0,-1 0 1 0 0,1 0-1 0 0,-1 0 1 0 0,0-1-1 0 0,0 1 1 0 0,0 0-1 0 0,0-1 1 0 0,0 1-1 0 0,0-1 1 0 0,0 0-1 0 0,0 0 1 0 0,-1 0-1 0 0,1 0 1 0 0,-1 0-1 0 0,1 0 1 0 0,-1 0-1 0 0,0-1 1 0 0,0 1-1 0 0,0 0 1 0 0,0-1-1 0 0,1-3 0 0 0,3-11 23 0 0,-1 0 0 0 0,-1-1-1 0 0,0 1 1 0 0,0-28 0 0 0,-6-76 61 0 0,1 60-78 0 0,1-43-35 0 0,-7-128-3448 0 0,6 217 1313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6913 0 0,'10'-16'3361'0'0,"-6"26"893"0"0,-2 3-2951 0 0,0-1 0 0 0,0 0-1 0 0,8 22 1 0 0,1 8-78 0 0,8 58-558 0 0,0 0-3550 0 0,-15-84 1331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96 6913 0 0,'-18'-47'1969'0'0,"16"40"-488"0"0,0 0 0 0 0,0 0 0 0 0,1-1-1 0 0,-1-12 1 0 0,5 20-2678 0 0,4 9-109 0 0,5 10 119 0 0,21 35 1058 0 0,-19-31 49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6913 0 0,'1'1'42'0'0,"0"-1"-1"0"0,0 1 0 0 0,0 0 0 0 0,0-1 0 0 0,0 1 0 0 0,0 0 0 0 0,0 0 1 0 0,0 0-1 0 0,-1 0 0 0 0,1 0 0 0 0,0 0 0 0 0,0 0 0 0 0,-1 0 0 0 0,1 0 0 0 0,-1 0 1 0 0,2 2-1 0 0,11 27 1402 0 0,-9-20-936 0 0,13 29 590 0 0,-7-14-600 0 0,0-1 0 0 0,2 0 0 0 0,1-1 0 0 0,1-1 0 0 0,1 0 0 0 0,22 26 0 0 0,-37-48-481 0 0,1 1 0 0 0,-1-1 0 0 0,0 1 0 0 0,1-1 0 0 0,-1 0 0 0 0,0 1 0 0 0,1-1 0 0 0,-1 0 0 0 0,0 0 0 0 0,1 1 0 0 0,-1-1 0 0 0,1 0 0 0 0,-1 0 0 0 0,0 0 0 0 0,1 0-1 0 0,-1 1 1 0 0,1-1 0 0 0,-1 0 0 0 0,1 0 0 0 0,-1 0 0 0 0,1 0 0 0 0,-1 0 0 0 0,1 0 0 0 0,-1 0 0 0 0,0 0 0 0 0,1 0 0 0 0,-1 0 0 0 0,1 0 0 0 0,-1 0 0 0 0,1-1 0 0 0,-1 1 0 0 0,1 0 0 0 0,-1 0 0 0 0,0 0 0 0 0,1-1 0 0 0,-1 1 0 0 0,0 0 0 0 0,1 0 0 0 0,-1-1 0 0 0,1 1 0 0 0,-1 0 0 0 0,0-1 0 0 0,0 1 0 0 0,1 0-1 0 0,-1-1 1 0 0,0 1 0 0 0,0-1 0 0 0,1 1 0 0 0,-1 0 0 0 0,0-1 0 0 0,0 1 0 0 0,0-1 0 0 0,0 1 0 0 0,0-1 0 0 0,1 1 0 0 0,-1-1 0 0 0,0 0 0 0 0,7-35 606 0 0,-6 24-335 0 0,4-9 79 0 0,-1-2 122 0 0,1 0 1 0 0,2 0 0 0 0,0 0 0 0 0,1 1 0 0 0,1 1 0 0 0,13-24 0 0 0,-21 43-474 0 0,0 0 0 0 0,1 0 1 0 0,-1 0-1 0 0,0 0 1 0 0,1 0-1 0 0,0 0 0 0 0,-1 1 1 0 0,1-1-1 0 0,0 0 1 0 0,0 1-1 0 0,0 0 0 0 0,0-1 1 0 0,0 1-1 0 0,0 0 1 0 0,0 0-1 0 0,0 0 0 0 0,0 0 1 0 0,1 1-1 0 0,-1-1 1 0 0,0 1-1 0 0,4-1 1 0 0,-2 1 25 0 0,-1 0 1 0 0,0 1 0 0 0,0 0 0 0 0,0 0-1 0 0,0-1 1 0 0,0 2 0 0 0,0-1 0 0 0,0 0-1 0 0,0 1 1 0 0,0-1 0 0 0,0 1 0 0 0,-1 0-1 0 0,6 4 1 0 0,2 4 72 0 0,-1 0 1 0 0,0 1-1 0 0,0 0 0 0 0,-1 0 0 0 0,0 1 0 0 0,6 13 1 0 0,46 86-3667 0 0,-44-81-3027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2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342 270 3225 0 0,'-14'-4'-313'0'0,"0"0"1120"0"0,0 0 0 0 0,-1 1 0 0 0,1 0 1 0 0,-1 1-1 0 0,1 1 0 0 0,-1 0 0 0 0,1 1 1 0 0,-29 4-1 0 0,25 1 254 0 0,1 0 1 0 0,0 1 0 0 0,0 1-1 0 0,1 0 1 0 0,0 1-1 0 0,0 1 1 0 0,1 1-1 0 0,-20 16 1 0 0,35-26-1048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0,0-1 0 0 0,0 0-1 0 0,0 0 1 0 0,0 0-1 0 0,0 0 1 0 0,0 0 0 0 0,0 0-1 0 0,0 1 1 0 0,0-1-1 0 0,0 0 1 0 0,0 0 0 0 0,0 0-1 0 0,0 0 1 0 0,0 0-1 0 0,0 0 1 0 0,1 1 0 0 0,-1-1-1 0 0,0 0 1 0 0,0 0-1 0 0,0 0 1 0 0,0 0 0 0 0,0 0-1 0 0,0 0 1 0 0,0 0-1 0 0,1 0 1 0 0,11 3 280 0 0,14-1-135 0 0,117-9 314 0 0,251-46 1 0 0,-258 30-308 0 0,472-59 47 0 0,-141 22-109 0 0,540-58-1099 0 0,-988 117-4179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65 5985 0 0,'-1'-1'-195'0'0,"-13"-31"2297"0"0,13 31-1857 0 0,1 0 0 0 0,-1 0-1 0 0,1 0 1 0 0,0 0 0 0 0,-1 0 0 0 0,1 0 0 0 0,0 0-1 0 0,0 0 1 0 0,0 0 0 0 0,0 0 0 0 0,0 0 0 0 0,0 0 0 0 0,0 0-1 0 0,0 0 1 0 0,0 0 0 0 0,0 0 0 0 0,1 0 0 0 0,-1 0-1 0 0,0 0 1 0 0,1 0 0 0 0,-1 0 0 0 0,1 0 0 0 0,-1 0-1 0 0,1 0 1 0 0,-1 0 0 0 0,1 0 0 0 0,0 1 0 0 0,-1-1 0 0 0,1 0-1 0 0,0 0 1 0 0,0 0 0 0 0,0 1-120 0 0,-1 0 0 0 0,1 0 0 0 0,-1 0-1 0 0,1 0 1 0 0,-1 0 0 0 0,0 0 0 0 0,1 0 0 0 0,-1 0 0 0 0,1 0 0 0 0,-1 0-1 0 0,0 1 1 0 0,1-1 0 0 0,-1 0 0 0 0,1 0 0 0 0,-1 0 0 0 0,0 1-1 0 0,1-1 1 0 0,-1 0 0 0 0,0 0 0 0 0,1 1 0 0 0,-1-1 0 0 0,0 0 0 0 0,1 1-1 0 0,-1-1 1 0 0,0 0 0 0 0,0 1 0 0 0,1-1 0 0 0,-1 0 0 0 0,0 1 0 0 0,0-1-1 0 0,0 1 1 0 0,0-1 0 0 0,1 1 0 0 0,6 18 421 0 0,-4-13-51 0 0,12 38-41 0 0,-1 0-1 0 0,-2 1 1 0 0,-2 1-1 0 0,4 50 0 0 0,-8-50-411 0 0,2-1 0 0 0,1-1 0 0 0,3 1 0 0 0,20 52 0 0 0,-20-74-980 0 0,29 44 1 0 0,-37-61 274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31 383 456 0 0,'-6'-13'721'0'0,"1"-1"0"0"0,0 1 1 0 0,1-1-1 0 0,1 0 0 0 0,0 0 0 0 0,1 0 0 0 0,1 0 0 0 0,0 0 1 0 0,1 0-1 0 0,0-1 0 0 0,1 1 0 0 0,1 0 0 0 0,0 0 1 0 0,1 0-1 0 0,0 0 0 0 0,10-25 0 0 0,-8 31-398 0 0,0-1-1 0 0,1 1 1 0 0,0 0 0 0 0,0 0-1 0 0,1 1 1 0 0,0 0 0 0 0,0 0-1 0 0,1 1 1 0 0,-1-1 0 0 0,1 2 0 0 0,1-1-1 0 0,-1 1 1 0 0,1 0 0 0 0,0 1-1 0 0,0 0 1 0 0,0 1 0 0 0,1 0-1 0 0,-1 0 1 0 0,1 1 0 0 0,0 0-1 0 0,0 0 1 0 0,-1 1 0 0 0,16 1-1 0 0,-22 0-284 0 0,0 0-1 0 0,-1 1 0 0 0,1 0 0 0 0,-1-1 0 0 0,1 1 0 0 0,0 0 1 0 0,-1 0-1 0 0,0 0 0 0 0,1 0 0 0 0,-1 1 0 0 0,0-1 0 0 0,1 1 1 0 0,-1-1-1 0 0,0 1 0 0 0,0 0 0 0 0,0 0 0 0 0,0 0 0 0 0,2 4 1 0 0,-2-2-2 0 0,0-1 0 0 0,0 1 1 0 0,-1 0-1 0 0,1 0 0 0 0,-1 0 1 0 0,0 1-1 0 0,0-1 1 0 0,0 0-1 0 0,-1 0 0 0 0,0 8 1 0 0,0 4 8 0 0,-2-1 0 0 0,0 0 0 0 0,-1 0 1 0 0,-1 0-1 0 0,-7 21 0 0 0,-4 1 18 0 0,-1-2-1 0 0,-26 41 1 0 0,20-39 10 0 0,-25 62 1 0 0,45-97-65 0 0,1 1 1 0 0,0 0 0 0 0,0 0-1 0 0,0 0 1 0 0,1 0 0 0 0,-1 0-1 0 0,1 0 1 0 0,-1 0-1 0 0,1 0 1 0 0,0 0 0 0 0,0 0-1 0 0,0 1 1 0 0,1-1 0 0 0,-1 0-1 0 0,1 0 1 0 0,0 0-1 0 0,0 0 1 0 0,0-1 0 0 0,0 1-1 0 0,0 0 1 0 0,0 0 0 0 0,1 0-1 0 0,0-1 1 0 0,-1 1 0 0 0,1-1-1 0 0,2 3 1 0 0,0-2 5 0 0,0 0 0 0 0,-1-1 1 0 0,1 1-1 0 0,1-1 0 0 0,-1 0 1 0 0,0 0-1 0 0,0 0 0 0 0,1 0 0 0 0,-1-1 1 0 0,1 0-1 0 0,-1 0 0 0 0,1 0 1 0 0,0 0-1 0 0,-1-1 0 0 0,1 0 1 0 0,7 0-1 0 0,42-5-107 0 0,73-15 0 0 0,-50 4-3280 0 0,-31 7-1482 0 0,-15 3-1315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 3225 0 0,'-9'-2'13796'0'0,"36"79"-9391"0"0,5 48-2854 0 0,-7-28-1572 0 0,-1-29-2145 0 0,-16-49-3658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8290 0 0,'-21'8'10146'0'0,"20"-3"-8828"0"0,1-4-1465 0 0,-1 21 1579 0 0,1-21-1469 0 0,0-1 0 0 0,0 1 0 0 0,0 0 0 0 0,0-1 0 0 0,0 1 0 0 0,0 0 0 0 0,1-1 0 0 0,-1 1 0 0 0,0 0 0 0 0,0-1 0 0 0,0 1-1 0 0,1 0 1 0 0,-1-1 0 0 0,0 1 0 0 0,1 0 0 0 0,-1-1 0 0 0,0 1 0 0 0,1-1 0 0 0,-1 1 0 0 0,1-1 0 0 0,-1 1 0 0 0,1-1 0 0 0,-1 1 0 0 0,1-1 0 0 0,0 0-1 0 0,-1 1 1 0 0,1-1 0 0 0,-1 0 0 0 0,1 1 0 0 0,0-1 0 0 0,-1 0 0 0 0,1 0 0 0 0,1 1 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98 6913 0 0,'-11'12'7336'0'0,"11"-11"-6987"0"0,-1-1-1 0 0,0 0 1 0 0,0 0-1 0 0,0 1 1 0 0,-1-1-1 0 0,-27 6 2252 0 0,26-5-2568 0 0,-44 8 2481 0 0,46-10-2501 0 0,11-2 245 0 0,76-33-176 0 0,140-37 1 0 0,-203 68-43 0 0,0 1-1 0 0,-1 1 1 0 0,1 2 0 0 0,0 0 0 0 0,0 1 0 0 0,43 6 0 0 0,-66-6-96 0 0,0 0 1 0 0,1 1 0 0 0,-1-1-1 0 0,0 0 1 0 0,1 0 0 0 0,-1 0-1 0 0,1 0 1 0 0,-1 0 0 0 0,0 1-1 0 0,1-1 1 0 0,-1 0 0 0 0,0 0-1 0 0,1 1 1 0 0,-1-1 0 0 0,0 0-1 0 0,0 0 1 0 0,1 1 0 0 0,-1-1-1 0 0,0 0 1 0 0,0 1 0 0 0,1-1-1 0 0,-1 0 1 0 0,0 1 0 0 0,0-1-1 0 0,0 0 1 0 0,0 1 0 0 0,1-1-1 0 0,-1 1 1 0 0,0-1 0 0 0,0 0-1 0 0,0 1 1 0 0,0-1 0 0 0,0 1-1 0 0,0-1 1 0 0,0 0 0 0 0,0 1-1 0 0,0-1 1 0 0,0 1 0 0 0,0-1-1 0 0,-1 0 1 0 0,1 1 0 0 0,0-1-1 0 0,0 0 1 0 0,0 1 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26 322 6913 0 0,'-25'-16'8525'0'0,"33"27"-7231"0"0,12 15-565 0 0,-2 0 1 0 0,22 40 0 0 0,9 14-422 0 0,-33-58-226 0 0,10 17 43 0 0,59 65-1 0 0,-76-95-58 0 0,-1 0 0 0 0,2-1 0 0 0,-1 0 0 0 0,1 0 0 0 0,0-1 1 0 0,1-1-1 0 0,-1 0 0 0 0,1 0 0 0 0,1-1 0 0 0,-1 0 0 0 0,1-1 0 0 0,15 4 0 0 0,-24-7-17 0 0,0-1 0 0 0,0 1 0 0 0,-1-1 0 0 0,1 0 0 0 0,0 1 0 0 0,0-1 0 0 0,0 0-1 0 0,0-1 1 0 0,-1 1 0 0 0,1 0 0 0 0,0-1 0 0 0,0 1 0 0 0,-1-1 0 0 0,1 0 0 0 0,0 0 0 0 0,-1 0 0 0 0,1-1 0 0 0,-1 1 0 0 0,1 0 0 0 0,-1-1 0 0 0,0 0 0 0 0,0 1-1 0 0,1-1 1 0 0,-1 0 0 0 0,0 0 0 0 0,-1 0 0 0 0,1-1 0 0 0,0 1 0 0 0,-1 0 0 0 0,1-1 0 0 0,-1 1 0 0 0,2-3 0 0 0,1-7 96 0 0,-1 0 0 0 0,0-1 0 0 0,-1 1 0 0 0,0-1 0 0 0,0-24 0 0 0,1 4-24 0 0,26-475-77 0 0,-27 425-2147 0 0,-2 75 965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6913 0 0,'0'0'116'0'0,"1"-1"0"0"0,0 0 0 0 0,-1 1-1 0 0,1-1 1 0 0,0 1 0 0 0,0-1-1 0 0,-1 1 1 0 0,1-1 0 0 0,0 1 0 0 0,0 0-1 0 0,0-1 1 0 0,-1 1 0 0 0,1 0-1 0 0,0 0 1 0 0,0 0 0 0 0,0-1 0 0 0,0 1-1 0 0,0 0 1 0 0,0 0 0 0 0,0 0-1 0 0,0 1 1 0 0,-1-1 0 0 0,1 0 0 0 0,0 0-1 0 0,0 0 1 0 0,0 1 0 0 0,0-1-1 0 0,0 0 1 0 0,-1 1 0 0 0,1-1 0 0 0,0 0-1 0 0,0 1 1 0 0,-1-1 0 0 0,1 1-1 0 0,0 0 1 0 0,0-1 0 0 0,-1 1 0 0 0,1 0-1 0 0,-1-1 1 0 0,1 1 0 0 0,-1 0-1 0 0,1-1 1 0 0,-1 1 0 0 0,1 0 0 0 0,0 1-1 0 0,1 2 332 0 0,0 0 0 0 0,0 0 0 0 0,0-1 0 0 0,-1 1 0 0 0,1 1 0 0 0,-1-1-1 0 0,0 0 1 0 0,1 7 0 0 0,-5 63 2207 0 0,2-60-2775 0 0,-1 1-1 0 0,2-1 1 0 0,0 1 0 0 0,1 0-1 0 0,0-1 1 0 0,5 19 0 0 0,-2-22-1002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38 111 3681 0 0,'-1'-23'144'0'0,"2"14"-81"0"0,-1-1 0 0 0,-1 1 0 0 0,0 0 0 0 0,0-1 0 0 0,-1 1 0 0 0,0 0 0 0 0,-5-12 0 0 0,7 21-84 0 0,0 0 0 0 0,-1-1 0 0 0,1 1-1 0 0,0 0 1 0 0,-1 0 0 0 0,1 0 0 0 0,0 0 0 0 0,-1 0 0 0 0,1 0 0 0 0,0 0-1 0 0,0 0 1 0 0,-1 0 0 0 0,1 0 0 0 0,0 0 0 0 0,-1 0 0 0 0,1 0 0 0 0,0 0 0 0 0,-1 0-1 0 0,1 0 1 0 0,0 0 0 0 0,-1 0 0 0 0,1 0 0 0 0,0 0 0 0 0,-1 1 0 0 0,1-1 0 0 0,0 0-1 0 0,0 0 1 0 0,-1 0 0 0 0,1 0 0 0 0,0 1 0 0 0,0-1 0 0 0,-1 0 0 0 0,1 0-1 0 0,0 1 1 0 0,0-1 0 0 0,0 0 0 0 0,0 0 0 0 0,-1 1 0 0 0,1-1 0 0 0,0 0 0 0 0,0 1-1 0 0,0-1 1 0 0,0 0 0 0 0,0 1 0 0 0,0-1 0 0 0,0 0 0 0 0,0 1 0 0 0,0-1 0 0 0,0 1-1 0 0,-8 16-161 0 0,7-11 181 0 0,-1 0 0 0 0,1 0 0 0 0,1 0 0 0 0,-1 0 0 0 0,1 0 0 0 0,0 0 0 0 0,2 12 0 0 0,1 4 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2304 0 0,'29'-9'-173'0'0,"-25"8"721"0"0,0 0 0 0 0,1 1 0 0 0,-1-1 1 0 0,0 1-1 0 0,1 0 0 0 0,-1 1 0 0 0,9 0 0 0 0,-10 0-169 0 0,0 0 0 0 0,0 0 0 0 0,-1 0 0 0 0,1 1 0 0 0,0-1 0 0 0,0 1 0 0 0,-1-1 0 0 0,1 1 0 0 0,0 0 1 0 0,-1 0-1 0 0,0 0 0 0 0,1 0 0 0 0,-1 1 0 0 0,0-1 0 0 0,0 0 0 0 0,-1 1 0 0 0,1 0 0 0 0,0-1 0 0 0,-1 1 0 0 0,1 0 0 0 0,1 5 0 0 0,0 3 141 0 0,0 0 0 0 0,-1 1 1 0 0,0-1-1 0 0,-1 0 0 0 0,0 14 0 0 0,-1-13-526 0 0,1 0 0 0 0,0 0-1 0 0,1-1 1 0 0,4 16 0 0 0,-6-27-25 0 0,0 0 0 0 0,1 0 0 0 0,-1 0 0 0 0,0 1 0 0 0,0-1 0 0 0,0 0 0 0 0,0 0-1 0 0,0 0 1 0 0,0 0 0 0 0,0 1 0 0 0,0-1 0 0 0,1 0 0 0 0,-1 0 0 0 0,0 0 0 0 0,0 0 0 0 0,0 0 0 0 0,0 0 0 0 0,1 1 0 0 0,-1-1-1 0 0,0 0 1 0 0,0 0 0 0 0,0 0 0 0 0,1 0 0 0 0,-1 0 0 0 0,0 0 0 0 0,0 0 0 0 0,0 0 0 0 0,1 0 0 0 0,-1 0 0 0 0,0 0-1 0 0,0 0 1 0 0,0 0 0 0 0,1 0 0 0 0,-1 0 0 0 0,0 0 0 0 0,0 0 0 0 0,0 0 0 0 0,1 0 0 0 0,-1 0 0 0 0,0 0 0 0 0,0 0 0 0 0,0 0-1 0 0,0-1 1 0 0,1 1 0 0 0,-1 0 0 0 0,0 0 0 0 0,0 0 0 0 0,0 0 0 0 0,13-12-510 0 0,7-17 279 0 0,-7 1 249 0 0,18-55-1 0 0,-5 13 1170 0 0,-24 65-908 0 0,0 0 0 0 0,0 0 1 0 0,1 1-1 0 0,0-1 1 0 0,4-5-1 0 0,-7 9-211 0 0,1 1 1 0 0,-1 0-1 0 0,0-1 0 0 0,1 1 1 0 0,-1 0-1 0 0,0-1 0 0 0,1 1 1 0 0,-1 0-1 0 0,0 0 0 0 0,1-1 1 0 0,-1 1-1 0 0,1 0 0 0 0,-1 0 0 0 0,0 0 1 0 0,1-1-1 0 0,-1 1 0 0 0,1 0 1 0 0,-1 0-1 0 0,1 0 0 0 0,-1 0 1 0 0,1 0-1 0 0,-1 0 0 0 0,0 0 0 0 0,1 0 1 0 0,-1 0-1 0 0,1 0 0 0 0,0 1 1 0 0,0-1-6 0 0,0 1 1 0 0,0 0 0 0 0,-1 0 0 0 0,1 0 0 0 0,0 0-1 0 0,0 0 1 0 0,-1 0 0 0 0,1 0 0 0 0,-1 0-1 0 0,1 0 1 0 0,-1 0 0 0 0,1 0 0 0 0,-1 0-1 0 0,1 0 1 0 0,-1 3 0 0 0,20 79 1352 0 0,-10-36-2047 0 0,3-1-4902 0 0,-5-20-872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224 305 10138 0 0,'-223'8'7416'0'0,"241"-14"-6102"0"0,31-5-682 0 0,498-98 1478 0 0,-153 43-1206 0 0,-42 14-741 0 0,-56 7-75 0 0,-238 37-146 0 0,-23 2-163 0 0,1 1-1 0 0,-1 2 1 0 0,1 1 0 0 0,57 6 0 0 0,-89-4 27 0 0,-1 0 0 0 0,1 1 0 0 0,-1-1 1 0 0,1 1-1 0 0,-1 0 0 0 0,0 0 0 0 0,0 1 1 0 0,1-1-1 0 0,-1 1 0 0 0,0-1 0 0 0,0 1 1 0 0,0 0-1 0 0,-1 0 0 0 0,1 1 0 0 0,0-1 1 0 0,-1 0-1 0 0,5 6 0 0 0,-1 5 157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8290 0 0,'-14'44'7105'0'0,"13"-6"-5950"0"0,1 0-1 0 0,3 0 1 0 0,0 0-1 0 0,16 62 1 0 0,-11-59-654 0 0,8 34 28 0 0,30 76 0 0 0,2 9-1926 0 0,-46-145 216 0 0,0 0 0 0 0,-1-1 0 0 0,0 1 0 0 0,-1 0 0 0 0,-1-1 1 0 0,-4 26-1 0 0,3-27 473 0 0,0-3 579 0 0,-1-5 113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14 212 2304 0 0,'-1'-2'55'0'0,"-1"0"0"0"0,1-1 0 0 0,-1 1 0 0 0,1 0 0 0 0,0-1 0 0 0,0 1-1 0 0,0-1 1 0 0,0 0 0 0 0,0 1 0 0 0,1-1 0 0 0,-1 1 0 0 0,1-1-1 0 0,0 0 1 0 0,0 0 0 0 0,0 1 0 0 0,0-6 0 0 0,1 1 160 0 0,1 1 0 0 0,-1 0 0 0 0,1 0 0 0 0,0-1 0 0 0,1 1 0 0 0,-1 0 0 0 0,5-5 1 0 0,0-1 351 0 0,0 1 0 0 0,1 0 0 0 0,1 0 1 0 0,0 1-1 0 0,0 0 0 0 0,16-13 1 0 0,-21 21-331 0 0,0-1 0 0 0,0 1 1 0 0,0 0-1 0 0,1 0 0 0 0,-1 0 1 0 0,0 0-1 0 0,1 1 1 0 0,0-1-1 0 0,-1 1 0 0 0,1 0 1 0 0,0 1-1 0 0,0-1 0 0 0,-1 1 1 0 0,1 0-1 0 0,0 0 1 0 0,0 1-1 0 0,-1-1 0 0 0,1 1 1 0 0,0 0-1 0 0,-1 1 0 0 0,1-1 1 0 0,-1 1-1 0 0,1-1 1 0 0,-1 1-1 0 0,0 1 0 0 0,1-1 1 0 0,6 6-1 0 0,-5-4-119 0 0,1 1 1 0 0,-1 0-1 0 0,-1 0 0 0 0,1 1 1 0 0,-1 0-1 0 0,0 0 0 0 0,0 0 1 0 0,0 0-1 0 0,-1 1 0 0 0,0 0 1 0 0,0 0-1 0 0,-1 0 0 0 0,0 0 0 0 0,0 1 1 0 0,-1-1-1 0 0,3 12 0 0 0,-5-5 33 0 0,0-1 0 0 0,0 0 0 0 0,-1 0 0 0 0,-1 0 0 0 0,-1 0 0 0 0,1 0 0 0 0,-2 0 0 0 0,0 0 0 0 0,0-1 0 0 0,-9 16 0 0 0,4-6 736 0 0,-11 42-1 0 0,19-63-844 0 0,1 0-1 0 0,0 0 0 0 0,-1 0 1 0 0,1 1-1 0 0,0-1 0 0 0,0 0 1 0 0,0 0-1 0 0,0 0 0 0 0,0 0 0 0 0,0 0 1 0 0,0 0-1 0 0,0 0 0 0 0,1 0 1 0 0,-1 0-1 0 0,0 0 0 0 0,1 0 1 0 0,-1 0-1 0 0,1 0 0 0 0,-1 0 0 0 0,1 0 1 0 0,-1 0-1 0 0,1 0 0 0 0,-1 0 1 0 0,1 0-1 0 0,0 0 0 0 0,1 0 0 0 0,0 0-9 0 0,-1 0 0 0 0,1 0 0 0 0,0 0-1 0 0,0-1 1 0 0,0 1 0 0 0,0 0 0 0 0,0-1-1 0 0,0 0 1 0 0,0 0 0 0 0,0 1 0 0 0,1-1-1 0 0,3-1 1 0 0,7-1-44 0 0,1 0 0 0 0,-1-1-1 0 0,18-6 1 0 0,-26 8 16 0 0,86-25-1655 0 0,-69 22-135 0 0,0 0 1 0 0,28-1-1 0 0,-26 5-3987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88 5529 0 0,'-5'-11'753'0'0,"1"-1"0"0"0,-2 1 1 0 0,-8-14-1 0 0,13 23-436 0 0,0 0 1 0 0,0 0 0 0 0,0 1-1 0 0,-1-1 1 0 0,1 0 0 0 0,0 1-1 0 0,0-1 1 0 0,-1 1 0 0 0,1-1-1 0 0,-1 1 1 0 0,0 0 0 0 0,1-1-1 0 0,-1 1 1 0 0,0 0 0 0 0,0 0-1 0 0,0 0 1 0 0,1 1 0 0 0,-1-1-1 0 0,0 0 1 0 0,0 1 0 0 0,0-1 0 0 0,0 1-1 0 0,0 0 1 0 0,0-1 0 0 0,0 1-1 0 0,-1 0 1 0 0,1 0 0 0 0,0 1-1 0 0,-2-1 1 0 0,2 2-119 0 0,-1-1 1 0 0,1 0-1 0 0,0 1 1 0 0,0 0-1 0 0,1-1 1 0 0,-1 1-1 0 0,0 0 1 0 0,1 0-1 0 0,-1 0 1 0 0,1 0-1 0 0,-1 0 1 0 0,1 1-1 0 0,0-1 1 0 0,0 0 0 0 0,0 1-1 0 0,0-1 1 0 0,-1 4-1 0 0,-10 48 345 0 0,11-47-352 0 0,-2 19-136 0 0,0 0-1 0 0,2 0 0 0 0,1 0 0 0 0,1 0 0 0 0,1-1 0 0 0,1 1 0 0 0,1 0 0 0 0,13 38 0 0 0,-4-23-155 0 0,3 0 0 0 0,1-2-1 0 0,2 0 1 0 0,32 48 0 0 0,-42-72 200 0 0,0-2-1849 0 0,0 2 0 0 0,-1-1 0 0 0,12 30 0 0 0,-18-39 1231 0 0,-1 0 0 0 0,0 0-1 0 0,0-1 1 0 0,0 1 0 0 0,-1 0 0 0 0,1 0-1 0 0,-1 0 1 0 0,0 0 0 0 0,-1 0-1 0 0,1 0 1 0 0,-1-1 0 0 0,0 1 0 0 0,0 0-1 0 0,-1 0 1 0 0,1-1 0 0 0,-1 1 0 0 0,-4 7-1 0 0,-2 1 495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54 352 920 0 0,'-4'-2'308'0'0,"1"0"0"0"0,-1 0-1 0 0,1 0 1 0 0,0-1 0 0 0,-1 1 0 0 0,1-1-1 0 0,0 0 1 0 0,1 0 0 0 0,-1 0 0 0 0,0 0-1 0 0,1 0 1 0 0,0-1 0 0 0,0 1 0 0 0,0-1-1 0 0,0 1 1 0 0,0-1 0 0 0,1 0 0 0 0,-1 0-1 0 0,1 0 1 0 0,0 0 0 0 0,0 0 0 0 0,0-6-1 0 0,1 5 53 0 0,0-1-1 0 0,0 1 0 0 0,1-1 0 0 0,0 1 1 0 0,0 0-1 0 0,0-1 0 0 0,1 1 0 0 0,-1 0 1 0 0,1 0-1 0 0,0 0 0 0 0,1 0 0 0 0,-1 0 1 0 0,1 0-1 0 0,0 1 0 0 0,0-1 0 0 0,5-4 1 0 0,22-23 1032 0 0,52-42 1 0 0,1 15-2443 0 0,-56 43-4605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0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101 290 2761 0 0,'-101'-91'15191'0'0,"106"100"-14499"0"0,0-1 0 0 0,0 1 0 0 0,-1 0 1 0 0,5 14-1 0 0,9 20-654 0 0,-12-32-16 0 0,247 469 726 0 0,-248-473-741 0 0,32 51-11 0 0,-34-53 47 0 0,1 0-1 0 0,0 0 0 0 0,1 0 0 0 0,-1 0 1 0 0,1-1-1 0 0,0 0 0 0 0,0 0 1 0 0,7 4-1 0 0,-11-8-28 0 0,-1 0 0 0 0,1 0-1 0 0,-1 0 1 0 0,0 0 0 0 0,1 0 0 0 0,-1 0 0 0 0,1 0 0 0 0,-1-1 0 0 0,1 1 0 0 0,-1 0 0 0 0,0 0-1 0 0,1 0 1 0 0,-1 0 0 0 0,1-1 0 0 0,-1 1 0 0 0,0 0 0 0 0,1 0 0 0 0,-1-1 0 0 0,0 1 0 0 0,1 0-1 0 0,-1-1 1 0 0,0 1 0 0 0,1 0 0 0 0,-1-1 0 0 0,0 1 0 0 0,0 0 0 0 0,0-1 0 0 0,1 1-1 0 0,-1 0 1 0 0,0-1 0 0 0,0 1 0 0 0,0-1 0 0 0,0 1 0 0 0,0-1 0 0 0,1 1 0 0 0,-1 0 0 0 0,0-1-1 0 0,0 1 1 0 0,0-1 0 0 0,0 1 0 0 0,-1-1 0 0 0,4-23 242 0 0,-3 23-230 0 0,7-285 923 0 0,11-148-1109 0 0,-17 422-101 0 0,1-6 86 0 0,0-1 0 0 0,6-23-1 0 0,-7 40 22 0 0,-1-1-1 0 0,1 0 0 0 0,0 0 0 0 0,0 1 0 0 0,0-1 1 0 0,0 0-1 0 0,0 1 0 0 0,0-1 0 0 0,1 1 1 0 0,-1 0-1 0 0,1-1 0 0 0,0 1 0 0 0,0 0 0 0 0,0 0 1 0 0,0 0-1 0 0,0 0 0 0 0,0 0 0 0 0,0 1 0 0 0,1-1 1 0 0,-1 1-1 0 0,1-1 0 0 0,-1 1 0 0 0,4-1 1 0 0,-3 2-3 0 0,1 0 1 0 0,-1 0 0 0 0,1 0-1 0 0,-1 1 1 0 0,1 0-1 0 0,-1-1 1 0 0,0 1 0 0 0,1 1-1 0 0,-1-1 1 0 0,0 0 0 0 0,0 1-1 0 0,0-1 1 0 0,0 1 0 0 0,0 0-1 0 0,0 0 1 0 0,0 0 0 0 0,0 1-1 0 0,-1-1 1 0 0,1 1 0 0 0,-1-1-1 0 0,0 1 1 0 0,2 3 0 0 0,5 6 198 0 0,0 0 1 0 0,-2 0 0 0 0,13 25 0 0 0,-4 4-157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3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105 143 2304 0 0,'-18'-34'3907'0'0,"-3"-4"-349"0"0,21 37-3323 0 0,-1 0 0 0 0,0-1 0 0 0,0 1 1 0 0,0 0-1 0 0,0 0 0 0 0,0 0 0 0 0,0 0 0 0 0,0 1 0 0 0,0-1 0 0 0,-1 0 1 0 0,1 0-1 0 0,0 1 0 0 0,0-1 0 0 0,-1 1 0 0 0,1-1 0 0 0,0 1 1 0 0,-1-1-1 0 0,1 1 0 0 0,0 0 0 0 0,-1 0 0 0 0,1-1 0 0 0,-1 1 0 0 0,-2 1 1 0 0,3-1-114 0 0,-1 1 0 0 0,0 0 0 0 0,0 0 1 0 0,1 0-1 0 0,-1 0 0 0 0,1 0 0 0 0,-1 0 1 0 0,1 0-1 0 0,-1 1 0 0 0,1-1 1 0 0,0 1-1 0 0,0-1 0 0 0,-1 1 0 0 0,1-1 1 0 0,0 1-1 0 0,1 0 0 0 0,-1-1 0 0 0,0 1 1 0 0,0 0-1 0 0,1 0 0 0 0,-1-1 0 0 0,1 1 1 0 0,-1 0-1 0 0,1 2 0 0 0,-7 48 585 0 0,7-40-692 0 0,1 0 0 0 0,0 0 0 0 0,0 1 0 0 0,1-1 0 0 0,1-1 0 0 0,0 1 0 0 0,1 0 0 0 0,0-1 0 0 0,0 1 0 0 0,1-1 0 0 0,10 15 0 0 0,-11-19 0 0 0,1 0 0 0 0,-1-1 1 0 0,1 0-1 0 0,0 0 0 0 0,1 0 1 0 0,0-1-1 0 0,0 0 0 0 0,0 0 1 0 0,0 0-1 0 0,1 0 0 0 0,-1-1 1 0 0,1-1-1 0 0,0 1 0 0 0,1-1 1 0 0,-1 0-1 0 0,1 0 0 0 0,-1-1 1 0 0,15 2-1 0 0,-19-3-11 0 0,1-1-1 0 0,0 0 1 0 0,-1 0 0 0 0,1 0 0 0 0,-1-1-1 0 0,1 1 1 0 0,0-1 0 0 0,-1 0 0 0 0,1 0-1 0 0,-1 0 1 0 0,0 0 0 0 0,1-1 0 0 0,-1 1-1 0 0,0-1 1 0 0,0 0 0 0 0,0 0 0 0 0,5-4-1 0 0,-3 2 43 0 0,-1-1 0 0 0,0 0 0 0 0,0 0 1 0 0,-1 0-1 0 0,1 0 0 0 0,-1 0 0 0 0,-1 0 0 0 0,1-1 0 0 0,3-11 0 0 0,-2 6 29 0 0,-1 0 0 0 0,-1 0 1 0 0,0-1-1 0 0,-1 1 1 0 0,0-1-1 0 0,-1 1 1 0 0,0-1-1 0 0,0 1 1 0 0,-2 0-1 0 0,-4-22 0 0 0,1 16-95 0 0,-1 1 0 0 0,-1 0 0 0 0,-1 0-1 0 0,-15-25 1 0 0,17 33-775 0 0,0 0 0 0 0,0 0-1 0 0,-1 1 1 0 0,0 0 0 0 0,-14-11-1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89 6449 0 0,'0'-1'5'0'0,"1"-3"414"0"0,1 0 1 0 0,-1-1 0 0 0,0 1 0 0 0,0 0 0 0 0,0-1 0 0 0,-1 1 0 0 0,0-1 0 0 0,0 1 0 0 0,0-1 0 0 0,0 1 0 0 0,-2-8 0 0 0,1 12-281 0 0,1 0-1 0 0,0 0 1 0 0,-1 1 0 0 0,1-1-1 0 0,-1 0 1 0 0,1 0 0 0 0,0 1-1 0 0,-1-1 1 0 0,1 0-1 0 0,-1 0 1 0 0,1 1 0 0 0,0-1-1 0 0,-1 0 1 0 0,1 1 0 0 0,0-1-1 0 0,0 1 1 0 0,-1-1-1 0 0,1 0 1 0 0,0 1 0 0 0,0-1-1 0 0,-1 1 1 0 0,1-1 0 0 0,0 1-1 0 0,0-1 1 0 0,0 0 0 0 0,0 1-1 0 0,0-1 1 0 0,0 1-1 0 0,0-1 1 0 0,0 1 0 0 0,0-1-1 0 0,0 1 1 0 0,0 0 0 0 0,-6 21 208 0 0,3-1-225 0 0,1 0-1 0 0,1 0 0 0 0,1 0 0 0 0,1 0 1 0 0,6 36-1 0 0,-6-47-83 0 0,2 1 1 0 0,-1-1-1 0 0,1 0 1 0 0,1 0-1 0 0,0 0 1 0 0,0-1-1 0 0,1 1 0 0 0,0-1 1 0 0,1 0-1 0 0,0 0 1 0 0,1-1-1 0 0,-1 0 0 0 0,11 9 1 0 0,-16-15-69 0 0,1 0-1 0 0,-1-1 1 0 0,1 1 0 0 0,0-1 0 0 0,0 0 0 0 0,0 1 0 0 0,-1-1-1 0 0,1 0 1 0 0,0 0 0 0 0,0 0 0 0 0,1-1 0 0 0,-1 1 0 0 0,0 0-1 0 0,0-1 1 0 0,0 1 0 0 0,0-1 0 0 0,1 0 0 0 0,-1 0 0 0 0,0 0 0 0 0,0 0-1 0 0,0 0 1 0 0,1 0 0 0 0,-1-1 0 0 0,0 1 0 0 0,0-1 0 0 0,0 1-1 0 0,0-1 1 0 0,1 0 0 0 0,-1 0 0 0 0,0 0 0 0 0,0 0 0 0 0,-1 0-1 0 0,1 0 1 0 0,0-1 0 0 0,0 1 0 0 0,-1 0 0 0 0,1-1 0 0 0,0 0-1 0 0,-1 1 1 0 0,0-1 0 0 0,1 0 0 0 0,-1 0 0 0 0,2-4 0 0 0,5-8-266 0 0,0 0 1 0 0,-1-1-1 0 0,-1-1 1 0 0,8-25 0 0 0,-13 37 284 0 0,10-38 23 0 0,7-54 0 0 0,2-12 3068 0 0,-20 108-3045 0 0,0 0-1 0 0,0 0 0 0 0,0 0 1 0 0,1 0-1 0 0,-1 1 1 0 0,0-1-1 0 0,0 0 1 0 0,0 0-1 0 0,0 0 0 0 0,0 0 1 0 0,0 0-1 0 0,0 0 1 0 0,0 0-1 0 0,1 0 0 0 0,-1 0 1 0 0,0 0-1 0 0,0 0 1 0 0,0 0-1 0 0,0 0 1 0 0,0 0-1 0 0,0 1 0 0 0,1-1 1 0 0,-1 0-1 0 0,0 0 1 0 0,0 0-1 0 0,0 0 0 0 0,0 0 1 0 0,0 0-1 0 0,0-1 1 0 0,1 1-1 0 0,-1 0 1 0 0,0 0-1 0 0,0 0 0 0 0,0 0 1 0 0,0 0-1 0 0,0 0 1 0 0,0 0-1 0 0,1 0 0 0 0,-1 0 1 0 0,0 0-1 0 0,0 0 1 0 0,0 0-1 0 0,0 0 1 0 0,0 0-1 0 0,0-1 0 0 0,0 1 1 0 0,0 0-1 0 0,0 0 1 0 0,0 0-1 0 0,1 0 0 0 0,-1 0 1 0 0,0 0-1 0 0,0-1 1 0 0,0 1-1 0 0,0 0 1 0 0,0 0-1 0 0,0 0 0 0 0,0 0 1 0 0,0 0-1 0 0,0 0 1 0 0,0-1-1 0 0,0 1 0 0 0,0 0 1 0 0,0 0-1 0 0,0 0 1 0 0,0 0-1 0 0,0 0 1 0 0,0 0-1 0 0,0-1 0 0 0,7 17 739 0 0,4 25-730 0 0,-11-39 52 0 0,4 12-215 0 0,0 0 0 0 0,1-1 0 0 0,0 0 0 0 0,1 1 0 0 0,11 16 0 0 0,11 8-6234 0 0,-14-24 177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53 2304 0 0,'-2'-4'788'0'0,"0"0"-1"0"0,0 0 0 0 0,0 0 0 0 0,0 0 1 0 0,0 0-1 0 0,-1 1 0 0 0,0-1 0 0 0,0 1 0 0 0,0 0 1 0 0,0-1-1 0 0,0 1 0 0 0,-1 1 0 0 0,-4-4 1 0 0,8 6-674 0 0,-1 0 0 0 0,1 0 0 0 0,-1 0 0 0 0,1 1 0 0 0,0-1 0 0 0,-1 0 0 0 0,1 0 0 0 0,-1 1 0 0 0,1-1 0 0 0,0 0 0 0 0,-1 1 1 0 0,1-1-1 0 0,0 0 0 0 0,0 1 0 0 0,-1-1 0 0 0,1 1 0 0 0,0-1 0 0 0,0 0 0 0 0,-1 1 0 0 0,1-1 0 0 0,0 1 0 0 0,0-1 0 0 0,0 1 1 0 0,0-1-1 0 0,0 1 0 0 0,0-1 0 0 0,0 0 0 0 0,0 1 0 0 0,0-1 0 0 0,0 1 0 0 0,0-1 0 0 0,0 1 0 0 0,0-1 0 0 0,0 1 0 0 0,0-1 1 0 0,1 1-1 0 0,0 22 840 0 0,44 299 2180 0 0,-24-235-3637 0 0,53 136-1 0 0,-59-182-744 0 0,-8-19-256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53 177 4609 0 0,'-10'-4'-447'0'0,"6"3"707"0"0,0 0 0 0 0,0-1 0 0 0,0 1 0 0 0,0-1 0 0 0,0 0 0 0 0,1 0 0 0 0,-1 0 0 0 0,-3-3 0 0 0,7 4-149 0 0,-1 1-1 0 0,1-1 1 0 0,0 0-1 0 0,-1 1 1 0 0,1-1 0 0 0,-1 1-1 0 0,1-1 1 0 0,0 0-1 0 0,0 1 1 0 0,-1-1 0 0 0,1 0-1 0 0,0 1 1 0 0,0-1-1 0 0,0 0 1 0 0,0 1-1 0 0,0-1 1 0 0,0 0 0 0 0,0 1-1 0 0,0-1 1 0 0,0 0-1 0 0,0 0 1 0 0,1-1 94 0 0,0 0 1 0 0,-1 0-1 0 0,1 0 1 0 0,0 0-1 0 0,0 1 0 0 0,1-1 1 0 0,-1 0-1 0 0,0 1 1 0 0,0-1-1 0 0,3-2 0 0 0,7-5 423 0 0,0-1-1 0 0,1 1 0 0 0,0 1 0 0 0,0 0 1 0 0,27-12-1 0 0,70-22-767 0 0,-104 41 45 0 0,25-10-849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 7370 0 0,'-8'3'184'0'0,"-18"8"1477"0"0,25-11-1413 0 0,0 1-1 0 0,0-1 1 0 0,1 0-1 0 0,-1 1 0 0 0,0 0 1 0 0,0-1-1 0 0,0 1 1 0 0,1-1-1 0 0,-1 1 0 0 0,0 0 1 0 0,0 0-1 0 0,1-1 1 0 0,-1 1-1 0 0,1 0 1 0 0,-1 0-1 0 0,1 0 0 0 0,-1 0 1 0 0,1 0-1 0 0,0 0 1 0 0,-1 1-1 0 0,32-12 3535 0 0,-18 5-3779 0 0,48-16 532 0 0,-17 15-6479 0 0,-24 5 439 0 0</inkml:trace>
  <inkml:trace contextRef="#ctx0" brushRef="#br0" timeOffset="1">173 287 5985 0 0,'38'-22'5564'0'0,"-14"7"-4181"0"0,0 2-460 0 0,55-28 675 0 0,-57 30-2568 0 0,39-11 1 0 0,-36 15 138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3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95 6913 0 0,'-9'-19'708'0'0,"7"12"-135"0"0,-1 0 0 0 0,0 1 0 0 0,0-1 0 0 0,-1 1 0 0 0,0 0 0 0 0,0 0-1 0 0,0 1 1 0 0,-1-1 0 0 0,1 1 0 0 0,-10-8 0 0 0,13 12-473 0 0,0 1 0 0 0,0 0 0 0 0,0 0 0 0 0,1 0 0 0 0,-1 0 0 0 0,0 0 0 0 0,0 0 0 0 0,0 0-1 0 0,0 0 1 0 0,1 0 0 0 0,-1 1 0 0 0,0-1 0 0 0,0 0 0 0 0,0 0 0 0 0,1 1 0 0 0,-1-1 0 0 0,0 0 0 0 0,0 1 0 0 0,1-1 0 0 0,-1 1 0 0 0,0-1 0 0 0,1 1 0 0 0,-1-1 0 0 0,0 1 0 0 0,1 0-1 0 0,-1-1 1 0 0,1 1 0 0 0,-1 0 0 0 0,1-1 0 0 0,0 1 0 0 0,-1 0 0 0 0,0 1 0 0 0,-14 28 768 0 0,14-29-809 0 0,-7 26 157 0 0,0-1 0 0 0,2 1-1 0 0,1 1 1 0 0,1-1 0 0 0,1 1 0 0 0,2 29 0 0 0,-2-8-88 0 0,-6 71 187 0 0,-7 300 236 0 0,18-368-513 0 0,2 1 0 0 0,2-1 0 0 0,3 0 0 0 0,2-1-1 0 0,32 94 1 0 0,-29-112-45 0 0,1-1 0 0 0,2-1 0 0 0,29 43 0 0 0,-33-56 13 0 0,0 0 0 0 0,2-2-1 0 0,0 1 1 0 0,1-2 0 0 0,0 0 0 0 0,31 21-1 0 0,-36-30-523 0 0,0 0 1 0 0,1-1-1 0 0,-1 0 0 0 0,21 5 0 0 0,-6-2-6127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0,'1'10'9573'0'0,"51"226"-7429"0"0,13 56-1506 0 0,-48-236-607 0 0,39 87 1 0 0,-18-62-3705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52 222 2761 0 0,'-6'-5'523'0'0,"-1"-2"1"0"0,2 1 0 0 0,-1-1 0 0 0,1 0 0 0 0,0 0 0 0 0,-8-14 0 0 0,12 18-229 0 0,1 1 0 0 0,-1-1 0 0 0,0 0 0 0 0,1 1 0 0 0,-1-1 0 0 0,1 0 0 0 0,0 0 0 0 0,0 0 0 0 0,0 1 0 0 0,0-1 0 0 0,0 0 0 0 0,1 0 0 0 0,-1 1 0 0 0,1-1 0 0 0,0 0 0 0 0,0 1 0 0 0,0-1 0 0 0,0 0 0 0 0,0 1 0 0 0,1-1 0 0 0,-1 1 0 0 0,1 0 0 0 0,-1-1 0 0 0,1 1 0 0 0,2-2 0 0 0,4-5 120 0 0,1 1 0 0 0,0 0 0 0 0,0 0 0 0 0,1 1 0 0 0,0 0 0 0 0,0 0 0 0 0,0 1 0 0 0,1 1 0 0 0,0 0 1 0 0,0 0-1 0 0,1 1 0 0 0,-1 1 0 0 0,1 0 0 0 0,0 0 0 0 0,12 0 0 0 0,-22 3-399 0 0,0 0 0 0 0,1 0 0 0 0,-1 0 0 0 0,0 0 0 0 0,0 1 0 0 0,1-1 0 0 0,-1 1 0 0 0,0 0 0 0 0,0 0 0 0 0,0-1 0 0 0,0 1 0 0 0,0 0 0 0 0,0 1 0 0 0,0-1 0 0 0,0 0 0 0 0,0 1 0 0 0,-1-1 0 0 0,1 1-1 0 0,2 2 1 0 0,-1 0 16 0 0,-1-1-1 0 0,0 1 0 0 0,0 0 0 0 0,0 0 0 0 0,-1 0 0 0 0,0 0 1 0 0,1 0-1 0 0,-1 0 0 0 0,1 8 0 0 0,-1 6 28 0 0,-1 0 1 0 0,0 0-1 0 0,-5 33 0 0 0,5-50-61 0 0,-22 103 31 0 0,15-77-2 0 0,1-1 0 0 0,1 2 0 0 0,-2 42 0 0 0,6-67-5 0 0,1-1-1 0 0,0 0 1 0 0,0 0-1 0 0,0 0 1 0 0,0 0-1 0 0,0 1 1 0 0,1-1-1 0 0,-1 0 1 0 0,0 0 0 0 0,1 0-1 0 0,0 0 1 0 0,-1 0-1 0 0,1 0 1 0 0,0 0-1 0 0,0 0 1 0 0,0 0-1 0 0,0 0 1 0 0,1 0 0 0 0,-1-1-1 0 0,0 1 1 0 0,1 0-1 0 0,-1-1 1 0 0,1 1-1 0 0,0-1 1 0 0,-1 0-1 0 0,1 0 1 0 0,0 1-1 0 0,0-1 1 0 0,0 0 0 0 0,0 0-1 0 0,0-1 1 0 0,0 1-1 0 0,0 0 1 0 0,0-1-1 0 0,0 1 1 0 0,3 0-1 0 0,7-1 51 0 0,-1-1-1 0 0,0 0 1 0 0,0 0-1 0 0,0-1 1 0 0,22-7-1 0 0,9 0-65 0 0,-33 7-236 0 0,0 2-1 0 0,1-1 1 0 0,-1 1-1 0 0,16 2 1 0 0,-21-1-217 0 0,0 0 0 0 0,-1 0 1 0 0,1 0-1 0 0,0 0 0 0 0,-1 1 0 0 0,1-1 1 0 0,-1 1-1 0 0,6 4 0 0 0,2 4-1071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73 1376 0 0,'-4'-9'-759'0'0,"-4"-12"3172"0"0,7 17-1240 0 0,-1 0 0 0 0,1 0 0 0 0,-1 0 0 0 0,0 1-1 0 0,0-1 1 0 0,-1 1 0 0 0,1-1 0 0 0,-1 1 0 0 0,1 0 0 0 0,-6-4-1 0 0,8 7-1043 0 0,0 1 0 0 0,-1-1 0 0 0,1 0-1 0 0,0 0 1 0 0,-1 1 0 0 0,1-1-1 0 0,0 0 1 0 0,-1 1 0 0 0,1-1 0 0 0,0 0-1 0 0,0 1 1 0 0,-1-1 0 0 0,1 0-1 0 0,0 1 1 0 0,0-1 0 0 0,0 1 0 0 0,-1-1-1 0 0,1 1 1 0 0,0-1 0 0 0,0 0 0 0 0,0 1-1 0 0,0-1 1 0 0,0 1 0 0 0,0-1-1 0 0,0 1 1 0 0,0-1 0 0 0,0 1 0 0 0,0-1-1 0 0,0 0 1 0 0,1 2 0 0 0,-2 16 588 0 0,2 22-428 0 0,2 1 0 0 0,1-1 0 0 0,3 0-1 0 0,1 0 1 0 0,2-1 0 0 0,1 0 0 0 0,24 53 0 0 0,-10-38-374 0 0,3-2-1 0 0,2-1 1 0 0,2-1 0 0 0,56 67-1 0 0,-64-85-1037 0 0,-9-11-4706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312 605 12387 0 0,'0'0'0'0'0</inkml:trace>
  <inkml:trace contextRef="#ctx0" brushRef="#br0" timeOffset="1">63 389 3225 0 0,'-6'-4'256'0'0,"1"0"-1"0"0,0-1 1 0 0,-1 0 0 0 0,1 0 0 0 0,1 0 0 0 0,-1 0-1 0 0,1-1 1 0 0,0 0 0 0 0,0 0 0 0 0,-4-9 0 0 0,7 11 119 0 0,0 0 0 0 0,0 0 1 0 0,0 0-1 0 0,0-1 0 0 0,0 1 1 0 0,1 0-1 0 0,0-1 0 0 0,0 1 0 0 0,0 0 1 0 0,0-1-1 0 0,1 1 0 0 0,0 0 1 0 0,0 0-1 0 0,0-1 0 0 0,0 1 1 0 0,1 0-1 0 0,-1 0 0 0 0,4-4 0 0 0,5-11 1076 0 0,1 1-1 0 0,1 1 0 0 0,22-27 0 0 0,49-43 561 0 0,-71 75-1917 0 0,-8 8-272 0 0,0 0 0 0 0,0 0 0 0 0,1 0 0 0 0,-1 0 0 0 0,1 1 0 0 0,0 0-1 0 0,0 0 1 0 0,0 0 0 0 0,1 1 0 0 0,8-3 0 0 0,4 2-6711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0 335 5065 0 0,'8'-7'3837'0'0,"-7"6"-3357"0"0,0 0 0 0 0,0 1-1 0 0,0-1 1 0 0,1 1 0 0 0,-1-1 0 0 0,0 1-1 0 0,0-1 1 0 0,1 1 0 0 0,1 0-1 0 0,42-19 2539 0 0,-38 16-2282 0 0,79-32 2868 0 0,14-6-2583 0 0,2 8-3586 0 0,-79 27-2284 0 0,-2 1-1469 0 0</inkml:trace>
  <inkml:trace contextRef="#ctx0" brushRef="#br0" timeOffset="1">318 9 7834 0 0,'-8'0'690'0'0,"1"-1"-1"0"0,0 0 1 0 0,0 0 0 0 0,-12-4 0 0 0,-1 6 6701 0 0,20 0-7195 0 0,-1-1-1 0 0,1 1 1 0 0,0-1-1 0 0,0 1 1 0 0,0-1-1 0 0,0 1 1 0 0,0-1-1 0 0,0 1 1 0 0,0-1-1 0 0,0 1 1 0 0,0-1-1 0 0,0 1 1 0 0,0-1-1 0 0,1 1 1 0 0,-1-1 194 0 0,0 2-194 0 0,4 25-222 0 0,-3-21 438 0 0,1 8-317 0 0,9 64-260 0 0,4-1-1 0 0,27 86 0 0 0,-29-124-646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6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 5985 0 0,'-4'-15'1219'0'0,"3"12"-595"0"0,-12-21 9254 0 0,16 61-8972 0 0,23 94-128 0 0,6-2 0 0 0,66 168 0 0 0,-73-226-4307 0 0,-19-52-2870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10 201 3681 0 0,'-1'-4'284'0'0,"-1"0"1"0"0,1 0-1 0 0,-1 0 1 0 0,1 0 0 0 0,0 0-1 0 0,1 0 1 0 0,-1-1-1 0 0,1 1 1 0 0,0 0-1 0 0,0-6 1 0 0,6-42 2619 0 0,-4 46-2480 0 0,0 0-1 0 0,0 0 0 0 0,1-1 0 0 0,0 1 0 0 0,0 1 0 0 0,1-1 0 0 0,-1 0 0 0 0,1 1 0 0 0,7-7 0 0 0,-8 9-186 0 0,0 0 0 0 0,0 0 0 0 0,0 0-1 0 0,0 1 1 0 0,0-1 0 0 0,1 1-1 0 0,-1 0 1 0 0,1 0 0 0 0,0 0 0 0 0,-1 1-1 0 0,1-1 1 0 0,0 1 0 0 0,0 0-1 0 0,0 0 1 0 0,0 0 0 0 0,6 0 0 0 0,-8 2-192 0 0,0-1 1 0 0,-1 0 0 0 0,1 1 0 0 0,0-1-1 0 0,-1 1 1 0 0,1 0 0 0 0,-1-1 0 0 0,1 1 0 0 0,-1 0-1 0 0,0 0 1 0 0,1 0 0 0 0,-1 0 0 0 0,0 0 0 0 0,0 0-1 0 0,1 0 1 0 0,-1 1 0 0 0,0-1 0 0 0,0 0-1 0 0,0 1 1 0 0,0-1 0 0 0,-1 1 0 0 0,1-1 0 0 0,0 1-1 0 0,-1-1 1 0 0,1 1 0 0 0,-1-1 0 0 0,1 1 0 0 0,-1 1-1 0 0,9 50 267 0 0,-9-52-299 0 0,0 26-40 0 0,-1-1 0 0 0,-2 1 0 0 0,-1 0 0 0 0,0-1 1 0 0,-2 0-1 0 0,-19 51 0 0 0,12-37 21 0 0,-13 70 1 0 0,25-107 43 0 0,1 0 0 0 0,-1 0 0 0 0,1-1 0 0 0,0 1 0 0 0,-1 0 0 0 0,2 0 0 0 0,-1 0 0 0 0,0 0 0 0 0,0-1 0 0 0,1 1 0 0 0,0 0 0 0 0,-1 0 0 0 0,1-1 0 0 0,0 1 0 0 0,0 0 0 0 0,1-1 0 0 0,-1 1 0 0 0,0-1 0 0 0,3 3 0 0 0,-2-3 44 0 0,1 0-1 0 0,-1-1 1 0 0,1 1 0 0 0,0-1-1 0 0,-1 1 1 0 0,1-1-1 0 0,0 0 1 0 0,0 0-1 0 0,0 0 1 0 0,0-1 0 0 0,0 1-1 0 0,0-1 1 0 0,0 1-1 0 0,0-1 1 0 0,0 0-1 0 0,0 0 1 0 0,6-1 0 0 0,64-12 683 0 0,-62 9-867 0 0,0 2 0 0 0,0-1-1 0 0,0 2 1 0 0,0-1 0 0 0,0 2-1 0 0,1-1 1 0 0,-1 1 0 0 0,0 1 0 0 0,17 3-1 0 0,-12 1-1530 0 0,0 1-1 0 0,23 11 0 0 0,-39-17 1586 0 0,18 9-6076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3225 0 0,'0'-32'16414'0'0,"1"33"-16220"0"0,9 12 1683 0 0,-2 8-1575 0 0,-2 0 1 0 0,0 0-1 0 0,-1 1 1 0 0,2 28-1 0 0,-4-27-1126 0 0,0-1-1 0 0,2 1 1 0 0,1-1 0 0 0,8 21-1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44 156 6913 0 0,'-2'-4'188'0'0,"-31"-77"1518"0"0,31 72-225 0 0,0 1 1 0 0,0-1-1 0 0,1 0 1 0 0,0-13-1 0 0,1 22-1384 0 0,0-1 1 0 0,0 0-1 0 0,0 1 0 0 0,0-1 1 0 0,0 0-1 0 0,0 1 0 0 0,0-1 0 0 0,1 1 1 0 0,-1-1-1 0 0,0 0 0 0 0,0 1 1 0 0,1-1-1 0 0,-1 1 0 0 0,0-1 0 0 0,1 1 1 0 0,-1-1-1 0 0,1 1 0 0 0,-1-1 1 0 0,1 1-1 0 0,-1 0 0 0 0,1-1 0 0 0,-1 1 1 0 0,1 0-1 0 0,-1-1 0 0 0,2 1 1 0 0,-2-1-150 0 0,0 1 0 0 0,1 0 0 0 0,-1 0 1 0 0,1 0-1 0 0,-1 0 0 0 0,1 0 1 0 0,-1 0-1 0 0,1 0 0 0 0,-1 0 0 0 0,1 0 1 0 0,-1 0-1 0 0,0 0 0 0 0,1 1 0 0 0,-1-1 1 0 0,1 0-1 0 0,-1 0 0 0 0,1 0 1 0 0,-1 1-1 0 0,0-1 0 0 0,1 0 0 0 0,-1 0 1 0 0,0 1-1 0 0,1-1 0 0 0,0 1 0 0 0,4 4-1291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172 127 3225 0 0,'-81'-75'5123'0'0,"75"69"-4441"0"0,0 1-1 0 0,-1-1 0 0 0,1 1 1 0 0,-1 0-1 0 0,-1 0 1 0 0,1 1-1 0 0,-1 0 0 0 0,1 0 1 0 0,-15-4-1 0 0,22 8-626 0 0,0 0-1 0 0,-1 0 1 0 0,1 0 0 0 0,0 0 0 0 0,0 0 0 0 0,0 0-1 0 0,-1 0 1 0 0,1 0 0 0 0,0 0 0 0 0,0 0 0 0 0,-1 0-1 0 0,1 0 1 0 0,0 0 0 0 0,0 1 0 0 0,0-1 0 0 0,-1 0-1 0 0,1 0 1 0 0,0 0 0 0 0,0 0 0 0 0,0 0 0 0 0,-1 0-1 0 0,1 0 1 0 0,0 1 0 0 0,0-1 0 0 0,0 0 0 0 0,0 0-1 0 0,0 0 1 0 0,-1 1 0 0 0,1-1 0 0 0,0 0-1 0 0,0 0 1 0 0,0 0 0 0 0,0 0 0 0 0,0 1 0 0 0,0-1-1 0 0,0 0 1 0 0,0 0 0 0 0,0 1 0 0 0,0-1 0 0 0,0 0-1 0 0,0 0 1 0 0,0 0 0 0 0,0 1 0 0 0,0-1 0 0 0,0 0-1 0 0,0 1 1 0 0,3 16 811 0 0,11 16-562 0 0,92 164 553 0 0,-4-7-606 0 0,-82-147-203 0 0,-2 1 0 0 0,20 73 0 0 0,-27-69-132 0 0,-2 1-1 0 0,-3 0 1 0 0,-1 0-1 0 0,-3 1 1 0 0,-5 77 0 0 0,-5-60-873 0 0,-2 0 0 0 0,-4 0 0 0 0,-32 98 0 0 0,32-125-25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49 463 920 0 0,'-7'-2'259'0'0,"-14"-2"-562"0"0,1-1 8406 0 0,20 4-8024 0 0,14-9 1834 0 0,18-6-960 0 0,34-10 280 0 0,0 3 1 0 0,2 3-1 0 0,0 3 1 0 0,87-10-1 0 0,282-7-225 0 0,-327 29-648 0 0,342-7-215 0 0,-21 2-65 0 0,-307 2-80 0 0,0-5 0 0 0,-1-5 0 0 0,126-36 0 0 0,90-31-194 0 0,-237 60 7 0 0,25-14-2766 0 0,-97 30 1422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11058 0 0,'0'0'853'0'0,"18"15"2285"0"0,-7 0-2525 0 0,-1 0 1 0 0,-1 1 0 0 0,0 0 0 0 0,-1 1 0 0 0,-1-1 0 0 0,9 29 0 0 0,-4-11-220 0 0,68 239 294 0 0,-61-199-744 0 0,-14-55-158 0 0,19 88-790 0 0,-23-93-63 0 0,1 0 1 0 0,-2 0 0 0 0,0 15 0 0 0,-3-7-4509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8 377 920 0 0,'-3'-13'431'0'0,"1"1"1"0"0,1-1-1 0 0,0 0 0 0 0,1 1 0 0 0,0-1 0 0 0,0 0 1 0 0,2 1-1 0 0,0-1 0 0 0,0 1 0 0 0,1-1 0 0 0,0 1 1 0 0,1 0-1 0 0,10-20 0 0 0,-7 17 276 0 0,1 1 0 0 0,0 0 0 0 0,0 1 0 0 0,2 0 0 0 0,-1 0 0 0 0,2 1 0 0 0,0 0 0 0 0,0 1 0 0 0,1 0 0 0 0,20-14 0 0 0,-26 21-511 0 0,0 1 0 0 0,0-1 0 0 0,0 1 0 0 0,0 0 0 0 0,1 1 0 0 0,-1 0 0 0 0,1 0 0 0 0,-1 0 0 0 0,1 1 0 0 0,0 0 0 0 0,0 0 0 0 0,11 0 0 0 0,-15 1-162 0 0,1 1 0 0 0,-1 0 0 0 0,1-1 0 0 0,-1 1 0 0 0,1 1 0 0 0,-1-1 0 0 0,0 0 0 0 0,1 1 0 0 0,-1-1-1 0 0,0 1 1 0 0,0 0 0 0 0,0 0 0 0 0,0 1 0 0 0,-1-1 0 0 0,1 0 0 0 0,-1 1 0 0 0,1 0 0 0 0,-1-1 0 0 0,0 1-1 0 0,0 0 1 0 0,0 0 0 0 0,0 0 0 0 0,0 1 0 0 0,-1-1 0 0 0,2 5 0 0 0,1 2 16 0 0,-1 1-1 0 0,0 0 1 0 0,-1 0 0 0 0,0 0 0 0 0,-1 0-1 0 0,0 0 1 0 0,-1 0 0 0 0,0 0 0 0 0,0 0-1 0 0,-2 0 1 0 0,-3 19 0 0 0,-4 5-1 0 0,-2-1 0 0 0,-21 43 0 0 0,18-44 429 0 0,-20 68-1 0 0,33-98-407 0 0,0 1 0 0 0,0-1 1 0 0,1 1-1 0 0,-1-1 0 0 0,1 1 0 0 0,0-1 0 0 0,0 1 1 0 0,0-1-1 0 0,0 1 0 0 0,1 0 0 0 0,-1-1 1 0 0,1 1-1 0 0,0-1 0 0 0,0 0 0 0 0,0 1 0 0 0,1-1 1 0 0,-1 0-1 0 0,1 1 0 0 0,0-1 0 0 0,0 0 1 0 0,0 0-1 0 0,0-1 0 0 0,0 1 0 0 0,1 0 0 0 0,-1-1 1 0 0,1 1-1 0 0,5 3 0 0 0,-3-3-50 0 0,0-1-1 0 0,1 1 1 0 0,-1-1-1 0 0,1-1 1 0 0,-1 1-1 0 0,1-1 1 0 0,0 0-1 0 0,-1 0 1 0 0,1 0-1 0 0,0-1 1 0 0,0 0-1 0 0,0 0 1 0 0,-1 0-1 0 0,1-1 1 0 0,0 0-1 0 0,8-2 1 0 0,125-45-2768 0 0,-116 42 1523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 5177 0 0,'-4'-2'456'0'0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0,'11'11'7864'0'0,"-11"-9"-7457"0"0,12 29 1393 0 0,-3 0 0 0 0,12 65 1 0 0,5 20-533 0 0,-5-42-1186 0 0,-1-5-3434 0 0,-16-54-2301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18 9218 0 0,'-19'-17'2892'0'0,"28"32"-4440"0"0,-7-11 1511 0 0,0-1 1 0 0,1 1-1 0 0,-1 0 0 0 0,0-1 0 0 0,-1 1 0 0 0,1 0 1 0 0,-1 0-1 0 0,1 0 0 0 0,0 6 0 0 0,1 11 37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 8754 0 0,'-1'-2'203'0'0,"0"1"0"0"0,1-1 0 0 0,-1 0 0 0 0,0 1 0 0 0,1-1 0 0 0,-1 0 0 0 0,1 1 0 0 0,0-1 0 0 0,0 0 0 0 0,-1 0 0 0 0,1-1 0 0 0,8-18 7147 0 0,-1 27-5180 0 0,0 2-3533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6913 0 0,'-1'0'187'0'0,"0"1"0"0"0,-1-1-1 0 0,1 0 1 0 0,-1 1-1 0 0,1-1 1 0 0,0 1-1 0 0,-1-1 1 0 0,1 1 0 0 0,0 0-1 0 0,0 0 1 0 0,-1 0-1 0 0,1-1 1 0 0,0 1-1 0 0,0 0 1 0 0,0 0 0 0 0,0 0-1 0 0,0 1 1 0 0,0-1-1 0 0,1 0 1 0 0,-1 0-1 0 0,0 0 1 0 0,0 1-1 0 0,1-1 1 0 0,-1 0 0 0 0,1 1-1 0 0,-1-1 1 0 0,1 1-1 0 0,0-1 1 0 0,-1 0-1 0 0,1 1 1 0 0,0-1 0 0 0,0 1-1 0 0,0-1 1 0 0,0 1-1 0 0,1 1 1 0 0,-2 9 192 0 0,2 0 1 0 0,0 1-1 0 0,2 11 1 0 0,-2-16-13 0 0,21 120 2233 0 0,52 170 0 0 0,-62-260-2702 0 0,2-1 0 0 0,20 40-1 0 0,0-16-6969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14 283 920 0 0,'-3'-9'417'0'0,"0"0"-1"0"0,1 0 1 0 0,0 0 0 0 0,0 0-1 0 0,1 0 1 0 0,1 0 0 0 0,-1-1-1 0 0,1 1 1 0 0,1 0-1 0 0,0 0 1 0 0,0 0 0 0 0,1-1-1 0 0,0 1 1 0 0,7-17 0 0 0,-6 17 152 0 0,0 0 1 0 0,0 0 0 0 0,1 0 0 0 0,0 0 0 0 0,1 1 0 0 0,0 0-1 0 0,0-1 1 0 0,1 2 0 0 0,0-1 0 0 0,0 1 0 0 0,1 0 0 0 0,0 0-1 0 0,15-10 1 0 0,-21 16-496 0 0,0 0-1 0 0,-1 1 0 0 0,1-1 1 0 0,0 1-1 0 0,0 0 0 0 0,0-1 1 0 0,0 1-1 0 0,0 0 0 0 0,0-1 1 0 0,0 1-1 0 0,0 0 0 0 0,0 0 1 0 0,0 0-1 0 0,0 0 0 0 0,0 0 1 0 0,0 0-1 0 0,0 0 0 0 0,0 0 1 0 0,0 0-1 0 0,0 1 0 0 0,0-1 1 0 0,0 0-1 0 0,0 1 0 0 0,0-1 1 0 0,0 1-1 0 0,0-1 0 0 0,-1 1 1 0 0,1-1-1 0 0,1 1 0 0 0,0 1 1 0 0,-1 0 0 0 0,1 0-1 0 0,-1 1 1 0 0,0-1-1 0 0,1 0 1 0 0,-1 1-1 0 0,0-1 1 0 0,0 0 0 0 0,-1 1-1 0 0,1-1 1 0 0,0 4-1 0 0,1 8 19 0 0,0 0 0 0 0,-1 0 0 0 0,-1 15-1 0 0,-2-6-143 0 0,0 0-1 0 0,-2 0 0 0 0,0-1 0 0 0,-9 27 0 0 0,-37 84-307 0 0,13-36 554 0 0,36-95-122 0 0,-1 1 0 0 0,1-1 0 0 0,1 0 1 0 0,-1 1-1 0 0,0-1 0 0 0,1 1 0 0 0,-1-1 1 0 0,1 1-1 0 0,0-1 0 0 0,0 1 1 0 0,0-1-1 0 0,0 1 0 0 0,0-1 0 0 0,0 1 1 0 0,1-1-1 0 0,-1 1 0 0 0,1-1 0 0 0,0 1 1 0 0,0-1-1 0 0,0 0 0 0 0,0 1 1 0 0,0-1-1 0 0,0 0 0 0 0,1 0 0 0 0,-1 0 1 0 0,1 0-1 0 0,-1 0 0 0 0,1 0 0 0 0,3 3 1 0 0,0-2-20 0 0,0-1 0 0 0,0 1 0 0 0,0-1 0 0 0,0-1 1 0 0,0 1-1 0 0,1-1 0 0 0,-1 1 0 0 0,0-2 0 0 0,1 1 0 0 0,-1 0 0 0 0,0-1 1 0 0,12-1-1 0 0,-14 1-57 0 0,96-4-506 0 0,-33 6-3716 0 0,-46 0-1818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13 9674 0 0,'-1'-2'128'0'0,"-1"1"1"0"0,0 0-1 0 0,0-1 1 0 0,0 1-1 0 0,1 0 0 0 0,-1 1 1 0 0,-1-1-1 0 0,1 0 0 0 0,0 0 1 0 0,0 1-1 0 0,0-1 0 0 0,0 1 1 0 0,0 0-1 0 0,0 0 1 0 0,-1 0-1 0 0,1 0 0 0 0,0 0 1 0 0,0 0-1 0 0,0 0 0 0 0,-1 1 1 0 0,1-1-1 0 0,0 1 0 0 0,0-1 1 0 0,0 1-1 0 0,0 0 1 0 0,0 0-1 0 0,0 0 0 0 0,0 0 1 0 0,0 0-1 0 0,1 1 0 0 0,-1-1 1 0 0,0 0-1 0 0,1 1 0 0 0,-1-1 1 0 0,1 1-1 0 0,-1 0 1 0 0,-1 2-1 0 0,-1 1 249 0 0,0 1-1 0 0,0 0 1 0 0,1 0 0 0 0,-1 0-1 0 0,1 0 1 0 0,1 0 0 0 0,-1 1-1 0 0,1-1 1 0 0,0 1 0 0 0,0-1-1 0 0,0 9 1 0 0,1 3-119 0 0,1 0-1 0 0,0 0 1 0 0,2 0-1 0 0,0-1 1 0 0,1 1-1 0 0,1-1 1 0 0,0 1-1 0 0,1-1 1 0 0,1 0-1 0 0,16 31 1 0 0,-6-20-337 0 0,2 0 1 0 0,1-1-1 0 0,0-1 1 0 0,2-1-1 0 0,26 24 1 0 0,-10-9-1460 0 0,-15-12-3874 0 0,-5-5-830 0 0</inkml:trace>
  <inkml:trace contextRef="#ctx0" brushRef="#br0" timeOffset="1">44 583 5985 0 0,'-1'-2'65'0'0,"0"0"0"0"0,-1 0 0 0 0,1 1 0 0 0,0-1 0 0 0,0 0 0 0 0,1 0 0 0 0,-1-1 0 0 0,0 1 0 0 0,1 0 0 0 0,-1 0 0 0 0,1 0 0 0 0,-1 0-1 0 0,1-1 1 0 0,0 1 0 0 0,0 0 0 0 0,0 0 0 0 0,0 0 0 0 0,1-1 0 0 0,-1 1 0 0 0,0 0 0 0 0,1 0 0 0 0,0 0 0 0 0,-1 0 0 0 0,1 0 0 0 0,0 0 0 0 0,0 0 0 0 0,0 0 0 0 0,1 0-1 0 0,-1 0 1 0 0,2-1 0 0 0,6-11 528 0 0,1 1-1 0 0,0 0 0 0 0,13-11 1 0 0,-13 14-165 0 0,92-93 2686 0 0,-86 89-3626 0 0,0 1 1 0 0,1 0-1 0 0,1 1 0 0 0,35-17 1 0 0,-25 17-559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3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1322 178 2304 0 0,'13'-27'1014'0'0,"28"-47"0"0"0,1-3 7294 0 0,-48 85-6124 0 0,-11 19-580 0 0,-302 533 1575 0 0,212-384-3022 0 0,-83 125 70 0 0,-77 136-123 0 0,-1 43-850 0 0,90-162-2557 0 0,112-201-2621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53 142 6913 0 0,'-7'-11'774'0'0,"1"0"0"0"0,0-1-1 0 0,1 0 1 0 0,0 0-1 0 0,1-1 1 0 0,-3-16 0 0 0,-6-12 3373 0 0,42 138 422 0 0,15 42-4671 0 0,-24-82 121 0 0,2 4 42 0 0,32 66 1 0 0,-45-110-54 0 0,0-1 1 0 0,1 0 0 0 0,1 0 0 0 0,0-1 0 0 0,1 0 0 0 0,0-1 0 0 0,2-1 0 0 0,21 19 0 0 0,-31-30 32 0 0,-1 1 0 0 0,1 0 0 0 0,0-1 0 0 0,0 0 0 0 0,0 1 0 0 0,0-2 0 0 0,0 1 0 0 0,0 0 0 0 0,1-1 0 0 0,-1 0 0 0 0,0 0 0 0 0,1 0 0 0 0,-1-1 0 0 0,1 1 0 0 0,-1-1 0 0 0,1 0 0 0 0,-1 0 0 0 0,1-1 0 0 0,7-1 0 0 0,-7 0 14 0 0,0 0 0 0 0,0 0 1 0 0,0-1-1 0 0,0 0 0 0 0,-1 0 0 0 0,1 0 0 0 0,-1-1 0 0 0,0 1 0 0 0,0-1 0 0 0,0 0 0 0 0,-1 0 0 0 0,1-1 0 0 0,-1 1 0 0 0,0-1 0 0 0,5-8 0 0 0,-2 0-3 0 0,1 0 0 0 0,-2-1 0 0 0,1 0 0 0 0,-2 0-1 0 0,0 0 1 0 0,-1 0 0 0 0,2-18 0 0 0,-2-10-26 0 0,-2-49 1 0 0,-2 48-524 0 0,5-48 1 0 0,-4 89 385 0 0,0 2 8 0 0,0-1-1 0 0,0 0 0 0 0,0 1 0 0 0,0-1 1 0 0,0 1-1 0 0,0-1 0 0 0,0 1 0 0 0,0-1 1 0 0,0 0-1 0 0,0 1 0 0 0,0-1 0 0 0,0 1 1 0 0,0-1-1 0 0,0 1 0 0 0,0-1 0 0 0,1 1 1 0 0,-1-1-1 0 0,0 1 0 0 0,0-1 0 0 0,1 1 1 0 0,-1-1-1 0 0,0 1 0 0 0,1-1 1 0 0,-1 1-1 0 0,0-1 0 0 0,1 1 0 0 0,-1 0 1 0 0,1-1-1 0 0,-1 1 0 0 0,1 0 0 0 0,-1-1 1 0 0,1 1-1 0 0,-1 0 0 0 0,1 0 0 0 0,-1-1 1 0 0,1 1-1 0 0,-1 0 0 0 0,1 0 0 0 0,0 0 1 0 0,-1 0-1 0 0,1 0 0 0 0,6 4-1574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 5985 0 0,'-34'-31'14054'0'0,"56"179"-11593"0"0,-18-109-2731 0 0,1 0 0 0 0,2 0 0 0 0,2-1 0 0 0,15 42 0 0 0,-19-68-700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61 8754 0 0,'-11'-31'985'0'0,"11"30"-663"0"0,0 0 0 0 0,-1-1 0 0 0,1 1 1 0 0,0-1-1 0 0,0 1 0 0 0,0 0 0 0 0,-1-1 1 0 0,2 1-1 0 0,-1-1 0 0 0,0 1 0 0 0,0-1 1 0 0,0 1-1 0 0,1 0 0 0 0,-1-1 0 0 0,1 1 1 0 0,-1-1-1 0 0,1 1 0 0 0,-1 0 0 0 0,2-2 0 0 0,32 29-6954 0 0,-16-5 4365 0 0,-11-9 2113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3225 0 0,'1'-2'365'0'0,"-1"-1"-1"0"0,0 1 1 0 0,1 0 0 0 0,-1 0 0 0 0,1 0 0 0 0,0 0 0 0 0,0 0-1 0 0,0-1 1 0 0,0 1 0 0 0,0 1 0 0 0,0-1 0 0 0,0 0-1 0 0,1 0 1 0 0,-1 0 0 0 0,3-2 0 0 0,-3 3-198 0 0,0 1 0 0 0,-1-1 0 0 0,1 1 0 0 0,-1-1 1 0 0,1 1-1 0 0,0-1 0 0 0,-1 1 0 0 0,1 0 0 0 0,0-1 0 0 0,-1 1 0 0 0,1 0 0 0 0,0-1 0 0 0,0 1 0 0 0,-1 0 1 0 0,1 0-1 0 0,0 0 0 0 0,0 0 0 0 0,-1 0 0 0 0,1 0 0 0 0,0 0 0 0 0,0 0 0 0 0,0 0 0 0 0,-1 0 1 0 0,1 0-1 0 0,0 0 0 0 0,0 1 0 0 0,-1-1 0 0 0,1 0 0 0 0,0 1 0 0 0,-1-1 0 0 0,1 0 0 0 0,0 1 1 0 0,-1-1-1 0 0,1 1 0 0 0,0-1 0 0 0,-1 1 0 0 0,1-1 0 0 0,-1 1 0 0 0,1-1 0 0 0,-1 1 0 0 0,1 0 0 0 0,-1-1 1 0 0,0 1-1 0 0,1 0 0 0 0,0 1 0 0 0,9 20 382 0 0,-1 0 0 0 0,-1 1 0 0 0,-1 0 1 0 0,-1 1-1 0 0,-1-1 0 0 0,2 30 0 0 0,7 28-1022 0 0,-13-77 411 0 0,21 89-4734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4249 0 0,'3'-4'376'0'0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1 141 2761 0 0,'1'-3'381'0'0,"0"-1"0"0"0,0 0 0 0 0,0 1 1 0 0,1-1-1 0 0,0 1 0 0 0,0-1 1 0 0,0 1-1 0 0,0 0 0 0 0,3-4 1 0 0,2-4 935 0 0,-1 2-534 0 0,1 0 0 0 0,0-1 1 0 0,0 2-1 0 0,14-13 0 0 0,-17 17-499 0 0,-1 1 0 0 0,2-1 0 0 0,-1 1 0 0 0,0 0 0 0 0,1 0-1 0 0,0 0 1 0 0,-1 1 0 0 0,1 0 0 0 0,0 0 0 0 0,0 0 0 0 0,10-2 0 0 0,-12 4-148 0 0,-1 1 1 0 0,1-1-1 0 0,0 0 0 0 0,0 1 1 0 0,-1 0-1 0 0,1 0 1 0 0,0 0-1 0 0,-1 0 0 0 0,1 0 1 0 0,-1 0-1 0 0,1 1 0 0 0,-1-1 1 0 0,0 1-1 0 0,1 0 1 0 0,-1 0-1 0 0,0-1 0 0 0,0 1 1 0 0,0 1-1 0 0,1 1 0 0 0,35 51 882 0 0,-30-43-786 0 0,44 77 196 0 0,-36-58-906 0 0,1-2 1 0 0,2 0-1 0 0,0 0 0 0 0,36 36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7370 0 0,'1'-4'730'0'0,"0"1"0"0"0,0-1 0 0 0,0 1 1 0 0,0-1-1 0 0,0 1 0 0 0,1-1 0 0 0,0 1 1 0 0,-1 0-1 0 0,1 0 0 0 0,1 0 0 0 0,1-3 1 0 0,-3 4-548 0 0,0 1 0 0 0,0 0 0 0 0,0 0 1 0 0,0-1-1 0 0,0 1 0 0 0,0 0 1 0 0,0 0-1 0 0,0 0 0 0 0,0 0 1 0 0,0 0-1 0 0,1 0 0 0 0,-1 1 1 0 0,0-1-1 0 0,1 0 0 0 0,-1 1 1 0 0,1-1-1 0 0,-1 1 0 0 0,0-1 0 0 0,1 1 1 0 0,0 0-1 0 0,-1-1 0 0 0,1 1 1 0 0,-1 0-1 0 0,1 0 0 0 0,-1 0 1 0 0,1 0-1 0 0,-1 0 0 0 0,3 1 1 0 0,-3 2-91 0 0,0-1 1 0 0,-1 1 0 0 0,1-1 0 0 0,0 1 0 0 0,-1-1 0 0 0,0 1 0 0 0,0 0-1 0 0,1-1 1 0 0,-1 1 0 0 0,-1 0 0 0 0,1 3 0 0 0,-1 4 96 0 0,1-7-187 0 0,1 1 0 0 0,-1-1 0 0 0,0 0 1 0 0,1 1-1 0 0,0-1 0 0 0,0 0 0 0 0,0 0 0 0 0,0 0 1 0 0,0 0-1 0 0,1 0 0 0 0,-1 0 0 0 0,1 0 0 0 0,0 0 1 0 0,0 0-1 0 0,0-1 0 0 0,0 1 0 0 0,0-1 0 0 0,1 0 1 0 0,2 3-1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 7370 0 0,'-2'-1'179'0'0,"0"0"1"0"0,0 1 0 0 0,0 0 0 0 0,0 0 0 0 0,0-1-1 0 0,0 1 1 0 0,0 0 0 0 0,0 1 0 0 0,0-1 0 0 0,0 0-1 0 0,0 1 1 0 0,0-1 0 0 0,0 1 0 0 0,0-1 0 0 0,0 1-1 0 0,0 0 1 0 0,1 0 0 0 0,-1 0 0 0 0,0 0-1 0 0,-2 2 1 0 0,2-1 58 0 0,1 1 0 0 0,-1-1 0 0 0,1 1 0 0 0,-1-1 0 0 0,1 1 0 0 0,0 0 0 0 0,0-1 0 0 0,0 1 0 0 0,1 0 0 0 0,-1 0 0 0 0,1 0 0 0 0,-1 0 0 0 0,1 0 0 0 0,0 4 0 0 0,1 28 896 0 0,1 0-1 0 0,1 0 0 0 0,15 59 1 0 0,-6-29-211 0 0,29 133 1093 0 0,-11-101-3329 0 0,-19-68-2717 0 0,18 33 0 0 0,-21-48-1519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5529 0 0,'7'-11'587'0'0,"0"0"0"0"0,0 0 0 0 0,1 0-1 0 0,1 1 1 0 0,0 0 0 0 0,0 1 0 0 0,1 0 0 0 0,0 0-1 0 0,0 1 1 0 0,1 0 0 0 0,0 1 0 0 0,0 0-1 0 0,1 1 1 0 0,0 0 0 0 0,0 1 0 0 0,0 0 0 0 0,23-5-1 0 0,-33 10-563 0 0,-1 0 0 0 0,1 0 0 0 0,-1 0-1 0 0,1 0 1 0 0,-1 0 0 0 0,1 0 0 0 0,-1 0-1 0 0,1 0 1 0 0,-1 0 0 0 0,1 1 0 0 0,-1-1-1 0 0,1 1 1 0 0,-1-1 0 0 0,0 1 0 0 0,1-1-1 0 0,-1 1 1 0 0,0 0 0 0 0,1 0-1 0 0,-1-1 1 0 0,0 1 0 0 0,0 0 0 0 0,1 2-1 0 0,0-1 37 0 0,0 0 0 0 0,-1 1 0 0 0,0-1 0 0 0,1 1 0 0 0,-1-1-1 0 0,0 1 1 0 0,0 0 0 0 0,-1-1 0 0 0,1 1 0 0 0,-1 0-1 0 0,1 3 1 0 0,0 8 192 0 0,-1 0 1 0 0,0 0-1 0 0,-5 24 0 0 0,4-32-236 0 0,-5 25 229 0 0,-1-1 0 0 0,-16 42 1 0 0,13-45 68 0 0,2 1 0 0 0,-11 58 0 0 0,19-85-264 0 0,0 0 0 0 0,0 0-1 0 0,0 0 1 0 0,0 0-1 0 0,1 0 1 0 0,-1 0 0 0 0,0 0-1 0 0,0 0 1 0 0,1 0-1 0 0,-1 0 1 0 0,0-1 0 0 0,1 1-1 0 0,-1 0 1 0 0,1 0-1 0 0,0 0 1 0 0,-1 0 0 0 0,1-1-1 0 0,0 1 1 0 0,-1 0 0 0 0,1 0-1 0 0,0-1 1 0 0,0 1-1 0 0,-1-1 1 0 0,1 1 0 0 0,0-1-1 0 0,0 1 1 0 0,0-1-1 0 0,0 1 1 0 0,0-1 0 0 0,0 0-1 0 0,0 1 1 0 0,0-1 0 0 0,0 0-1 0 0,0 0 1 0 0,0 0-1 0 0,0 0 1 0 0,0 0 0 0 0,0 0-1 0 0,0 0 1 0 0,1 0-1 0 0,51-6 489 0 0,-41 4-454 0 0,-2 1-157 0 0,0 0 0 0 0,0 1 0 0 0,0 1 0 0 0,0-1 0 0 0,0 2 1 0 0,0-1-1 0 0,13 5 0 0 0,1 2-2614 0 0,40 18 0 0 0,-41-16-3536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36 9674 0 0,'-2'-3'321'0'0,"-1"-1"0"0"0,0 1 1 0 0,0 1-1 0 0,-1-1 0 0 0,1 0 0 0 0,0 1 0 0 0,-1-1 1 0 0,0 1-1 0 0,1 0 0 0 0,-1 1 0 0 0,0-1 0 0 0,0 0 1 0 0,-8-1-1 0 0,10 3-156 0 0,1 0 0 0 0,-1 0 0 0 0,1 0 0 0 0,-1 0 0 0 0,0 0 0 0 0,1 0 0 0 0,-1 1 0 0 0,0-1 0 0 0,1 1 0 0 0,-1-1 1 0 0,1 1-1 0 0,-1-1 0 0 0,1 1 0 0 0,-1 0 0 0 0,1 0 0 0 0,-1 0 0 0 0,1 0 0 0 0,0 0 0 0 0,0 0 0 0 0,-1 0 0 0 0,1 0 0 0 0,0 0 0 0 0,0 0 0 0 0,0 1 0 0 0,0-1 0 0 0,0 1 0 0 0,0-1 0 0 0,1 0 1 0 0,-1 1-1 0 0,0 0 0 0 0,1-1 0 0 0,-1 1 0 0 0,1-1 0 0 0,0 1 0 0 0,-1 0 0 0 0,1-1 0 0 0,0 4 0 0 0,-2 14 145 0 0,0 1 1 0 0,1-1-1 0 0,1 1 0 0 0,1 0 1 0 0,1-1-1 0 0,6 26 0 0 0,35 117 34 0 0,-29-116-250 0 0,7 14 149 0 0,52 109 0 0 0,-25-74-3188 0 0,-13-25-3715 0 0,-27-54 632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30 278 5065 0 0,'-2'-1'154'0'0,"0"0"0"0"0,0 0 0 0 0,0 0 0 0 0,1 0 0 0 0,-1-1 1 0 0,0 1-1 0 0,1-1 0 0 0,-1 1 0 0 0,1-1 0 0 0,-1 1 0 0 0,1-1 0 0 0,-1 0 0 0 0,1 0 0 0 0,0 0 0 0 0,0 0 0 0 0,0 0 0 0 0,0 0 1 0 0,1 0-1 0 0,-1 0 0 0 0,0-4 0 0 0,1 2 254 0 0,0 1 1 0 0,0-1 0 0 0,1 0-1 0 0,-1 0 1 0 0,1 0-1 0 0,0 0 1 0 0,1 1 0 0 0,-1-1-1 0 0,1 0 1 0 0,-1 1 0 0 0,4-6-1 0 0,5-6 506 0 0,-1 1 0 0 0,2 0-1 0 0,0 1 1 0 0,0 0 0 0 0,20-17 0 0 0,22-13-1037 0 0,-1 8-4650 0 0,-31 22-1144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 15667 0 0,'-1'-2'5379'0'0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946 1 11979 0 0,'-16'32'1656'0'0,"-228"429"581"0"0,121-223-1850 0 0,8-17-184 0 0,-177 326-883 0 0,210-400-3155 0 0,8-3-1303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10594 0 0,'0'0'1076'0'0,"14"-16"-425"0"0,-8 12-269 0 0,0 0 0 0 0,1 0-1 0 0,-1 1 1 0 0,1 0-1 0 0,0 0 1 0 0,0 1 0 0 0,0 0-1 0 0,0 0 1 0 0,0 1 0 0 0,0 0-1 0 0,0 0 1 0 0,1 0-1 0 0,11 1 1 0 0,10 2-295 0 0,0 2-1 0 0,33 7 1 0 0,-11-1-702 0 0,39 4-3575 0 0,-63-10-743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65 7370 0 0,'-15'6'1903'0'0,"36"-14"2130"0"0,90-29-3407 0 0,-31 17-3493 0 0,-53 15 1692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7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126 429 6233 0 0,'-3'-3'56'0'0,"1"0"0"0"0,0 0 0 0 0,0 0 0 0 0,0-1 0 0 0,0 1 0 0 0,1-1 0 0 0,-1 1 0 0 0,-1-8 0 0 0,0 3 90 0 0,-40-75 2907 0 0,34 68-1228 0 0,0 1-1 0 0,-2 0 1 0 0,-17-18-1 0 0,25 27 277 0 0,8 8-1100 0 0,10 9-459 0 0,5 15-311 0 0,-1 0 0 0 0,-1 1 0 0 0,16 33 0 0 0,38 98-221 0 0,-17-35-145 0 0,29 30-136 0 0,-71-134 184 0 0,1-1 0 0 0,0 0 0 0 0,2-1 0 0 0,0 0 0 0 0,24 19 0 0 0,-39-36 85 0 0,-1-1 0 0 0,1 1 0 0 0,-1-1 0 0 0,1 1 0 0 0,-1-1 0 0 0,1 0 0 0 0,0 1 0 0 0,-1-1 0 0 0,1 1 0 0 0,-1-1 0 0 0,1 0 0 0 0,0 0 0 0 0,0 1-1 0 0,-1-1 1 0 0,1 0 0 0 0,0 0 0 0 0,-1 0 0 0 0,1 0 0 0 0,0 0 0 0 0,0 0 0 0 0,-1 0 0 0 0,1 0 0 0 0,0 0 0 0 0,-1 0 0 0 0,1 0 0 0 0,0 0 0 0 0,1-1 0 0 0,-2 0 20 0 0,1 0 0 0 0,0 0 0 0 0,0 0 0 0 0,-1 1 1 0 0,1-1-1 0 0,0-1 0 0 0,-1 1 0 0 0,1 0 0 0 0,-1 0 1 0 0,1 0-1 0 0,-1 0 0 0 0,1 0 0 0 0,-1 0 0 0 0,0 0 1 0 0,0-2-1 0 0,2-10 249 0 0,-2 0 0 0 0,0-22 0 0 0,-1 19-159 0 0,1-116 105 0 0,6 0 0 0 0,44-249 0 0 0,-46 358-564 0 0,2 1 0 0 0,1 0 0 0 0,1 0 0 0 0,0 1 1 0 0,2 0-1 0 0,20-33 0 0 0,-12 28-951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5065 0 0,'35'129'4075'0'0,"-6"-20"-3631"0"0,-3 2-3852 0 0,-25-103 2409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44 3225 0 0,'-16'-14'-66'0'0,"14"11"630"0"0,-1 0-1 0 0,0 0 1 0 0,1 1-1 0 0,-1-1 1 0 0,0 1-1 0 0,-1 0 1 0 0,1 0-1 0 0,0 0 1 0 0,-1 0-1 0 0,1 1 1 0 0,-1-1-1 0 0,-4 0 1 0 0,38 29-2997 0 0,46 59 2207 0 0,-58-61 226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8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2761 0 0,'0'-1'-3'0'0,"1"1"0"0"0,-1-1 0 0 0,0 1 0 0 0,0 0 0 0 0,0-1 1 0 0,0 1-1 0 0,0 0 0 0 0,1-1 0 0 0,-1 1 0 0 0,0-1 0 0 0,0 1 1 0 0,1 0-1 0 0,-1 0 0 0 0,0-1 0 0 0,0 1 0 0 0,1 0 0 0 0,-1-1 1 0 0,0 1-1 0 0,1 0 0 0 0,-1 0 0 0 0,1 0 0 0 0,-1-1 1 0 0,0 1-1 0 0,1 0 0 0 0,-1 0 0 0 0,0 0 0 0 0,1 0 0 0 0,-1 0 1 0 0,1 0-1 0 0,-1 0 0 0 0,0 0 0 0 0,1 0 0 0 0,-1 0 0 0 0,1 0 1 0 0,-1 0-1 0 0,0 0 0 0 0,1 0 0 0 0,-1 0 0 0 0,1 0 0 0 0,-1 0 1 0 0,0 1-1 0 0,1-1 0 0 0,-1 0 0 0 0,1 0 0 0 0,-1 0 0 0 0,1 1 1 0 0,16 7 1495 0 0,-9 1-963 0 0,-1 0 1 0 0,1 1-1 0 0,-2 0 1 0 0,1 0-1 0 0,-2 0 1 0 0,1 1-1 0 0,-1 0 1 0 0,-1 0-1 0 0,6 23 0 0 0,-6-20-289 0 0,1 0-1 0 0,0-1 1 0 0,1 1 0 0 0,0-1-1 0 0,2 0 1 0 0,8 13-1 0 0,-16-25-240 0 0,1-1-1 0 0,-1 0 1 0 0,0 1-1 0 0,0-1 1 0 0,0 0-1 0 0,0 0 1 0 0,1 1-1 0 0,-1-1 1 0 0,0 0-1 0 0,0 1 1 0 0,1-1-1 0 0,-1 0 1 0 0,0 0-1 0 0,1 0 1 0 0,-1 1-1 0 0,0-1 1 0 0,1 0 0 0 0,-1 0-1 0 0,0 0 1 0 0,1 0-1 0 0,-1 1 1 0 0,0-1-1 0 0,1 0 1 0 0,-1 0-1 0 0,1 0 1 0 0,-1 0-1 0 0,0 0 1 0 0,1 0-1 0 0,-1 0 1 0 0,0 0-1 0 0,1 0 1 0 0,-1 0-1 0 0,0-1 1 0 0,1 1-1 0 0,-1 0 1 0 0,0 0 0 0 0,1 0-1 0 0,0 0 1 0 0,6-16-607 0 0,0-28-648 0 0,-7 42 1228 0 0,2-25-274 0 0,1-6 183 0 0,8-41-1 0 0,-9 65 290 0 0,1-1 0 0 0,-1 1 0 0 0,2 0 0 0 0,-1 0 0 0 0,1 0 0 0 0,1 1-1 0 0,0-1 1 0 0,10-14 0 0 0,-14 22-98 0 0,0-1 0 0 0,0 1 1 0 0,1 0-1 0 0,-1-1 0 0 0,0 1 0 0 0,0 0 0 0 0,1 0 0 0 0,-1 0 0 0 0,0 0 0 0 0,1 0 1 0 0,-1 0-1 0 0,1 1 0 0 0,0-1 0 0 0,-1 0 0 0 0,1 1 0 0 0,0-1 0 0 0,-1 1 0 0 0,1-1 1 0 0,0 1-1 0 0,-1 0 0 0 0,1 0 0 0 0,0 0 0 0 0,0 0 0 0 0,-1 0 0 0 0,1 0 0 0 0,0 0 1 0 0,-1 1-1 0 0,1-1 0 0 0,0 1 0 0 0,-1-1 0 0 0,1 1 0 0 0,0-1 0 0 0,-1 1 0 0 0,1 0 1 0 0,-1 0-1 0 0,1 0 0 0 0,-1 0 0 0 0,0 0 0 0 0,1 0 0 0 0,-1 0 0 0 0,0 1 0 0 0,0-1 1 0 0,2 3-1 0 0,6 7 252 0 0,0 0 0 0 0,-1 1 0 0 0,-1 0 0 0 0,8 17 1 0 0,-11-21-321 0 0,8 14-909 0 0,-1 0-4129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86 220 1840 0 0,'-20'-66'2058'0'0,"16"45"-1073"0"0,-2 1 1 0 0,-1-1-1 0 0,0 1 0 0 0,-1 1 1 0 0,-25-34 7480 0 0,34 72-6317 0 0,11 27-1550 0 0,36 117-356 0 0,-12-38 86 0 0,96 226 0 0 0,-119-324-952 0 0,1 4-3453 0 0,26 39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2761 0 0,'2'-7'325'0'0,"0"0"0"0"0,0-1 1 0 0,1 1-1 0 0,0 0 0 0 0,0 0 0 0 0,0 0 1 0 0,1 1-1 0 0,0-1 0 0 0,1 1 1 0 0,-1 0-1 0 0,1 0 0 0 0,0 1 1 0 0,1-1-1 0 0,8-6 0 0 0,-13 11-229 0 0,0 0 0 0 0,0 0-1 0 0,1 0 1 0 0,-1 1-1 0 0,0-1 1 0 0,1 0 0 0 0,-1 1-1 0 0,1-1 1 0 0,-1 0 0 0 0,1 1-1 0 0,-1 0 1 0 0,1-1-1 0 0,-1 1 1 0 0,1 0 0 0 0,-1 0-1 0 0,1 0 1 0 0,0 0 0 0 0,-1 0-1 0 0,1 0 1 0 0,-1 0 0 0 0,1 0-1 0 0,2 2 1 0 0,-2-1 15 0 0,0 0 1 0 0,0 0 0 0 0,0 1-1 0 0,0-1 1 0 0,0 1 0 0 0,-1 0-1 0 0,1-1 1 0 0,-1 1 0 0 0,1 0-1 0 0,-1 0 1 0 0,0 0-1 0 0,1 0 1 0 0,0 4 0 0 0,3 4 201 0 0,-2 1 1 0 0,1 0 0 0 0,-1 0 0 0 0,-1 0 0 0 0,1 15 0 0 0,-1-4-196 0 0,-1 1 1 0 0,-1 0-1 0 0,-1 0 1 0 0,-8 41-1 0 0,7-53-116 0 0,-1 1-1 0 0,0-1 0 0 0,-1 1 0 0 0,0-1 0 0 0,-1-1 0 0 0,0 1 0 0 0,-1-1 0 0 0,0 1 0 0 0,0-1 0 0 0,-1-1 0 0 0,-10 11 0 0 0,16-19 75 0 0,0 0 1 0 0,-1 1-1 0 0,1-1 1 0 0,-1 0-1 0 0,0 0 0 0 0,1 0 1 0 0,-1 0-1 0 0,0 0 1 0 0,1-1-1 0 0,-1 1 1 0 0,0 0-1 0 0,0-1 0 0 0,0 1 1 0 0,1-1-1 0 0,-1 0 1 0 0,-3 1-1 0 0,5-1-41 0 0,0 0-1 0 0,0 0 0 0 0,-1 0 1 0 0,1 0-1 0 0,0 0 1 0 0,0 0-1 0 0,0 0 0 0 0,0 0 1 0 0,-1-1-1 0 0,1 1 1 0 0,0 0-1 0 0,0 0 1 0 0,0 0-1 0 0,-1 0 0 0 0,1 0 1 0 0,0 0-1 0 0,0 0 1 0 0,0 0-1 0 0,0 0 1 0 0,0-1-1 0 0,-1 1 0 0 0,1 0 1 0 0,0 0-1 0 0,0 0 1 0 0,0 0-1 0 0,0 0 0 0 0,0-1 1 0 0,0 1-1 0 0,0 0 1 0 0,0 0-1 0 0,-1 0 1 0 0,1-1-1 0 0,0 1 0 0 0,0 0 1 0 0,0 0-1 0 0,0 0 1 0 0,0 0-1 0 0,0-1 1 0 0,0 1-1 0 0,0 0 0 0 0,0-1 1 0 0,12-11 1102 0 0,-11 11-814 0 0,4-2-31 0 0,3-2-172 0 0,0 1 0 0 0,0 1 0 0 0,0-1 0 0 0,1 1 0 0 0,-1 1 0 0 0,1-1 0 0 0,0 1 0 0 0,-1 1 0 0 0,1 0 0 0 0,0 0 0 0 0,0 1 0 0 0,0 0 0 0 0,0 0 0 0 0,0 1 0 0 0,0 1 0 0 0,9 1 0 0 0,2 2-356 0 0,118 30 1303 0 0,-73-9-2616 0 0,-3 9-4555 0 0,-42-21 236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0,'-5'-3'4843'0'0,"4"3"-4755"0"0,-1 11 3764 0 0,1 14-1623 0 0,2-6-1902 0 0,1 0 269 0 0,1 0 1 0 0,1-1-1 0 0,0 1 0 0 0,9 21 1 0 0,-9-28-1203 0 0,2 0 0 0 0,-1 0 0 0 0,1-1 1 0 0,14 19-1 0 0,-13-23-1551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127 321 3225 0 0,'-8'-22'253'0'0,"-59"-160"1228"0"0,15 65 5230 0 0,59 130-6933 0 0,1-1-1 0 0,1 0 0 0 0,0-1 1 0 0,0 0-1 0 0,1-1 0 0 0,0 0 0 0 0,14 11 1 0 0,8 8 26 0 0,-14-13 185 0 0</inkml:trace>
  <inkml:trace contextRef="#ctx0" brushRef="#br0" timeOffset="1">527 317 5985 0 0,'-3'0'-58'0'0,"-18"-2"1360"0"0,20-2-90 0 0,12-5-155 0 0,1 3-508 0 0,0 0-1 0 0,0 1 1 0 0,1 1-1 0 0,-1 0 1 0 0,1 0-1 0 0,0 2 1 0 0,0-1 0 0 0,0 2-1 0 0,23-1 1 0 0,14 3 310 0 0,62 8-1 0 0,-39-1-1095 0 0,-4-3-4483 0 0,-36-1-335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6 10594 0 0,'-5'-1'239'0'0,"1"0"-1"0"0,-1 0 1 0 0,0 0-1 0 0,0 0 1 0 0,0 1-1 0 0,0 0 1 0 0,0 0-1 0 0,0 0 1 0 0,0 1-1 0 0,-7 1 1 0 0,10-2-122 0 0,0 1 0 0 0,0 1 0 0 0,-1-1 0 0 0,1 0 0 0 0,0 0 0 0 0,0 1-1 0 0,0 0 1 0 0,0-1 0 0 0,0 1 0 0 0,1 0 0 0 0,-1 0 0 0 0,0 0 0 0 0,1 0 0 0 0,-1 0 0 0 0,1 0 0 0 0,0 0 0 0 0,0 0 0 0 0,0 1 0 0 0,0-1 0 0 0,0 0 0 0 0,0 1-1 0 0,0 4 1 0 0,-2 10 195 0 0,0 0 0 0 0,1 1 0 0 0,1-1 0 0 0,1 1 0 0 0,1 0-1 0 0,3 20 1 0 0,23 105 736 0 0,-26-139-1030 0 0,45 155-485 0 0,-13-52-2460 0 0,-20-56-2881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45 6913 0 0,'-1'-3'125'0'0,"-9"-20"725"0"0,9 22-766 0 0,1 1-1 0 0,0-1 0 0 0,0 1 1 0 0,0-1-1 0 0,0 1 1 0 0,-1-1-1 0 0,1 0 1 0 0,0 1-1 0 0,0-1 1 0 0,0 1-1 0 0,0-1 1 0 0,0 1-1 0 0,0-1 1 0 0,0 1-1 0 0,1-1 0 0 0,-1 1 1 0 0,0-1-1 0 0,0 1 1 0 0,0-1-1 0 0,0 1 1 0 0,1-1-1 0 0,-1 1 1 0 0,0-1-1 0 0,0 1 1 0 0,1-1-1 0 0,-1 1 0 0 0,0 0 1 0 0,1-1-1 0 0,-1 1 1 0 0,1-1-1 0 0,-1 1 1 0 0,0 0-1 0 0,1-1 1 0 0,-1 1-1 0 0,1 0 1 0 0,-1 0-1 0 0,1-1 0 0 0,-1 1 1 0 0,2 0-1 0 0,-1 0 37 0 0,0 0 0 0 0,-1 0-1 0 0,1 1 1 0 0,0-1-1 0 0,0 0 1 0 0,0 1-1 0 0,-1-1 1 0 0,1 1-1 0 0,0-1 1 0 0,0 1-1 0 0,-1-1 1 0 0,1 1 0 0 0,0-1-1 0 0,-1 1 1 0 0,1 0-1 0 0,-1-1 1 0 0,1 1-1 0 0,-1 0 1 0 0,1-1-1 0 0,-1 1 1 0 0,1 0 0 0 0,0 1-1 0 0,9 19 1048 0 0,7 32 273 0 0,-2 0-1 0 0,13 102 1 0 0,2 4-842 0 0,48 109-1077 0 0,-34-126-5611 0 0,-40-128 1017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1 310 6913 0 0,'0'-9'-7'0'0,"-1"-1"0"0"0,2 1 0 0 0,-1-1-1 0 0,1 1 1 0 0,1 0 0 0 0,-1 0 0 0 0,1 0-1 0 0,1 0 1 0 0,0 0 0 0 0,0 0 0 0 0,1 0-1 0 0,8-13 1 0 0,2-1 190 0 0,0 1 0 0 0,2 1 0 0 0,22-25 0 0 0,-32 39 122 0 0,0 1 0 0 0,0 0 1 0 0,1 1-1 0 0,-1-1 0 0 0,1 1 0 0 0,0 1 0 0 0,1-1 0 0 0,-1 1 1 0 0,1 0-1 0 0,0 1 0 0 0,0 0 0 0 0,11-3 0 0 0,-15 5-166 0 0,0 1 0 0 0,0-1-1 0 0,0 1 1 0 0,0 0 0 0 0,0 0-1 0 0,0 1 1 0 0,0-1 0 0 0,0 1-1 0 0,0 0 1 0 0,0 0 0 0 0,0 0-1 0 0,-1 0 1 0 0,1 1 0 0 0,0 0-1 0 0,-1 0 1 0 0,1 0-1 0 0,-1 0 1 0 0,1 0 0 0 0,-1 1-1 0 0,0-1 1 0 0,0 1 0 0 0,0 0-1 0 0,0 0 1 0 0,-1 0 0 0 0,1 0-1 0 0,-1 0 1 0 0,3 6 0 0 0,2 5-31 0 0,0 0 0 0 0,-1 0 1 0 0,-1 0-1 0 0,0 0 0 0 0,-2 1 1 0 0,1 0-1 0 0,-2 0 0 0 0,1 0 1 0 0,-2 0-1 0 0,0 0 0 0 0,-1 1 1 0 0,-4 25-1 0 0,1-14 35 0 0,-2 1 0 0 0,0-1 1 0 0,-2 0-1 0 0,-1-1 0 0 0,-2 0 1 0 0,-13 29-1 0 0,20-50-53 0 0,0 3 105 0 0,0-1 1 0 0,-1 0-1 0 0,0 0 1 0 0,0 0-1 0 0,-1 0 0 0 0,0-1 1 0 0,0 1-1 0 0,0-1 0 0 0,-1-1 1 0 0,-10 10-1 0 0,30-21 125 0 0,0 0 0 0 0,1 1 0 0 0,-1 1 0 0 0,29-5 0 0 0,63-1-720 0 0,-91 9 358 0 0,51 0-1922 0 0,-21 6-3513 0 0,-11 1-465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96 3225 0 0,'2'-5'42'0'0,"-1"0"-1"0"0,1 0 1 0 0,-1-1 0 0 0,0 1 0 0 0,0-1 0 0 0,0 1 0 0 0,-1-11 0 0 0,0 14 211 0 0,0 1 1 0 0,0-1 0 0 0,0 0 0 0 0,0 0 0 0 0,-1 1 0 0 0,1-1 0 0 0,-1 0 0 0 0,1 0 0 0 0,-1 1-1 0 0,1-1 1 0 0,-1 1 0 0 0,0-1 0 0 0,0 0 0 0 0,0 1 0 0 0,0-1 0 0 0,0 1 0 0 0,0 0 0 0 0,0-1-1 0 0,-1 1 1 0 0,1 0 0 0 0,0 0 0 0 0,-1 0 0 0 0,1 0 0 0 0,-1 0 0 0 0,1 0 0 0 0,-1 0 0 0 0,1 0-1 0 0,-4 0 1 0 0,3 0 39 0 0,0 1 0 0 0,0-1-1 0 0,0 1 1 0 0,0 0-1 0 0,0 0 1 0 0,0 0 0 0 0,0 0-1 0 0,0 0 1 0 0,0 1 0 0 0,1-1-1 0 0,-1 1 1 0 0,0-1 0 0 0,0 1-1 0 0,0-1 1 0 0,0 1-1 0 0,1 0 1 0 0,-1 0 0 0 0,0 0-1 0 0,-2 2 1 0 0,0 1-24 0 0,1-1 1 0 0,0 0-1 0 0,-1 1 0 0 0,2 0 0 0 0,-1-1 1 0 0,0 1-1 0 0,1 0 0 0 0,-3 5 1 0 0,-2 8 24 0 0,1 1-1 0 0,1-1 1 0 0,-5 22 0 0 0,10-36-222 0 0,-7 30-18 0 0,2 0 1 0 0,1 0 0 0 0,2 1 0 0 0,1 0 0 0 0,2-1-1 0 0,1 1 1 0 0,1 0 0 0 0,2-1 0 0 0,2 0-1 0 0,1 0 1 0 0,1-1 0 0 0,2 0 0 0 0,25 53 0 0 0,-5-22 25 0 0,-2-7-682 0 0,28 82 0 0 0,-50-118-486 0 0,-2 0 0 0 0,0 0 1 0 0,-1 1-1 0 0,-1-1 0 0 0,-1 1 0 0 0,-1-1 0 0 0,-1 1 0 0 0,-2 27 0 0 0,0-34-88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25 333 6913 0 0,'-2'-1'36'0'0,"1"-1"0"0"0,-1 1 0 0 0,0 0-1 0 0,0-1 1 0 0,1 1 0 0 0,-1-1-1 0 0,1 0 1 0 0,-1 1 0 0 0,1-1 0 0 0,0 0-1 0 0,0 0 1 0 0,0 0 0 0 0,0 0-1 0 0,0 0 1 0 0,0 0 0 0 0,0 0 0 0 0,1 0-1 0 0,-1 0 1 0 0,0-3 0 0 0,1 0 126 0 0,1 0 1 0 0,-1 1-1 0 0,1-1 1 0 0,0 0-1 0 0,0 0 1 0 0,1 1-1 0 0,-1-1 0 0 0,4-4 1 0 0,1-6 676 0 0,2 0 0 0 0,0 1 0 0 0,1 0 0 0 0,0 0 1 0 0,1 1-1 0 0,1 0 0 0 0,0 1 0 0 0,0 0 0 0 0,2 1 0 0 0,-1 0 0 0 0,22-14 0 0 0,-18 15-941 0 0,1 0 0 0 0,1 0 0 0 0,-1 2 0 0 0,2 0 0 0 0,-1 1 0 0 0,1 1 0 0 0,0 1 0 0 0,0 1 0 0 0,27-4 0 0 0,-4 6-689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70 315 5065 0 0,'-13'5'154'0'0,"9"-4"210"0"0,-1 1 1 0 0,1-1-1 0 0,0 1 1 0 0,-1 0-1 0 0,1 1 1 0 0,0-1-1 0 0,0 1 0 0 0,0 0 1 0 0,1 0-1 0 0,-1 0 1 0 0,1 0-1 0 0,-6 7 1 0 0,42-14 2823 0 0,106-33-1431 0 0,2 5 0 0 0,1 7 0 0 0,286-12-1 0 0,725-18-1284 0 0,-512-7-6 0 0,194-12-574 0 0,-414 48-1331 0 0,-349 21 448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10594 0 0,'-1'4'274'0'0,"-1"0"-1"0"0,1 1 1 0 0,0-1-1 0 0,0 0 1 0 0,0 0-1 0 0,1 0 0 0 0,-1 1 1 0 0,1-1-1 0 0,0 0 1 0 0,1 8-1 0 0,-1 2 208 0 0,2 62 951 0 0,4 1 0 0 0,17 92 0 0 0,-11-89-1040 0 0,35 160 667 0 0,-36-198-1182 0 0,2-1-1 0 0,3 0 1 0 0,31 61-1 0 0,-11-38-4484 0 0,-30-50-934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6913 0 0,'2'-7'7'0'0,"1"0"-1"0"0,0 0 0 0 0,0 0 0 0 0,1 1 0 0 0,0 0 0 0 0,0-1 0 0 0,0 1 0 0 0,1 1 0 0 0,0-1 0 0 0,0 1 0 0 0,10-9 0 0 0,-1 2 495 0 0,2 1-1 0 0,-1 0 0 0 0,25-11 0 0 0,-38 20-390 0 0,1 1 0 0 0,0-1-1 0 0,0 1 1 0 0,0 0 0 0 0,0 0 0 0 0,0 0-1 0 0,0 0 1 0 0,0 0 0 0 0,0 1 0 0 0,1-1-1 0 0,-1 1 1 0 0,0 0 0 0 0,0 0-1 0 0,0 0 1 0 0,1 1 0 0 0,-1-1 0 0 0,0 1-1 0 0,0 0 1 0 0,0-1 0 0 0,0 1 0 0 0,0 1-1 0 0,0-1 1 0 0,0 0 0 0 0,0 1-1 0 0,2 1 1 0 0,-1 1-43 0 0,0-1 0 0 0,0 1-1 0 0,-1 0 1 0 0,1 0 0 0 0,-1 1 0 0 0,0-1-1 0 0,-1 0 1 0 0,1 1 0 0 0,-1 0 0 0 0,0 0-1 0 0,0 0 1 0 0,0 0 0 0 0,-1 0 0 0 0,2 8-1 0 0,0 7 130 0 0,-1 0-1 0 0,0 0 1 0 0,-2 0 0 0 0,0 0-1 0 0,-2-1 1 0 0,0 1-1 0 0,-1 0 1 0 0,0 0-1 0 0,-2-1 1 0 0,-1 0-1 0 0,0 0 1 0 0,-11 22-1 0 0,11-31 91 0 0,1 0 0 0 0,-1-1-1 0 0,-1 0 1 0 0,0-1 0 0 0,0 0 0 0 0,-1 0-1 0 0,0 0 1 0 0,0-1 0 0 0,0 0 0 0 0,-1 0-1 0 0,-14 7 1 0 0,29-15-113 0 0,-1-1 1 0 0,1 2-1 0 0,-1-1 1 0 0,1 1-1 0 0,-1 0 1 0 0,1 0-1 0 0,7 1 1 0 0,48 7-108 0 0,-30-2-139 0 0,117 16-524 0 0,-48-14-3969 0 0,-73-8-1054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115 433 6449 0 0,'-2'2'181'0'0,"0"1"0"0"0,1 0 0 0 0,-1 0 0 0 0,1 0 0 0 0,0-1 0 0 0,-1 1 0 0 0,1 1 0 0 0,0-1 0 0 0,1 0 0 0 0,-1 0 0 0 0,1 0 0 0 0,-1 0 0 0 0,1 7 0 0 0,3 48 2338 0 0,-2-42-1712 0 0,0 4-58 0 0,1 5 715 0 0,6 38 1 0 0,-6-56-1868 0 0,-1-1 1 0 0,1 1-1 0 0,0-1 1 0 0,0 0-1 0 0,1 0 1 0 0,0 0-1 0 0,0 0 1 0 0,0-1-1 0 0,1 1 1 0 0,0-1 0 0 0,5 6-1 0 0</inkml:trace>
  <inkml:trace contextRef="#ctx0" brushRef="#br0" timeOffset="1">18 6 7834 0 0,'-7'-2'344'0'0,"3"0"72"0"0,1 1-328 0 0,1 1-88 0 0,0 0 0 0 0,2 1 64 0 0,0 1-64 0 0,0 0 96 0 0,2 3-32 0 0,2 1-64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9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252 493 456 0 0,'-26'-39'2525'0'0,"-60"-70"1"0"0,57 75-416 0 0,1-2 1 0 0,-31-50 0 0 0,42 51-191 0 0,16 32-1653 0 0,0 1 0 0 0,0-1 1 0 0,0 1-1 0 0,0-1 0 0 0,1 0 1 0 0,-1 1-1 0 0,1-1 0 0 0,0 0 0 0 0,0 1 1 0 0,-1-1-1 0 0,2-5 0 0 0,0 8-211 0 0,-1 0 0 0 0,1 0-1 0 0,-1 0 1 0 0,1 0 0 0 0,0 0-1 0 0,-1 0 1 0 0,1 0 0 0 0,0 0-1 0 0,-1 0 1 0 0,1 0 0 0 0,-1 0-1 0 0,1 1 1 0 0,-1-1 0 0 0,1 0-1 0 0,0 0 1 0 0,-1 1 0 0 0,1-1 0 0 0,-1 0-1 0 0,1 1 1 0 0,-1-1 0 0 0,1 0-1 0 0,-1 1 1 0 0,0-1 0 0 0,1 1-1 0 0,-1-1 1 0 0,1 1 0 0 0,-1-1-1 0 0,1 2 1 0 0,15 14 86 0 0,34 46-70 0 0,73 123 0 0 0,-84-121-48 0 0,2-2 1 0 0,64 73-1 0 0,10 8-84 0 0,-75-92 48 0 0,-40-51 12 0 0,0 1 0 0 0,0-1 1 0 0,0 0-1 0 0,0 1 0 0 0,1-1 0 0 0,-1 1 0 0 0,0-1 0 0 0,0 0 1 0 0,0 1-1 0 0,1-1 0 0 0,-1 0 0 0 0,0 1 0 0 0,1-1 0 0 0,-1 0 0 0 0,0 0 1 0 0,1 1-1 0 0,-1-1 0 0 0,0 0 0 0 0,1 0 0 0 0,-1 0 0 0 0,0 1 1 0 0,1-1-1 0 0,-1 0 0 0 0,1 0 0 0 0,-1 0 0 0 0,0 0 0 0 0,1 0 1 0 0,-1 0-1 0 0,1 0 0 0 0,-1 0 0 0 0,0 0 0 0 0,1 0 0 0 0,-1 0 1 0 0,1 0-1 0 0,-1 0 0 0 0,0 0 0 0 0,1 0 0 0 0,0-1 0 0 0,4-18 19 0 0,-6-39 58 0 0,0 49-51 0 0,-2-41 119 0 0,-6-111-692 0 0,16-245 1 0 0,-3 371-752 0 0,11-45 1 0 0,-7 49 95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2761 0 0,'-1'0'101'0'0,"0"0"0"0"0,0 0 0 0 0,0 0 0 0 0,-1 0 0 0 0,1 0 0 0 0,0 1 0 0 0,0-1 0 0 0,0 0 0 0 0,0 0 1 0 0,0 1-1 0 0,0-1 0 0 0,0 0 0 0 0,0 1 0 0 0,0-1 0 0 0,0 1 0 0 0,0 0 0 0 0,0-1 0 0 0,0 1 0 0 0,1 0 1 0 0,-1-1-1 0 0,0 1 0 0 0,0 0 0 0 0,1 0 0 0 0,-1 0 0 0 0,0-1 0 0 0,1 1 0 0 0,-1 0 0 0 0,1 0 0 0 0,-1 0 1 0 0,0 2-1 0 0,-14 30 1254 0 0,13-21-1188 0 0,0-1 1 0 0,0 1 0 0 0,2 0 0 0 0,-1-1-1 0 0,2 1 1 0 0,-1 0 0 0 0,2 0 0 0 0,-1-1 0 0 0,2 1-1 0 0,-1-1 1 0 0,6 13 0 0 0,-1-5-45 0 0,0 0 0 0 0,2 0 1 0 0,0-1-1 0 0,1 0 0 0 0,19 27 0 0 0,-21-36-39 0 0,0 0 0 0 0,0-1 0 0 0,1 0-1 0 0,0 0 1 0 0,0-1 0 0 0,1 0 0 0 0,17 10 0 0 0,-23-15-33 0 0,0 0 0 0 0,0 0 0 0 0,0 0 0 0 0,0 0 0 0 0,0-1-1 0 0,1 0 1 0 0,-1 0 0 0 0,0 0 0 0 0,1 0 0 0 0,-1-1 0 0 0,1 1 0 0 0,-1-1 0 0 0,0 0 0 0 0,1-1 0 0 0,-1 1 0 0 0,1-1 0 0 0,-1 0 0 0 0,0 0 0 0 0,0 0 0 0 0,1-1 0 0 0,-1 1 0 0 0,0-1 0 0 0,7-4 0 0 0,-8 3 54 0 0,0 0 1 0 0,0 0-1 0 0,0-1 1 0 0,-1 1-1 0 0,1-1 1 0 0,-1 0-1 0 0,0 0 1 0 0,0 0 0 0 0,0 0-1 0 0,0 0 1 0 0,-1 0-1 0 0,0 0 1 0 0,1 0-1 0 0,0-8 1 0 0,0-4 275 0 0,-1 0 0 0 0,0-27 0 0 0,-1 29-215 0 0,-1 1 0 0 0,-1 0 0 0 0,0 0 0 0 0,0-1-1 0 0,-2 1 1 0 0,0 1 0 0 0,-7-18 0 0 0,9 25-314 0 0,0 1 0 0 0,0 0-1 0 0,-1 0 1 0 0,1 0 0 0 0,-1 0-1 0 0,0 0 1 0 0,0 1 0 0 0,-1-1-1 0 0,1 1 1 0 0,-1 0 0 0 0,1 0-1 0 0,-1 0 1 0 0,0 0 0 0 0,0 1-1 0 0,0-1 1 0 0,-1 1 0 0 0,1 0-1 0 0,-1 1 1 0 0,1-1 0 0 0,-1 1-1 0 0,1 0 1 0 0,-1 0 0 0 0,-9-1-1 0 0,-5 2-4454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3225 0 0,'1'-6'-209'0'0,"-1"6"264"0"0,0 0 1 0 0,0-1-1 0 0,0 1 0 0 0,0 0 0 0 0,0 0 1 0 0,-1-1-1 0 0,1 1 0 0 0,0 0 0 0 0,0-1 1 0 0,0 1-1 0 0,0 0 0 0 0,0-1 0 0 0,0 1 1 0 0,0 0-1 0 0,0-1 0 0 0,1 1 1 0 0,-1 0-1 0 0,0 0 0 0 0,0-1 0 0 0,0 1 1 0 0,0 0-1 0 0,0-1 0 0 0,0 1 0 0 0,1 0 1 0 0,-1 0-1 0 0,0-1 0 0 0,0 1 0 0 0,0 0 1 0 0,1 0-1 0 0,-1 0 0 0 0,0-1 0 0 0,0 1 1 0 0,1 0-1 0 0,-1 0 0 0 0,0 0 0 0 0,0-1 1 0 0,1 1-1 0 0,-1 0 0 0 0,0 0 0 0 0,0 0 1 0 0,1 0-1 0 0,-1 0 0 0 0,0 0 0 0 0,1 0 1 0 0,-1 0-1 0 0,0 0 0 0 0,1 0 0 0 0,-1 0 1 0 0,0 0-1 0 0,1 0 0 0 0,-1 0 0 0 0,0 0 1 0 0,0 0-1 0 0,1 0 0 0 0,-1 0 0 0 0,0 0 1 0 0,1 1-1 0 0,-1-1 0 0 0,2 1 678 0 0,0 4-108 0 0,15 52 717 0 0,-9-29-241 0 0,17 41 1 0 0,-22-63-1003 0 0,0 1 0 0 0,0-1 0 0 0,1 0 1 0 0,0 0-1 0 0,0 0 0 0 0,0 0 0 0 0,1-1 0 0 0,0 0 1 0 0,0 0-1 0 0,0 0 0 0 0,9 6 0 0 0,-12-10-96 0 0,-1 0-1 0 0,1 0 0 0 0,0 0 0 0 0,0 0 0 0 0,0 0 0 0 0,0 0 1 0 0,-1-1-1 0 0,1 1 0 0 0,0-1 0 0 0,0 1 0 0 0,0-1 1 0 0,0 0-1 0 0,0 0 0 0 0,0 0 0 0 0,0 0 0 0 0,0 0 1 0 0,0 0-1 0 0,0-1 0 0 0,0 1 0 0 0,0-1 0 0 0,0 1 1 0 0,4-2-1 0 0,-3 0-28 0 0,0-1 0 0 0,0 1 0 0 0,0-1 0 0 0,0 1 0 0 0,0-1 0 0 0,-1 0 0 0 0,1 0 0 0 0,-1 0 1 0 0,0 0-1 0 0,0 0 0 0 0,3-5 0 0 0,3-9-158 0 0,-1-1 1 0 0,0 0 0 0 0,6-33-1 0 0,-12 48 171 0 0,5-31-231 0 0,3-35-1 0 0,2-10 465 0 0,-11 78-182 0 0,0 0 0 0 0,0 0 0 0 0,0 0 0 0 0,0 0 0 0 0,0 0 0 0 0,0 0 0 0 0,0 0 0 0 0,1 0 0 0 0,-1 1 0 0 0,0-1 0 0 0,1 0 0 0 0,-1 0 0 0 0,0 0 0 0 0,1 0 0 0 0,-1 1 0 0 0,1-1 0 0 0,0 0 0 0 0,-1 0 0 0 0,1 1 0 0 0,0-1 0 0 0,-1 0 0 0 0,1 1 0 0 0,0-1 0 0 0,0 1 0 0 0,-1-1 0 0 0,2 0 0 0 0,-1 1 11 0 0,1 1-1 0 0,-1-1 1 0 0,0 0-1 0 0,0 1 1 0 0,0-1 0 0 0,0 1-1 0 0,0-1 1 0 0,0 1-1 0 0,0-1 1 0 0,-1 1 0 0 0,1 0-1 0 0,0 0 1 0 0,0-1 0 0 0,0 1-1 0 0,-1 0 1 0 0,1 0-1 0 0,0 0 1 0 0,0 1 0 0 0,29 49 564 0 0,-29-49-685 0 0,6 14 92 0 0,10 21-330 0 0,1-1 1 0 0,1-1-1 0 0,2-1 1 0 0,1 0-1 0 0,28 30 1 0 0,-34-49-540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1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16 128 5065 0 0,'-5'-26'364'0'0,"2"15"14"0"0,0 1 0 0 0,1 0 0 0 0,1 0 0 0 0,0-1 0 0 0,0 1 0 0 0,2-22 0 0 0,-1 32-318 0 0,0 0 0 0 0,0-1 0 0 0,0 1 0 0 0,0 0 0 0 0,0 0 0 0 0,0-1 0 0 0,0 1 0 0 0,0 0 0 0 0,0-1 0 0 0,0 1 0 0 0,0 0 1 0 0,1-1-1 0 0,-1 1 0 0 0,0 0 0 0 0,0 0 0 0 0,0-1 0 0 0,0 1 0 0 0,1 0 0 0 0,-1 0 0 0 0,0-1 0 0 0,0 1 0 0 0,1 0 0 0 0,-1 0 0 0 0,0 0 0 0 0,0-1 0 0 0,1 1 0 0 0,-1 0 0 0 0,0 0 0 0 0,1 0 0 0 0,-1 0 0 0 0,0 0 0 0 0,0 0 0 0 0,1 0 0 0 0,-1-1 0 0 0,0 1 0 0 0,1 0 1 0 0,-1 0-1 0 0,0 0 0 0 0,1 0 0 0 0,12 10 1102 0 0,9 20 24 0 0,52 99 1315 0 0,0 0-2062 0 0,-51-93-1959 0 0,40 48 0 0 0,-47-67-1743 0 0,-1-3-830 0 0</inkml:trace>
  <inkml:trace contextRef="#ctx0" brushRef="#br0" timeOffset="1">158 200 4145 0 0,'-27'5'801'0'0,"24"-4"-358"0"0,1 0-1 0 0,0 0 1 0 0,-1 0-1 0 0,1 0 1 0 0,0 0-1 0 0,0 1 1 0 0,0-1-1 0 0,0 1 1 0 0,-2 2-1 0 0,12-6 2843 0 0,9-8-2387 0 0,34-26 146 0 0,-14 14-4945 0 0,-9 7-691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96 449 2304 0 0,'-34'2'1871'0'0,"25"0"-1264"0"0,1-2-1 0 0,-1 1 0 0 0,-16-2 0 0 0,24 1-600 0 0,1 0 1 0 0,-1 0-1 0 0,1 0 1 0 0,0 0-1 0 0,-1 0 0 0 0,1 0 1 0 0,-1 0-1 0 0,1 0 1 0 0,0 0-1 0 0,-1-1 0 0 0,1 1 1 0 0,-1 0-1 0 0,1 0 1 0 0,0 0-1 0 0,-1 0 0 0 0,1-1 1 0 0,0 1-1 0 0,-1 0 0 0 0,1 0 1 0 0,0-1-1 0 0,0 1 1 0 0,-1 0-1 0 0,1-1 0 0 0,0 1 1 0 0,0 0-1 0 0,-1-1 1 0 0,1 1-1 0 0,0 0 0 0 0,0-1 1 0 0,0 1-1 0 0,-1-1 1 0 0,9-9 845 0 0,18-5 160 0 0,180-12 706 0 0,-59 9-1504 0 0,404-81-262 0 0,-280 48-215 0 0,2 3 78 0 0,250-49 274 0 0,-411 72 907 0 0,195-17 1 0 0,-188 28-4730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83 135 6913 0 0,'-10'-10'27'0'0,"0"-1"-1"0"0,0 0 0 0 0,2 0 1 0 0,-1-1-1 0 0,1 0 1 0 0,1 0-1 0 0,-12-26 0 0 0,19 37 88 0 0,0 0 0 0 0,-1 1 0 0 0,1-1 0 0 0,0 0 0 0 0,0 0 0 0 0,0 0 0 0 0,0 1 0 0 0,0-1 0 0 0,0 0-1 0 0,0 0 1 0 0,0 0 0 0 0,0 1 0 0 0,0-1 0 0 0,0 0 0 0 0,0 0 0 0 0,1 1 0 0 0,-1-1 0 0 0,1-1 0 0 0,-1 2-41 0 0,0 0 0 0 0,1 0 0 0 0,-1-1 0 0 0,0 1 0 0 0,0 0 0 0 0,1 0 0 0 0,-1 0 0 0 0,0 0 0 0 0,1 0 0 0 0,-1-1 0 0 0,0 1 0 0 0,1 0 0 0 0,-1 0 0 0 0,0 0 0 0 0,1 0 0 0 0,-1 0 0 0 0,1 0 0 0 0,-1 0 0 0 0,0 0 0 0 0,1 0 0 0 0,-1 0 0 0 0,0 0 0 0 0,1 1 0 0 0,-1-1 0 0 0,0 0 0 0 0,1 0 0 0 0,-1 0 0 0 0,0 0 0 0 0,0 0 0 0 0,1 1 0 0 0,-1-1 0 0 0,0 0 0 0 0,1 0 0 0 0,1 3 1235 0 0,2 1-1008 0 0,158 165 86 0 0,276 373 0 0 0,-404-491-343 0 0,-3 2 0 0 0,-2 2-1 0 0,-2 0 1 0 0,-3 2 0 0 0,21 71 0 0 0,-15-14-42 0 0,29 208 1 0 0,-33-140-257 0 0,22 199-862 0 0,-43-306 1000 0 0,-3 1 0 0 0,-4-1 0 0 0,-13 84 0 0 0,-10-16-353 0 0,-7-1 1 0 0,-6-1-1 0 0,-85 208 1 0 0,60-215 2639 0 0,-135 212 1 0 0,182-322-2376 0 0,-1 0-1 0 0,0-2 1 0 0,-2 0-1 0 0,-35 32 1 0 0,32-34-399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156 142 5641 0 0,'-156'38'822'0'0,"187"-42"77"0"0,33-1 0 0 0,19-2 323 0 0,229-40-1521 0 0,140-15 1197 0 0,355 18 6208 0 0,-787 43-7208 0 0,38-6 1 0 0,-45 4-112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0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78 6913 0 0,'15'-26'-390'0'0,"-13"25"365"0"0,-1-1 1 0 0,1 1 0 0 0,-1-1-1 0 0,1 0 1 0 0,-1 0 0 0 0,0 0 0 0 0,0 0-1 0 0,0 0 1 0 0,0 0 0 0 0,0 0 0 0 0,0 0-1 0 0,-1 0 1 0 0,1-1 0 0 0,-1 1-1 0 0,1 0 1 0 0,-1 0 0 0 0,0-1 0 0 0,0-3-1 0 0,0 6 42 0 0,0-1 0 0 0,0 1-1 0 0,0-1 1 0 0,0 1 0 0 0,0-1-1 0 0,0 1 1 0 0,-1 0 0 0 0,1-1-1 0 0,0 1 1 0 0,0-1 0 0 0,0 1-1 0 0,-1 0 1 0 0,1-1 0 0 0,0 1 0 0 0,0 0-1 0 0,-1-1 1 0 0,1 1 0 0 0,0 0-1 0 0,-1-1 1 0 0,1 1 0 0 0,0 0-1 0 0,-1 0 1 0 0,1-1 0 0 0,-1 1-1 0 0,1 0 1 0 0,0 0 0 0 0,-1 0-1 0 0,1-1 1 0 0,-1 1 0 0 0,1 0-1 0 0,-1 0 1 0 0,1 0 0 0 0,-1 0-1 0 0,1 0 1 0 0,0 0 0 0 0,-1 0 0 0 0,1 0-1 0 0,-1 0 1 0 0,1 0 0 0 0,-1 0-1 0 0,1 0 1 0 0,-1 1 0 0 0,1-1-1 0 0,0 0 1 0 0,-1 0 0 0 0,1 0-1 0 0,-1 1 1 0 0,1-1 0 0 0,0 0-1 0 0,-1 0 1 0 0,1 1 0 0 0,0-1-1 0 0,-1 0 1 0 0,1 1 0 0 0,0-1-1 0 0,-1 0 1 0 0,1 1 0 0 0,0-1 0 0 0,0 0-1 0 0,0 1 1 0 0,-1-1 0 0 0,1 1-1 0 0,0-1 1 0 0,0 1 0 0 0,-20 33 828 0 0,17-28-560 0 0,-4 9 131 0 0,0 1 0 0 0,2-1 0 0 0,0 1 0 0 0,0 0 0 0 0,2 0 0 0 0,0 1 0 0 0,-1 23-1 0 0,-10 45-604 0 0,-53 275-751 0 0,50-251 934 0 0,-1-1-16 0 0,5 2 0 0 0,1 171 0 0 0,71 296-344 0 0,-32-432 117 0 0,89 270-1 0 0,-73-300-297 0 0,4-3 0 0 0,71 120 0 0 0,-70-152 597 0 0,4-1 1 0 0,3-3-1 0 0,87 94 1 0 0,-60-89 796 0 0,3-3-1 0 0,4-4 1 0 0,2-4 0 0 0,4-4 0 0 0,156 83 0 0 0,-212-129-621 0 0,143 81-454 0 0,-135-72-4451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7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14 343 1376 0 0,'-5'-44'446'0'0,"4"-24"4564"0"0,1 42-1841 0 0,-1 0 0 0 0,-6-39 0 0 0,90 430-1035 0 0,34 0-3021 0 0,-102-329 990 0 0,1 0 0 0 0,22 34 0 0 0,-31-59-32 0 0,0 1 1 0 0,2-1-1 0 0,-1 0 0 0 0,1-1 0 0 0,1 0 0 0 0,0 0 0 0 0,0-1 0 0 0,1 0 0 0 0,14 8 1 0 0,-23-15 0 0 0,1-1 0 0 0,-1 1 0 0 0,1-1 0 0 0,0 1 0 0 0,-1-1 0 0 0,1 0 0 0 0,0 0 0 0 0,0 0 0 0 0,0-1 0 0 0,0 1 0 0 0,0-1 0 0 0,0 0 0 0 0,0 1 0 0 0,0-1 0 0 0,0-1 0 0 0,0 1 0 0 0,0 0 0 0 0,0-1 0 0 0,0 1 0 0 0,0-1 0 0 0,0 0 0 0 0,0 0 0 0 0,0 0 0 0 0,-1-1 0 0 0,1 1 0 0 0,0 0 0 0 0,-1-1 0 0 0,1 0 0 0 0,-1 0 0 0 0,0 0 0 0 0,1 0 0 0 0,-1 0 0 0 0,0 0 0 0 0,0 0 0 0 0,0-1 0 0 0,-1 1 0 0 0,3-4 0 0 0,4-8 63 0 0,-1 1 1 0 0,-1-1-1 0 0,0-1 1 0 0,-1 1-1 0 0,0-1 1 0 0,2-16-1 0 0,13-84 21 0 0,-5-2 0 0 0,1-138 0 0 0,17-137-3919 0 0,-18 333 1348 0 0,-8 41-3644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49 150 8754 0 0,'-6'-9'113'0'0,"4"5"328"0"0,0 1 0 0 0,0-1-1 0 0,-1 1 1 0 0,1-1-1 0 0,-1 1 1 0 0,-5-5 0 0 0,7 8-401 0 0,1 0 0 0 0,0 0 0 0 0,0 0 0 0 0,-1-1 0 0 0,1 1 0 0 0,0 0 0 0 0,0 0 0 0 0,-1 0 0 0 0,1 0-1 0 0,0 0 1 0 0,-1 0 0 0 0,1 0 0 0 0,0 0 0 0 0,0 0 0 0 0,-1 0 0 0 0,1 0 0 0 0,0 0 0 0 0,-1 0 0 0 0,1 0 0 0 0,0 0 0 0 0,0 0 0 0 0,-1 0 0 0 0,1 0 0 0 0,0 1 0 0 0,-1-1 0 0 0,1 0 0 0 0,0 0 0 0 0,0 0 0 0 0,-1 0 0 0 0,1 1 0 0 0,0-1 0 0 0,0 0 0 0 0,0 0 0 0 0,-1 0 0 0 0,1 1 0 0 0,-7 22 79 0 0,5 0-83 0 0,0-1 1 0 0,2 1-1 0 0,1 0 1 0 0,4 32-1 0 0,-2-40-65 0 0,0 0 1 0 0,0 1-1 0 0,2-1 0 0 0,0-1 0 0 0,0 1 0 0 0,2-1 0 0 0,9 18 1 0 0,-12-27 146 0 0,-1 0 0 0 0,1 0 0 0 0,0-1 0 0 0,0 0 1 0 0,1 0-1 0 0,-1 0 0 0 0,1 0 0 0 0,0 0 0 0 0,0-1 1 0 0,0 0-1 0 0,1 0 0 0 0,-1-1 0 0 0,1 1 0 0 0,-1-1 1 0 0,1 0-1 0 0,9 1 0 0 0,-11-2-74 0 0,0 0 0 0 0,0-1 0 0 0,0 0 0 0 0,0 0 0 0 0,0 0 0 0 0,-1-1 0 0 0,1 1 0 0 0,0-1 0 0 0,0 0 0 0 0,0 0 0 0 0,0 0 0 0 0,-1 0 0 0 0,1-1 0 0 0,-1 1 0 0 0,1-1 0 0 0,-1 0 0 0 0,1 0 0 0 0,-1 0 0 0 0,0-1 0 0 0,0 1 0 0 0,0-1 0 0 0,0 0 1 0 0,-1 0-1 0 0,1 0 0 0 0,-1 0 0 0 0,3-4 0 0 0,3-7-76 0 0,-1 0 1 0 0,-1-1-1 0 0,0 0 1 0 0,-1 0 0 0 0,-1 0-1 0 0,0 0 1 0 0,-1-1-1 0 0,-1 0 1 0 0,0 1 0 0 0,-1-31-1 0 0,-1 28-249 0 0,-2-1 0 0 0,0 0 0 0 0,-1 1 0 0 0,0-1 0 0 0,-2 1 0 0 0,0 0 0 0 0,-1 1 1 0 0,-16-33-1 0 0,20 46 136 0 0,0 0 1 0 0,-1 0-1 0 0,0 0 1 0 0,1 0-1 0 0,-1 0 1 0 0,-1 1 0 0 0,-6-7-1 0 0,-8 3-3455 0 0,6 6-293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5065 0 0,'5'77'9534'0'0,"0"-47"-9371"0"0,1 0 0 0 0,2-1 0 0 0,1 0 0 0 0,14 34 0 0 0,-16-48-467 0 0,-1 0 11 0 0,0-1 0 0 0,1 0 0 0 0,0-1 0 0 0,2 1 0 0 0,15 20 0 0 0,-23-34 269 0 0,-1 0 0 0 0,1 1 0 0 0,-1-1 0 0 0,0 1 0 0 0,1-1-1 0 0,-1 1 1 0 0,1-1 0 0 0,-1 0 0 0 0,1 1 0 0 0,0-1 0 0 0,-1 0 0 0 0,1 0 0 0 0,-1 1 0 0 0,1-1-1 0 0,-1 0 1 0 0,1 0 0 0 0,0 0 0 0 0,-1 0 0 0 0,1 0 0 0 0,-1 0 0 0 0,1 0 0 0 0,0 0-1 0 0,-1 0 1 0 0,1 0 0 0 0,0 0 0 0 0,-1 0 0 0 0,1 0 0 0 0,-1 0 0 0 0,1-1 0 0 0,0 1 0 0 0,14-17 128 0 0,0-27 462 0 0,0-36-1000 0 0,-12 57-206 0 0,1-1 0 0 0,1 1 0 0 0,1 0 0 0 0,1 0 1 0 0,15-33-1 0 0,-21 54 643 0 0,-1 1 0 0 0,1-1 1 0 0,0 1-1 0 0,0-1 0 0 0,0 1 0 0 0,0-1 0 0 0,0 1 1 0 0,0 0-1 0 0,0-1 0 0 0,0 1 0 0 0,0 0 1 0 0,1 0-1 0 0,-1 0 0 0 0,1 0 0 0 0,-1 0 0 0 0,1 0 1 0 0,-1 0-1 0 0,1 0 0 0 0,-1 1 0 0 0,1-1 0 0 0,0 1 1 0 0,1-1-1 0 0,-1 1 106 0 0,0 0-1 0 0,-1 1 1 0 0,1-1 0 0 0,0 1-1 0 0,-1-1 1 0 0,1 1 0 0 0,0 0 0 0 0,-1-1-1 0 0,1 1 1 0 0,-1 0 0 0 0,1 0-1 0 0,-1 0 1 0 0,0 0 0 0 0,1 1 0 0 0,-1-1-1 0 0,0 0 1 0 0,2 3 0 0 0,5 8 808 0 0,0 0 0 0 0,-1 1-1 0 0,0 0 1 0 0,5 15 0 0 0,-8-19-616 0 0,76 150 2524 0 0,-49-108-4579 0 0,2-2-3483 0 0,-20-32 166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2304 0 0,'-11'38'12125'0'0,"11"-33"-10801"0"0,3 11 561 0 0,42 205 676 0 0,-1-10-3133 0 0,44 171 224 0 0,-38-222-4948 0 0,-48-154 3289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5 275 6913 0 0,'-1'-2'222'0'0,"1"0"-1"0"0,-1-1 1 0 0,0 1-1 0 0,1-1 0 0 0,-1 1 1 0 0,1-1-1 0 0,0 1 1 0 0,0-1-1 0 0,0 1 0 0 0,0-1 1 0 0,0 1-1 0 0,0-1 1 0 0,1 1-1 0 0,-1-1 0 0 0,1 1 1 0 0,0-1-1 0 0,0 1 1 0 0,0 0-1 0 0,0-1 0 0 0,0 1 1 0 0,2-3-1 0 0,2-6 348 0 0,1 1-1 0 0,1-1 0 0 0,8-10 1 0 0,-4 9-657 0 0,-1 1 0 0 0,1 1 1 0 0,1 0-1 0 0,0 0 1 0 0,0 2-1 0 0,18-11 0 0 0,86-37-6286 0 0,-79 40 4572 0 0,-9 2 1631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4 151 16131 0 0,'0'0'37'0'0,"-1"0"0"0"0,1 0 0 0 0,0 0-1 0 0,0 0 1 0 0,0 1 0 0 0,-1-1-1 0 0,1 0 1 0 0,0 0 0 0 0,0 0 0 0 0,0 0-1 0 0,0 1 1 0 0,-1-1 0 0 0,1 0-1 0 0,0 0 1 0 0,0 1 0 0 0,0-1 0 0 0,0 0-1 0 0,0 0 1 0 0,0 0 0 0 0,0 1-1 0 0,-1-1 1 0 0,1 0 0 0 0,0 0 0 0 0,0 1-1 0 0,0-1 1 0 0,0 0 0 0 0,0 0-1 0 0,0 1 1 0 0,0-1 0 0 0,0 0 0 0 0,0 0-1 0 0,0 1 1 0 0,1-1 0 0 0,-1 0-1 0 0,0 0 1 0 0,0 1 0 0 0,0-1 0 0 0,0 0-1 0 0,0 0 1 0 0,0 1 0 0 0,0-1 0 0 0,1 0-1 0 0,-1 0 1 0 0,0 0 0 0 0,0 0-1 0 0,0 1 1 0 0,1-1 0 0 0,-1 0 0 0 0,0 0-1 0 0,0 0 1 0 0,0 0 0 0 0,1 0-1 0 0,-1 1 1 0 0,21-3 510 0 0,23-12-1007 0 0,-17 1-671 0 0,-1 0-1 0 0,42-31 0 0 0,-43 27 360 0 0,0 2 0 0 0,50-24-1 0 0,-66 35 759 0 0</inkml:trace>
  <inkml:trace contextRef="#ctx0" brushRef="#br0" timeOffset="1">214 284 15667 0 0,'15'-4'494'0'0,"-2"-1"-1"0"0,1 0 1 0 0,25-14-1 0 0,154-80-2133 0 0,-167 87 1650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 11979 0 0,'-3'12'4409'0'0,"4"27"-4442"0"0,0-18 178 0 0,-34 357-1752 0 0,13-198 1370 0 0,7-49 263 0 0,-39 536 2682 0 0,52-637-3385 0 0,4-12-4035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70 8754 0 0,'-3'-3'393'0'0,"0"1"0"0"0,-1-1 0 0 0,1 0 0 0 0,1 1 1 0 0,-1-1-1 0 0,0-1 0 0 0,1 1 0 0 0,0 0 0 0 0,-3-5 0 0 0,4 5-199 0 0,-1 0 1 0 0,0 1-1 0 0,1-1 0 0 0,-1 0 0 0 0,0 1 0 0 0,0-1 0 0 0,-1 1 0 0 0,1 0 0 0 0,0 0 0 0 0,-1 0 0 0 0,0 0 0 0 0,1 0 0 0 0,-7-3 0 0 0,9 8-115 0 0,0 0-1 0 0,-1 0 1 0 0,1 0 0 0 0,0 0-1 0 0,0 0 1 0 0,1 0 0 0 0,-1 0-1 0 0,1 0 1 0 0,1 5 0 0 0,18 65 833 0 0,2-1 0 0 0,4-2 0 0 0,66 127 0 0 0,136 182 1840 0 0,-228-379-2752 0 0,14 22-149 0 0,41 68 195 0 0,-49-78-865 0 0,0 0-1 0 0,-1 0 1 0 0,-1 1-1 0 0,0 0 1 0 0,4 21-1 0 0,-7-26-714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4 233 19812 0 0,'-1'1'49'0'0,"1"-1"0"0"0,0 0 0 0 0,0 0 0 0 0,-1 0 0 0 0,1 1 0 0 0,0-1 1 0 0,0 0-1 0 0,0 0 0 0 0,0 1 0 0 0,0-1 0 0 0,-1 0 0 0 0,1 0 0 0 0,0 1 0 0 0,0-1 0 0 0,0 0 0 0 0,0 0 0 0 0,0 1 0 0 0,0-1 0 0 0,0 0 0 0 0,0 1 0 0 0,0-1 0 0 0,0 0 0 0 0,0 0 0 0 0,0 1 0 0 0,0-1 0 0 0,0 0 0 0 0,0 1 0 0 0,0-1 0 0 0,0 0 0 0 0,0 0 0 0 0,1 1 0 0 0,-1-1 1 0 0,0 0-1 0 0,0 0 0 0 0,0 1 0 0 0,0-1 0 0 0,0 0 0 0 0,1 1 0 0 0,13-2 464 0 0,25-13-789 0 0,-33 12 447 0 0,88-41-1174 0 0,165-102 1 0 0,-238 133 529 0 0,23-14 174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1334 243 8754 0 0,'52'-79'1846'0'0,"31"-57"185"0"0,-76 112-1501 0 0,-11 20-81 0 0,-8 12-16 0 0,-32 38 444 0 0,-72 97 1 0 0,52-61-803 0 0,-269 373 537 0 0,54-72-476 0 0,130-184-9 0 0,-46 55-74 0 0,147-199-113 0 0,-2-1 0 0 0,-76 62 0 0 0,87-88-779 0 0,23-18 4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0 113 4609 0 0,'5'-13'460'0'0,"1"1"1"0"0,0 0-1 0 0,1 0 1 0 0,0 1-1 0 0,0-1 1 0 0,1 2-1 0 0,13-15 0 0 0,-20 25-411 0 0,-1 0-1 0 0,0-1 1 0 0,0 1-1 0 0,1-1 1 0 0,-1 1-1 0 0,0 0 1 0 0,1-1-1 0 0,-1 1 1 0 0,0 0-1 0 0,1 0 1 0 0,-1-1-1 0 0,0 1 1 0 0,1 0-1 0 0,-1 0 0 0 0,1-1 1 0 0,-1 1-1 0 0,0 0 1 0 0,1 0-1 0 0,-1 0 1 0 0,1 0-1 0 0,-1 0 1 0 0,1 0-1 0 0,-1 0 1 0 0,1 0-1 0 0,-1 0 1 0 0,0 0-1 0 0,1 0 1 0 0,-1 0-1 0 0,1 0 0 0 0,-1 0 1 0 0,1 0-1 0 0,-1 0 1 0 0,1 1-1 0 0,5 14 1100 0 0,-7 30-30 0 0,1-40-1041 0 0,-4 51 456 0 0,-3 110 638 0 0,8-148-811 0 0,0 1 0 0 0,1-1 0 0 0,1 1 0 0 0,1-1-1 0 0,1 0 1 0 0,11 30 0 0 0,-13-40-89 0 0,1 0 0 0 0,1-1 1 0 0,-1 1-1 0 0,1-1 0 0 0,1 0 0 0 0,-1 0 0 0 0,1 0 0 0 0,0-1 0 0 0,1 0 0 0 0,-1 0 0 0 0,1 0 0 0 0,0-1 1 0 0,15 8-1 0 0,-17-11-265 0 0,-1 0 0 0 0,1 0-1 0 0,0-1 1 0 0,0 1 0 0 0,0-1 0 0 0,0 0 0 0 0,0-1 0 0 0,0 1 0 0 0,0-1 0 0 0,9-1 0 0 0,-8 0-452 0 0,-1 0 0 0 0,0 0 0 0 0,1-1 1 0 0,-1 0-1 0 0,0 0 0 0 0,0 0 0 0 0,0 0 0 0 0,0-1 0 0 0,-1 0 0 0 0,1 0 0 0 0,5-5 1 0 0,11-11-6002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0 263 13827 0 0,'3'-8'1858'0'0,"4"4"-3792"0"0,0 21 2264 0 0,-1-1 1 0 0,0 1-1 0 0,-1 1 0 0 0,-1-1 1 0 0,-1 1-1 0 0,2 17 0 0 0,8 40 439 0 0,-1-25-394 0 0,2-2 0 0 0,31 73 1 0 0,-34-97-325 0 0,1-1 1 0 0,1 0-1 0 0,1-1 1 0 0,1-1-1 0 0,1 0 1 0 0,33 34 0 0 0,-47-54 29 0 0,-1 1 0 0 0,1-1 1 0 0,-1 1-1 0 0,1-1 0 0 0,0 0 0 0 0,-1 1 1 0 0,1-1-1 0 0,0 0 0 0 0,0 0 1 0 0,0 0-1 0 0,0 0 0 0 0,0-1 1 0 0,0 1-1 0 0,0-1 0 0 0,0 1 1 0 0,0-1-1 0 0,0 1 0 0 0,0-1 0 0 0,0 0 1 0 0,0 0-1 0 0,4-1 0 0 0,-4 1 13 0 0,0-1 0 0 0,1-1 0 0 0,-1 1 0 0 0,0 0 0 0 0,0 0 0 0 0,0-1 0 0 0,0 1 0 0 0,0-1 0 0 0,0 0 0 0 0,-1 1-1 0 0,1-1 1 0 0,0 0 0 0 0,-1 0 0 0 0,0 0 0 0 0,3-4 0 0 0,3-9 156 0 0,0-1 0 0 0,-1 1-1 0 0,-1-1 1 0 0,4-22 0 0 0,-7 30-312 0 0,15-81-131 0 0,-3-1 0 0 0,1-99 0 0 0,-9 90-3096 0 0,26-141 1 0 0,-26 216 2283 0 0,1 2-52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29 13827 0 0,'0'0'79'0'0,"-1"-1"0"0"0,1 0-1 0 0,0 0 1 0 0,0 0 0 0 0,0 0 0 0 0,-1 0 0 0 0,1 0 0 0 0,0 0-1 0 0,0 0 1 0 0,1 0 0 0 0,-1 0 0 0 0,0 0 0 0 0,0 0 0 0 0,0 1-1 0 0,1-1 1 0 0,-1 0 0 0 0,0 0 0 0 0,1 0 0 0 0,-1 0 0 0 0,1 0-1 0 0,-1 1 1 0 0,1-1 0 0 0,-1 0 0 0 0,1 0 0 0 0,-1 1-1 0 0,1-1 1 0 0,0 0 0 0 0,0 1 0 0 0,-1-1 0 0 0,1 1 0 0 0,0-1-1 0 0,0 1 1 0 0,0-1 0 0 0,-1 1 0 0 0,1-1 0 0 0,0 1 0 0 0,0 0-1 0 0,1-1 1 0 0,0 1-17 0 0,-1 0 1 0 0,0 0-1 0 0,0 0 0 0 0,0 0 0 0 0,0 0 0 0 0,0 0 1 0 0,1 1-1 0 0,-1-1 0 0 0,0 0 0 0 0,0 1 0 0 0,0-1 0 0 0,0 1 1 0 0,0-1-1 0 0,0 1 0 0 0,0-1 0 0 0,0 1 0 0 0,0 0 1 0 0,0-1-1 0 0,0 1 0 0 0,0 0 0 0 0,0 0 0 0 0,-1 0 1 0 0,1 0-1 0 0,0-1 0 0 0,-1 1 0 0 0,1 0 0 0 0,0 0 0 0 0,-1 1 1 0 0,1-1-1 0 0,-1 0 0 0 0,0 0 0 0 0,1 2 0 0 0,3 17 100 0 0,-2-1 0 0 0,0 1 0 0 0,-1 0 0 0 0,-1 0 0 0 0,-5 34 0 0 0,1 20-759 0 0,2-28-1818 0 0,1-27-3760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4609 0 0,'-14'18'13083'0'0,"17"-11"-12539"0"0,1 1-544 0 0,0 3-128 0 0,2 3-24 0 0,-1 0-1825 0 0,4 1-359 0 0,3 1-81 0 0,0 0-15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8610 0 0,'0'-15'815'0'0,"9"18"328"0"0,11 20 730 0 0,-13-7-1508 0 0,-1 1 0 0 0,-1-1-1 0 0,7 34 1 0 0,-10-34-122 0 0,2 0 0 0 0,0 0 0 0 0,1-1 0 0 0,12 26 0 0 0,-17-41-231 0 0,0 1 0 0 0,0-1 0 0 0,1 1 0 0 0,-1-1-1 0 0,0 1 1 0 0,1 0 0 0 0,-1-1 0 0 0,1 1 0 0 0,-1-1 0 0 0,1 0-1 0 0,-1 1 1 0 0,1-1 0 0 0,-1 1 0 0 0,1-1 0 0 0,-1 0 0 0 0,1 1-1 0 0,-1-1 1 0 0,1 0 0 0 0,0 1 0 0 0,-1-1 0 0 0,1 0 0 0 0,-1 0-1 0 0,1 0 1 0 0,0 0 0 0 0,-1 0 0 0 0,1 0 0 0 0,0 0 0 0 0,-1 0-1 0 0,1 0 1 0 0,0 0 0 0 0,-1 0 0 0 0,1 0 0 0 0,0 0 0 0 0,2-1 9 0 0,-1 0 1 0 0,0-1-1 0 0,0 1 1 0 0,0 0 0 0 0,0-1-1 0 0,0 1 1 0 0,0-1 0 0 0,0 0-1 0 0,2-2 1 0 0,29-43 150 0 0,-16 14-519 0 0,15-42 0 0 0,-20 45 32 0 0,0 0 1 0 0,19-29-1 0 0,-29 56 366 0 0,-1 0-1 0 0,1 1 0 0 0,-1 0 0 0 0,1-1 1 0 0,0 1-1 0 0,0 0 0 0 0,0 0 1 0 0,0 0-1 0 0,0 0 0 0 0,1 0 0 0 0,-1 0 1 0 0,0 1-1 0 0,1-1 0 0 0,0 1 0 0 0,-1 0 1 0 0,1-1-1 0 0,0 1 0 0 0,-1 1 1 0 0,4-2-1 0 0,-4 2 79 0 0,1 0 1 0 0,-1 1-1 0 0,1-1 1 0 0,-1 1-1 0 0,0-1 1 0 0,1 1 0 0 0,-1 0-1 0 0,0 0 1 0 0,0 0-1 0 0,0 0 1 0 0,0 0-1 0 0,0 0 1 0 0,0 1-1 0 0,0-1 1 0 0,0 1-1 0 0,0-1 1 0 0,0 1-1 0 0,-1 0 1 0 0,1-1-1 0 0,-1 1 1 0 0,1 0 0 0 0,-1 0-1 0 0,1 3 1 0 0,10 15 526 0 0,-1 0 1 0 0,-1 1-1 0 0,8 24 1 0 0,-8-18-1461 0 0,19 35 0 0 0,-11-32-6154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0,'-4'6'536'0'0,"3"-2"-432"0"0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3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5529 0 0,'40'-10'1621'0'0,"91"-49"112"0"0,-98 42-1542 0 0,0 1 1 0 0,2 2-1 0 0,-1 1 0 0 0,48-11 0 0 0,-50 19-3701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82 5065 0 0,'-6'-3'155'0'0,"0"-1"-1"0"0,0 1 0 0 0,0-1 1 0 0,1 0-1 0 0,-1 0 1 0 0,1-1-1 0 0,0 0 1 0 0,-8-9-1 0 0,-8-7 307 0 0,19 19-456 0 0,0 1-1 0 0,0-1 1 0 0,0 1 0 0 0,0-1-1 0 0,0 1 1 0 0,0 0-1 0 0,0 0 1 0 0,-1 0 0 0 0,-2-1-1 0 0,4 2-6 0 0,0 0 0 0 0,1 0 1 0 0,-1-1-1 0 0,0 1 0 0 0,1 0 0 0 0,-1 0 0 0 0,0 0 0 0 0,1 1 0 0 0,-1-1 0 0 0,0 0 1 0 0,1 0-1 0 0,-1 0 0 0 0,0 0 0 0 0,1 1 0 0 0,-1-1 0 0 0,1 0 0 0 0,-1 1 0 0 0,0-1 0 0 0,1 0 1 0 0,-1 1-1 0 0,1-1 0 0 0,-2 1 0 0 0,1 2-9 0 0,0-1-1 0 0,0 0 1 0 0,0 1 0 0 0,0-1-1 0 0,0 1 1 0 0,0-1 0 0 0,1 1-1 0 0,-1-1 1 0 0,1 1 0 0 0,0-1-1 0 0,0 1 1 0 0,0-1-1 0 0,0 1 1 0 0,0 0 0 0 0,1 4-1 0 0,8 39 31 0 0,2-1-1 0 0,1 1 1 0 0,3-2-1 0 0,26 56 0 0 0,-10-25 130 0 0,32 102 183 0 0,-7 3-1 0 0,-8 1 0 0 0,35 266 0 0 0,-78-405-370 0 0,20 115 1836 0 0,-19-132-997 0 0,0 0 1 0 0,2 0-1 0 0,0-1 1 0 0,14 24-1 0 0,-21-45-697 0 0,0 0 0 0 0,1 0 1 0 0,-1 0-1 0 0,1 0 0 0 0,0 0 0 0 0,0 0 1 0 0,0-1-1 0 0,1 1 0 0 0,-1-1 0 0 0,0 1 1 0 0,1-1-1 0 0,0 0 0 0 0,5 3 0 0 0,-5-4-69 0 0,-1-1-1 0 0,1 1 1 0 0,-1-1-1 0 0,1 0 0 0 0,-1 0 1 0 0,1 0-1 0 0,-1 0 1 0 0,1 0-1 0 0,-1-1 0 0 0,1 1 1 0 0,-1-1-1 0 0,1 0 1 0 0,-1 0-1 0 0,1 0 0 0 0,-1 0 1 0 0,0 0-1 0 0,0 0 1 0 0,4-3-1 0 0,97-66 378 0 0,-51 32-372 0 0,-15 13-333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4609 0 0,'62'-4'5058'0'0,"-37"1"-4482"0"0,0 2-1 0 0,-1 0 0 0 0,1 2 1 0 0,29 3-1 0 0,8 1-404 0 0,92 1-1504 0 0,-128-4-2783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5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0 7834 0 0,'0'1'115'0'0,"-1"-1"1"0"0,0 0 0 0 0,1 1 0 0 0,-1-1-1 0 0,1 0 1 0 0,-1 1 0 0 0,1-1 0 0 0,-1 1-1 0 0,1 0 1 0 0,-1-1 0 0 0,1 1 0 0 0,-1-1-1 0 0,1 1 1 0 0,-1 0 0 0 0,1-1 0 0 0,0 1-1 0 0,0 0 1 0 0,-1-1 0 0 0,1 1-1 0 0,0 0 1 0 0,0-1 0 0 0,0 1 0 0 0,0 0-1 0 0,-1 0 1 0 0,1-1 0 0 0,0 1 0 0 0,0 0-1 0 0,1-1 1 0 0,-1 1 0 0 0,0 0 0 0 0,0 0-1 0 0,0-1 1 0 0,0 1 0 0 0,1 0 0 0 0,10 34 1754 0 0,-7-21-1309 0 0,41 167 324 0 0,-8 2 1 0 0,23 348-1 0 0,-36-326-802 0 0,-15-162-61 0 0,16 47 1 0 0,-24-86-109 0 0,1 0 1 0 0,0 0 0 0 0,0-1-1 0 0,0 1 1 0 0,1-1 0 0 0,-1 1-1 0 0,1-1 1 0 0,0 0 0 0 0,6 6-1 0 0,-3-3 3 0 0,-65 1 1217 0 0,46-6-1331 0 0,-26 2 1064 0 0,0 2 1 0 0,-47 11-1 0 0,70-11-2541 0 0,0 0-1 0 0,-19 10 1 0 0,14-4-4619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3.9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81 225 3225 0 0,'-10'-15'539'0'0,"1"0"0"0"0,0 0 0 0 0,1-1 0 0 0,1 0 0 0 0,1-1 0 0 0,-8-28 0 0 0,0 0 1770 0 0,11 19 597 0 0,10 39-2540 0 0,7 22-89 0 0,-2 1 1 0 0,-1 0 0 0 0,6 44 0 0 0,6 18 244 0 0,-15-68-484 0 0,1-1-1 0 0,2 0 0 0 0,1-1 0 0 0,1 0 0 0 0,18 28 1 0 0,-25-48-31 0 0,0 1 1 0 0,1-1-1 0 0,-1 0 1 0 0,2-1-1 0 0,-1 1 1 0 0,1-1-1 0 0,0-1 1 0 0,11 8-1 0 0,-13-11-6 0 0,0 0-1 0 0,0-1 0 0 0,0 1 0 0 0,0-1 1 0 0,0 0-1 0 0,0-1 0 0 0,1 1 0 0 0,-1-1 1 0 0,1-1-1 0 0,-1 1 0 0 0,0-1 0 0 0,1 0 1 0 0,-1 0-1 0 0,10-2 0 0 0,-10 1 1 0 0,-1-1 0 0 0,0 1 0 0 0,0-1 0 0 0,0 0 0 0 0,0 0 0 0 0,0 0 0 0 0,0-1 0 0 0,0 0 0 0 0,-1 0 0 0 0,1 0 0 0 0,-1 0 0 0 0,0-1 1 0 0,6-5-1 0 0,-4 1 57 0 0,-1 1 0 0 0,1-1 0 0 0,-1 0 1 0 0,0-1-1 0 0,-1 1 0 0 0,0-1 0 0 0,3-10 1 0 0,1-8 231 0 0,-1-1 1 0 0,-2 0 0 0 0,0 0-1 0 0,0-33 1 0 0,-3 4 53 0 0,-8-86-1 0 0,-4 58-5410 0 0,5 53-121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3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0,'2'26'505'0'0,"0"-15"-522"0"0,20 144 2126 0 0,-16-126-1847 0 0,0-1 0 0 0,2 0 0 0 0,17 38 0 0 0,-24-63-357 0 0,1 0 0 0 0,-1 0-1 0 0,1-1 1 0 0,-1 1 0 0 0,1 0-1 0 0,0-1 1 0 0,0 1 0 0 0,0-1 0 0 0,1 0-1 0 0,-1 1 1 0 0,1-1 0 0 0,-1 0 0 0 0,1-1-1 0 0,-1 1 1 0 0,5 2 0 0 0,3-2-481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0,'-1'0'44'0'0,"0"0"0"0"0,-1 0 0 0 0,1 0 0 0 0,0 0 0 0 0,0 1 0 0 0,0-1 0 0 0,0 0 0 0 0,0 1 0 0 0,0-1 0 0 0,0 1 0 0 0,0-1 0 0 0,0 1 0 0 0,0-1 0 0 0,0 1 0 0 0,0 0 0 0 0,0-1-1 0 0,0 1 1 0 0,1 0 0 0 0,-1 0 0 0 0,0 0 0 0 0,1 0 0 0 0,-1 0 0 0 0,0 0 0 0 0,1 0 0 0 0,-1 0 0 0 0,1 0 0 0 0,-1 2 0 0 0,1-1 91 0 0,-1 1 1 0 0,1-1-1 0 0,0 1 1 0 0,1-1-1 0 0,-1 1 1 0 0,0 0-1 0 0,1-1 0 0 0,-1 1 1 0 0,1-1-1 0 0,0 0 1 0 0,0 1-1 0 0,1 1 1 0 0,2 4 40 0 0,0-1 1 0 0,0 1 0 0 0,1-1 0 0 0,0 0-1 0 0,0-1 1 0 0,0 1 0 0 0,8 5-1 0 0,47 42-4406 0 0,-46-39 2727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0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0,'2'4'285'0'0,"0"0"1"0"0,-1 0-1 0 0,1-1 1 0 0,1 1-1 0 0,-1-1 1 0 0,0 1 0 0 0,1-1-1 0 0,6 6 1 0 0,1 4 201 0 0,10 18 1008 0 0,26 58 0 0 0,1 2-1219 0 0,-47-91-289 0 0,0 1 1 0 0,0-1 0 0 0,0 0-1 0 0,0 1 1 0 0,0-1 0 0 0,1 0-1 0 0,-1 0 1 0 0,0 1-1 0 0,0-1 1 0 0,0 0 0 0 0,0 0-1 0 0,1 1 1 0 0,-1-1 0 0 0,0 0-1 0 0,0 0 1 0 0,0 0 0 0 0,1 0-1 0 0,-1 1 1 0 0,0-1-1 0 0,0 0 1 0 0,1 0 0 0 0,-1 0-1 0 0,0 0 1 0 0,0 0 0 0 0,1 0-1 0 0,-1 1 1 0 0,0-1 0 0 0,0 0-1 0 0,1 0 1 0 0,-1 0-1 0 0,0 0 1 0 0,1 0 0 0 0,-1 0-1 0 0,0 0 1 0 0,0 0 0 0 0,1 0-1 0 0,-1 0 1 0 0,0-1 0 0 0,1 1-1 0 0,6-12-261 0 0,0-30 9 0 0,-5 33 169 0 0,0-7 105 0 0,14-65 787 0 0,-14 74-648 0 0,1-1 0 0 0,-1 1 0 0 0,1 0 0 0 0,0 0 1 0 0,1 0-1 0 0,0 0 0 0 0,0 1 0 0 0,6-9 0 0 0,-9 14-99 0 0,0 1 0 0 0,0-1 0 0 0,0 0 1 0 0,-1 0-1 0 0,1 1 0 0 0,0-1 0 0 0,0 0 0 0 0,0 1 0 0 0,0-1 0 0 0,0 1 1 0 0,0-1-1 0 0,1 1 0 0 0,-1 0 0 0 0,0-1 0 0 0,0 1 0 0 0,0 0 1 0 0,0 0-1 0 0,0 0 0 0 0,0 0 0 0 0,1 0 0 0 0,-1 0 0 0 0,0 0 1 0 0,0 0-1 0 0,0 0 0 0 0,0 0 0 0 0,0 1 0 0 0,0-1 0 0 0,0 1 1 0 0,0-1-1 0 0,1 0 0 0 0,-1 1 0 0 0,0 0 0 0 0,-1-1 0 0 0,1 1 1 0 0,0 0-1 0 0,0-1 0 0 0,0 1 0 0 0,0 0 0 0 0,0 0 0 0 0,-1 0 0 0 0,1 0 1 0 0,0 0-1 0 0,-1-1 0 0 0,2 3 0 0 0,4 7 293 0 0,1-1-1 0 0,-2 1 1 0 0,8 17-1 0 0,-7-15-24 0 0,7 15-3 0 0,-5-11-627 0 0,0 0 1 0 0,1 0-1 0 0,0-1 0 0 0,2 0 0 0 0,23 27 0 0 0,-19-28-4893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4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47 6913 0 0,'148'-27'7337'0'0,"-104"19"-6550"0"0,1 2 1 0 0,56 1-1 0 0,27 11-2611 0 0,-115-4 607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9.7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80 4145 0 0,'0'0'30'0'0,"0"0"0"0"0,-1 0 0 0 0,1-1 0 0 0,0 1 0 0 0,0 0 0 0 0,0 0 0 0 0,0 0 0 0 0,0-1 0 0 0,-1 1 0 0 0,1 0 0 0 0,0 0 0 0 0,0 0 0 0 0,0 0 0 0 0,0 0 0 0 0,-1-1 0 0 0,1 1 1 0 0,0 0-1 0 0,0 0 0 0 0,0 0 0 0 0,-1 0 0 0 0,1 0 0 0 0,0 0 0 0 0,0 0 0 0 0,-1 0 0 0 0,1 0 0 0 0,0 0 0 0 0,0 0 0 0 0,-1 0 0 0 0,1 0 0 0 0,0 0 0 0 0,0 0 0 0 0,-1 0 0 0 0,1 0 0 0 0,0 0 0 0 0,0 0 0 0 0,0 0 0 0 0,-1 0 0 0 0,1 0 0 0 0,0 0 0 0 0,0 0 0 0 0,0 0 0 0 0,-1 1 0 0 0,1-1 0 0 0,0 0 1 0 0,0 0-1 0 0,0 0 0 0 0,-1 0 0 0 0,1 1 0 0 0,0-1 0 0 0,0 0 0 0 0,0 0 0 0 0,0 0 0 0 0,0 1 0 0 0,0-1 0 0 0,-1 0 0 0 0,1 0 0 0 0,0 1 0 0 0,-8 23 1103 0 0,-1 31 177 0 0,12 21-642 0 0,2 0 1 0 0,26 121 0 0 0,-27-171-656 0 0,0-1 32 0 0,1-1-1 0 0,9 29 0 0 0,-12-48-40 0 0,-1 1-1 0 0,1-1 0 0 0,1-1 0 0 0,-1 1 1 0 0,1 0-1 0 0,-1-1 0 0 0,1 1 1 0 0,0-1-1 0 0,1 0 0 0 0,-1 0 1 0 0,1 0-1 0 0,0 0 0 0 0,0-1 0 0 0,0 1 1 0 0,1-1-1 0 0,4 3 0 0 0,-6-5-3 0 0,0 0 0 0 0,-1 0 1 0 0,1 0-1 0 0,0 0 0 0 0,0 0 0 0 0,-1-1 0 0 0,1 0 0 0 0,0 1 0 0 0,0-1 0 0 0,0 0 0 0 0,0 0 0 0 0,0-1 0 0 0,-1 1 0 0 0,1 0 1 0 0,0-1-1 0 0,0 0 0 0 0,3-1 0 0 0,-2 0-1 0 0,1 0 1 0 0,-1-1 0 0 0,1 1-1 0 0,-1-1 1 0 0,0 0-1 0 0,0-1 1 0 0,-1 1-1 0 0,8-8 1 0 0,-1-2 29 0 0,0-1 0 0 0,-2 0 1 0 0,1-1-1 0 0,11-28 0 0 0,-10 19 251 0 0,-2-1-1 0 0,-1-1 0 0 0,-1 1 1 0 0,-1-1-1 0 0,-1 0 0 0 0,-2 0 0 0 0,0-43 1 0 0,-4 34 380 0 0,-1-1 0 0 0,-2 1 1 0 0,-2 1-1 0 0,-1-1 0 0 0,-13-37 0 0 0,19 66-532 0 0,0 1 0 0 0,-1-1-1 0 0,1 1 1 0 0,-1-1 0 0 0,-1 1 0 0 0,1 0-1 0 0,0 0 1 0 0,-1 1 0 0 0,0-1 0 0 0,0 1-1 0 0,-10-8 1 0 0,11 9-221 0 0,-1 1-1 0 0,0 0 1 0 0,1 0-1 0 0,-1 0 1 0 0,0 1 0 0 0,0-1-1 0 0,-5 0 1 0 0,4 1-615 0 0,0 0 1 0 0,0 0-1 0 0,0 1 0 0 0,0 0 1 0 0,0 0-1 0 0,-9 2 1 0 0,-8 2-4762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0.3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636 353 1840 0 0,'-57'5'331'0'0,"-1"-3"-1"0"0,-93-7 0 0 0,96 1 658 0 0,0 2 0 0 0,-109 12 0 0 0,152-9-588 0 0,1 2 1 0 0,0-1 0 0 0,-1 2 0 0 0,1-1 0 0 0,1 1 0 0 0,-15 8 0 0 0,21-7 50 0 0,12-5-247 0 0,9-2-90 0 0,485-111 2053 0 0,-366 82-1662 0 0,144-14 0 0 0,146 5 182 0 0,-264 27-366 0 0,58-7 22 0 0,610-31 142 0 0,-122 82-577 0 0,-294-7 60 0 0,-325-21-225 0 0,0-4 0 0 0,-1-3 1 0 0,1-5-1 0 0,-1-4 0 0 0,0-3 0 0 0,158-52 0 0 0,-209 55-795 0 0,-4 1-11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27 3225 0 0,'-3'-14'871'0'0,"1"2"3688"0"0,0 22-1786 0 0,6 62 69 0 0,16 95 0 0 0,-4-49-1702 0 0,-10-59-763 0 0,2 23-661 0 0,3-1 1 0 0,35 127-1 0 0,-35-180-1074 0 0,0-4-355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11 105 6913 0 0,'-1'-1'-14'0'0,"1"1"0"0"0,-1 0 0 0 0,1 0-1 0 0,-1 0 1 0 0,1-1 0 0 0,-1 1 0 0 0,1 0-1 0 0,-1-1 1 0 0,1 1 0 0 0,-1 0 0 0 0,1-1-1 0 0,-1 1 1 0 0,1-1 0 0 0,-1 1-1 0 0,1-1 1 0 0,0 1 0 0 0,-1-1 0 0 0,1 1-1 0 0,0-1 1 0 0,0 1 0 0 0,-1-1 0 0 0,1 1-1 0 0,0-1 1 0 0,0 1 0 0 0,0-1 0 0 0,0 0-1 0 0,-1 1 1 0 0,1-1 0 0 0,0 1-1 0 0,0-1 1 0 0,0 0 0 0 0,0 1 0 0 0,1-1-1 0 0,-1 1 1 0 0,0-2 0 0 0,1 0 110 0 0,0-1 1 0 0,0 1-1 0 0,0-1 0 0 0,1 1 0 0 0,-1 0 1 0 0,1-1-1 0 0,0 1 0 0 0,2-3 1 0 0,5-4 410 0 0,-1 2 0 0 0,1-1 0 0 0,12-8 0 0 0,-16 13-384 0 0,0 0 0 0 0,1 1 0 0 0,-1-1 0 0 0,1 1 0 0 0,-1 0 0 0 0,1 0 0 0 0,0 0 0 0 0,0 1 0 0 0,0 0 0 0 0,-1 0 0 0 0,1 1 0 0 0,0 0 0 0 0,7 0 0 0 0,-10 0-72 0 0,0 1 1 0 0,-1 0-1 0 0,1-1 0 0 0,0 1 0 0 0,0 0 1 0 0,-1 0-1 0 0,1 0 0 0 0,-1 1 0 0 0,1-1 1 0 0,-1 1-1 0 0,1-1 0 0 0,-1 1 0 0 0,0 0 1 0 0,0 0-1 0 0,0 0 0 0 0,0 0 0 0 0,0 0 1 0 0,0 0-1 0 0,-1 1 0 0 0,1-1 0 0 0,-1 0 1 0 0,1 1-1 0 0,-1 0 0 0 0,0-1 0 0 0,0 1 1 0 0,0 0-1 0 0,0-1 0 0 0,-1 1 0 0 0,1 4 1 0 0,1 7-69 0 0,-1 1 1 0 0,-1 0-1 0 0,0-1 1 0 0,-1 1-1 0 0,-1-1 1 0 0,0 1 0 0 0,-1-1-1 0 0,-1 0 1 0 0,-7 20-1 0 0,-8 16 16 0 0,-30 54 0 0 0,39-85 376 0 0,7-14-173 0 0,-1 0 0 0 0,2 0 0 0 0,-1 0 0 0 0,1 1 0 0 0,0-1 0 0 0,-3 10-1 0 0,5-14-168 0 0,1 0 0 0 0,-1 0-1 0 0,0 0 1 0 0,1 0-1 0 0,-1 0 1 0 0,1 0-1 0 0,-1 0 1 0 0,1 0 0 0 0,0 0-1 0 0,-1 0 1 0 0,1-1-1 0 0,0 1 1 0 0,0 0-1 0 0,-1 0 1 0 0,1-1-1 0 0,0 1 1 0 0,0 0 0 0 0,0-1-1 0 0,0 1 1 0 0,0-1-1 0 0,0 1 1 0 0,1-1-1 0 0,29 14 51 0 0,-24-10-40 0 0,18 5-247 0 0,-1 0 0 0 0,1-2 0 0 0,1 0 0 0 0,-1-2 0 0 0,1-1 0 0 0,44 2 0 0 0,-41-5-4737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6913 0 0,'0'0'90'0'0,"-1"0"-1"0"0,1 0 0 0 0,0 0 0 0 0,0 0 0 0 0,-1 0 0 0 0,1 0 0 0 0,0-1 0 0 0,-1 1 0 0 0,1 0 0 0 0,0 0 0 0 0,0 0 0 0 0,-1 0 0 0 0,1 0 0 0 0,0 0 0 0 0,0 0 0 0 0,-1 0 0 0 0,1 1 0 0 0,0-1 0 0 0,-1 0 0 0 0,1 0 0 0 0,0 0 0 0 0,0 0 0 0 0,-1 0 0 0 0,1 0 0 0 0,0 0 0 0 0,0 1 0 0 0,-1-1 0 0 0,1 0 0 0 0,0 0 89 0 0,0 1-88 0 0,-1-1-1 0 0,1 0 0 0 0,0 0 0 0 0,0 0 0 0 0,0 1 0 0 0,0-1 0 0 0,0 0 0 0 0,-1 0 0 0 0,1 1 0 0 0,-3 17 1936 0 0,3 20 489 0 0,1-38-2484 0 0,3 42 2278 0 0,20 77 0 0 0,23 39-4077 0 0,-43-145 1317 0 0,3 11-5882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4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8754 0 0,'-2'-6'384'0'0,"0"4"88"0"0,1 0-376 0 0,1 1-96 0 0,-1 1 0 0 0,1 3 664 0 0,0 1 112 0 0,1 4 25 0 0,-1 7 7 0 0,1 4-336 0 0,1 6-72 0 0,2 4-16 0 0,3 10-4065 0 0,-2-4-824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8754 0 0,'41'-10'5890'0'0,"52"-22"-2868"0"0,-73 24-3300 0 0,1 2 0 0 0,0 0-1 0 0,34-4 1 0 0,-36 8-992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11522 0 0,'4'-3'293'0'0,"1"1"0"0"0,-1 0 0 0 0,1 0 0 0 0,0 0 0 0 0,0 1 0 0 0,-1-1 0 0 0,7 0 0 0 0,3-1 88 0 0,118-47 537 0 0,-18 7-392 0 0,-77 31-526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5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44 486 3225 0 0,'-5'-5'198'0'0,"1"0"0"0"0,0-1 0 0 0,0 0 1 0 0,1 0-1 0 0,0 0 0 0 0,0 0 0 0 0,0-1 0 0 0,1 1 1 0 0,-1-1-1 0 0,2 1 0 0 0,-1-1 0 0 0,0-8 1 0 0,0-2 101 0 0,0-1-1 0 0,2 0 1 0 0,2-26 0 0 0,1 17-13 0 0,2 1-1 0 0,1-1 0 0 0,1 1 1 0 0,1 1-1 0 0,2 0 0 0 0,0 0 1 0 0,1 0-1 0 0,2 2 0 0 0,18-27 1 0 0,-21 37-723 0 0,-1 5-183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9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5 1840 0 0,'-4'-4'1369'0'0,"15"8"-238"0"0,18 9 222 0 0,5 6-223 0 0,-13-8-483 0 0,0 0-1 0 0,24 19 0 0 0,-4 1-208 0 0,1-1 0 0 0,69 34 0 0 0,-88-52-276 0 0,1-1 0 0 0,1-2 0 0 0,0 0 0 0 0,0-2 0 0 0,1-1 0 0 0,46 6 0 0 0,-64-12-181 0 0,-1-1 0 0 0,1 1 0 0 0,-1-1 0 0 0,0 0 0 0 0,1-1 0 0 0,-1 0 0 0 0,0 0-1 0 0,0 0 1 0 0,0-1 0 0 0,-1 0 0 0 0,1-1 0 0 0,-1 1 0 0 0,1-1 0 0 0,-1 0 0 0 0,0-1 0 0 0,-1 0-1 0 0,9-8 1 0 0,-1 2-381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2304 0 0,'0'-1'58'0'0,"0"1"0"0"0,-1 0-1 0 0,1 0 1 0 0,0 0-1 0 0,-1-1 1 0 0,1 1-1 0 0,-1 0 1 0 0,1 0-1 0 0,0 0 1 0 0,-1 0-1 0 0,1 0 1 0 0,-1 0-1 0 0,1 0 1 0 0,0 0-1 0 0,-1 0 1 0 0,1 0-1 0 0,-1 0 1 0 0,1 0 0 0 0,0 0-1 0 0,-1 0 1 0 0,1 0-1 0 0,-1 0 1 0 0,1 0-1 0 0,0 0 1 0 0,-1 0-1 0 0,1 1 1 0 0,0-1-1 0 0,-1 0 1 0 0,1 0-1 0 0,0 0 1 0 0,-1 1-1 0 0,1-1 1 0 0,-1 1-1 0 0,-2 16 1107 0 0,10 32-215 0 0,-4-34-730 0 0,23 145 1106 0 0,54 180 0 0 0,-66-297-1336 0 0,2-1 1 0 0,34 68-1 0 0,-34-81-349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86 456 0 0,'-1'0'6'0'0,"0"-1"1"0"0,1 1-1 0 0,-1 0 0 0 0,1-1 0 0 0,-1 1 0 0 0,0-1 1 0 0,1 1-1 0 0,-1-1 0 0 0,1 1 0 0 0,0-1 0 0 0,-1 1 1 0 0,1-1-1 0 0,-1 1 0 0 0,1-1 0 0 0,0 0 0 0 0,-1 1 1 0 0,1-1-1 0 0,0 1 0 0 0,0-1 0 0 0,0 0 1 0 0,-1 0-1 0 0,1 1 0 0 0,0-1 0 0 0,0 0 0 0 0,0 1 1 0 0,0-1-1 0 0,0 0 0 0 0,0 1 0 0 0,0-1 0 0 0,1 0 1 0 0,-1 1-1 0 0,0-1 0 0 0,0 0 0 0 0,0 1 1 0 0,1-1-1 0 0,-1 0 0 0 0,1 0 0 0 0,0-1 10 0 0,-1 1 0 0 0,1 0-1 0 0,0-1 1 0 0,0 1 0 0 0,0 0 0 0 0,0 0-1 0 0,0-1 1 0 0,0 1 0 0 0,0 0 0 0 0,1 0-1 0 0,-1 0 1 0 0,0 0 0 0 0,1 0-1 0 0,1 0 1 0 0,4-2 5 0 0,0 0-1 0 0,0 0 1 0 0,0-1-1 0 0,-1 1 0 0 0,1-2 1 0 0,-1 1-1 0 0,0 0 1 0 0,7-8-1 0 0,-12 10-20 0 0,-1 1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5 175 456 0 0,'-1'2'0'0'0,"-2"2"1161"0"0,3-4-1124 0 0,0 0 1 0 0,0 0-1 0 0,1 0 0 0 0,-1 0 1 0 0,0 0-1 0 0,0 0 0 0 0,0 0 1 0 0,0 0-1 0 0,1 0 0 0 0,-1 0 1 0 0,0 0-1 0 0,0 1 0 0 0,0-1 1 0 0,0 0-1 0 0,1 0 0 0 0,-1 0 1 0 0,0 0-1 0 0,0 0 0 0 0,0 0 1 0 0,0 0-1 0 0,0 0 0 0 0,1 0 1 0 0,-1 1-1 0 0,0-1 0 0 0,0 0 1 0 0,0 0-1 0 0,0 0 0 0 0,0 0 1 0 0,0 0-1 0 0,0 1 0 0 0,0-1 1 0 0,0 0-1 0 0,0 0 0 0 0,1 0 1 0 0,-1 0-1 0 0,0 1 0 0 0,0-1 1 0 0,0 0-1 0 0,0 0 0 0 0,0 0 1 0 0,0 0-1 0 0,0 1 0 0 0,-3 2 1478 0 0,6-4-1420 0 0,-1 0 0 0 0,1 0 0 0 0,-1-1 0 0 0,0 1 0 0 0,0-1 0 0 0,0 1 0 0 0,0-1 0 0 0,0 0 0 0 0,0 0 0 0 0,3-4 0 0 0,2-1 228 0 0,-4 5-209 0 0,24-25 279 0 0,0 2 0 0 0,2 1 0 0 0,1 1 0 0 0,46-27 0 0 0,-55 41-767 0 0</inkml:trace>
  <inkml:trace contextRef="#ctx0" brushRef="#br0" timeOffset="1">350 1074 6913 0 0,'-5'8'609'0'0,"3"-7"-481"0"0,1-1-128 0 0,0 0 264 0 0,2-1 32 0 0,0-2 8 0 0,3-2 0 0 0,2-4-112 0 0,4-3-16 0 0,1-3-8 0 0,2-3 0 0 0,4-1-64 0 0,1-3-8 0 0,2-3-8 0 0,16-18-1816 0 0,-3 4-369 0 0,-1-1-71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2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4609 0 0,'2'-1'268'0'0,"-1"0"1"0"0,1 1-1 0 0,-1-1 0 0 0,1 0 1 0 0,0 1-1 0 0,-1-1 0 0 0,1 1 1 0 0,0-1-1 0 0,-1 1 0 0 0,1 0 1 0 0,0 0-1 0 0,-1 0 0 0 0,1 0 1 0 0,2 0-1 0 0,30 0 1036 0 0,12 4-461 0 0,-34-2-889 0 0,-1 0 1 0 0,1-1-1 0 0,0-1 0 0 0,0 0 0 0 0,0 0 1 0 0,13-3-1 0 0,-13-1-477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6449 0 0,'-1'6'137'0'0,"1"0"0"0"0,0 0 0 0 0,0 0 0 0 0,0 0 0 0 0,1 0 0 0 0,0-1 0 0 0,0 1 0 0 0,0 0 0 0 0,1 0 0 0 0,0-1 0 0 0,0 1 0 0 0,4 6-1 0 0,5 21 766 0 0,-1 14 224 0 0,-2 0-1 0 0,3 71 1 0 0,-9-71-920 0 0,-3 1 0 0 0,-2-1 1 0 0,-1 0-1 0 0,-3 0 0 0 0,-2-1 1 0 0,-2 0-1 0 0,-2 0 0 0 0,-32 75 0 0 0,41-112 43 0 0,0-2-44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7834 0 0,'-9'8'496'0'0,"-1"0"0"0"0,0 0 0 0 0,0-1 0 0 0,-1-1 0 0 0,0 0 0 0 0,0 0 0 0 0,-1-1 1 0 0,1-1-1 0 0,-1 0 0 0 0,0 0 0 0 0,0-1 0 0 0,-17 2 0 0 0,28-5-539 0 0,1 0 0 0 0,-1 1-1 0 0,1-1 1 0 0,0 0 0 0 0,-1 0-1 0 0,1 0 1 0 0,0 0 0 0 0,-1 0 0 0 0,1 0-1 0 0,-1 0 1 0 0,1 0 0 0 0,0 0 0 0 0,-1 0-1 0 0,1 0 1 0 0,-1 0 0 0 0,1 0-1 0 0,0 0 1 0 0,-1 0 0 0 0,1 0 0 0 0,-1 0-1 0 0,1-1 1 0 0,0 1 0 0 0,-1 0 0 0 0,1 0-1 0 0,0 0 1 0 0,-1-1 0 0 0,1 1-1 0 0,0 0 1 0 0,-1-1 0 0 0,1 1 0 0 0,0 0-1 0 0,0 0 1 0 0,-1-1 0 0 0,1 1 0 0 0,0 0-1 0 0,0-1 1 0 0,-1 0 0 0 0,10-13-3474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203 178 920 0 0,'-7'-25'1122'0'0,"1"5"201"0"0,0 2 1 0 0,-1-1 0 0 0,-16-31 0 0 0,21 47-1085 0 0,1 0 0 0 0,-1 0 0 0 0,0 1 0 0 0,0-1 0 0 0,0 0 0 0 0,0 1-1 0 0,0-1 1 0 0,-1 1 0 0 0,1-1 0 0 0,-1 1 0 0 0,0 0 0 0 0,1 0 0 0 0,-1 0 0 0 0,0 1 0 0 0,0-1 0 0 0,0 1 0 0 0,0 0 0 0 0,0-1 0 0 0,-1 1-1 0 0,1 1 1 0 0,0-1 0 0 0,-1 0 0 0 0,1 1 0 0 0,0 0 0 0 0,-1-1 0 0 0,1 1 0 0 0,0 1 0 0 0,-7 0 0 0 0,7 0-145 0 0,1 0 0 0 0,-1 0 0 0 0,0 0 1 0 0,1 1-1 0 0,-1-1 0 0 0,1 1 0 0 0,-1 0 1 0 0,1 0-1 0 0,0-1 0 0 0,0 2 0 0 0,0-1 1 0 0,0 0-1 0 0,0 0 0 0 0,0 1 0 0 0,0-1 0 0 0,1 1 1 0 0,-1-1-1 0 0,1 1 0 0 0,0 0 0 0 0,0-1 1 0 0,0 1-1 0 0,-1 4 0 0 0,-2 9 1 0 0,1-1-1 0 0,-3 33 1 0 0,5-31-40 0 0,-3 18-69 0 0,2 0 0 0 0,1-1 0 0 0,2 1 0 0 0,1 0 0 0 0,2-1 0 0 0,15 63 0 0 0,-15-85-26 0 0,0 1 0 0 0,1 0-1 0 0,1-1 1 0 0,0 0 0 0 0,0-1-1 0 0,1 1 1 0 0,1-1 0 0 0,17 19 0 0 0,-18-23-21 0 0,1 0 1 0 0,0-1-1 0 0,0 1 1 0 0,0-2-1 0 0,1 1 1 0 0,0-2-1 0 0,0 1 1 0 0,1-1-1 0 0,-1 0 1 0 0,1-1-1 0 0,-1 0 1 0 0,1 0-1 0 0,11 0 1 0 0,-11-1-49 0 0,0-1 0 0 0,0 0 0 0 0,0-1 0 0 0,0 0 0 0 0,0-1 0 0 0,0 0 0 0 0,0-1 0 0 0,0 0 0 0 0,0 0 0 0 0,0-1 0 0 0,-1 0 0 0 0,13-6 0 0 0,-9 1-54 0 0,0 0 0 0 0,0-1 1 0 0,-1 0-1 0 0,0 0 1 0 0,-1-1-1 0 0,0-1 0 0 0,14-18 1 0 0,-11 12 485 0 0,-1-1 0 0 0,0 0 1 0 0,-2-1-1 0 0,0 0 0 0 0,-1-1 1 0 0,-2 0-1 0 0,0 0 0 0 0,0-1 0 0 0,4-25 1 0 0,-10 35-151 0 0,0 0-1 0 0,0 0 1 0 0,-1 0 0 0 0,0-1 0 0 0,-1 1-1 0 0,-1 0 1 0 0,0-1 0 0 0,0 1 0 0 0,-1 0-1 0 0,0 0 1 0 0,-1 0 0 0 0,-1 0 0 0 0,1 0-1 0 0,-2 1 1 0 0,1-1 0 0 0,-1 1 0 0 0,-1 0-1 0 0,0 1 1 0 0,-11-14 0 0 0,9 15-83 0 0,0 1 0 0 0,0 0 0 0 0,-1 0 1 0 0,1 1-1 0 0,-2 0 0 0 0,1 0 0 0 0,-1 1 1 0 0,1 1-1 0 0,-1-1 0 0 0,-1 2 0 0 0,1-1 0 0 0,0 2 1 0 0,-16-3-1 0 0,14 3-722 0 0,-1 0-1 0 0,1 1 1 0 0,-1 1 0 0 0,1 0-1 0 0,-1 1 1 0 0,-21 4-1 0 0,16 0-5380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 7370 0 0,'6'1'219'0'0,"-1"0"1"0"0,1 0 0 0 0,0-1 0 0 0,0 1-1 0 0,-1-1 1 0 0,1-1 0 0 0,0 1 0 0 0,6-2 0 0 0,0 1 210 0 0,206-21 5587 0 0,-27 3-6486 0 0,-161 16-5055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3 233 10594 0 0,'0'0'-33'0'0,"0"0"-1"0"0,0 0 1 0 0,0 0-1 0 0,0 0 0 0 0,0 0 1 0 0,0 0-1 0 0,-1 0 1 0 0,1 0-1 0 0,0 0 1 0 0,0 0-1 0 0,0 0 0 0 0,0 0 1 0 0,0 0-1 0 0,0 0 1 0 0,0 0-1 0 0,0 0 1 0 0,-1 0-1 0 0,1 0 1 0 0,0 0-1 0 0,0 0 0 0 0,0 0 1 0 0,0 0-1 0 0,0 0 1 0 0,0 0-1 0 0,0 0 1 0 0,0 0-68 0 0,-1 1 67 0 0,1-1 1 0 0,0 0-1 0 0,0 0 1 0 0,0 0-1 0 0,0 0 0 0 0,0 0 1 0 0,0 0-1 0 0,0 0 1 0 0,0 0-1 0 0,0 1 1 0 0,0-1-1 0 0,0 0 1 0 0,0 0-1 0 0,0 0 0 0 0,0 0 1 0 0,0 0-1 0 0,0 0 1 0 0,0 0-1 0 0,0 0 1 0 0,0 1-1 0 0,0-1 0 0 0,0 0 1 0 0,0 0-1 0 0,0 0 1 0 0,0 0-1 0 0,0 0 1 0 0,0 0-1 0 0,0 0 0 0 0,1 0 1 0 0,-1 0-1 0 0,0 1 1 0 0,0-1-101 0 0,0 0 100 0 0,0 0 0 0 0,13 7-285 0 0,31 8 2374 0 0,-21-7-1174 0 0,0 2-134 0 0,1 1 0 0 0,-2 1 0 0 0,0 1 0 0 0,0 1-1 0 0,-1 1 1 0 0,33 30 0 0 0,-2 7 325 0 0,45 60 0 0 0,-1-2-281 0 0,-91-104-714 0 0,35 34 332 0 0,-37-38-359 0 0,-1 0 0 0 0,0 0 0 0 0,1-1 0 0 0,-1 1 0 0 0,1 0 0 0 0,0-1 0 0 0,0 0 0 0 0,0 0-1 0 0,-1 1 1 0 0,1-2 0 0 0,0 1 0 0 0,0 0 0 0 0,0 0 0 0 0,1-1 0 0 0,2 0 0 0 0,-5 0-19 0 0,0 0 1 0 0,0-1 0 0 0,0 1-1 0 0,0-1 1 0 0,0 0-1 0 0,0 1 1 0 0,0-1 0 0 0,0 0-1 0 0,0 1 1 0 0,0-1-1 0 0,-1 0 1 0 0,1 0 0 0 0,0 0-1 0 0,0 0 1 0 0,-1 1-1 0 0,1-1 1 0 0,-1 0 0 0 0,1 0-1 0 0,-1-1 1 0 0,1 1 0 0 0,-1 0-1 0 0,0 0 1 0 0,1 0-1 0 0,-1 0 1 0 0,0-2 0 0 0,5-33 279 0 0,-5 30-249 0 0,12-180 333 0 0,7-78-1375 0 0,9 91-6442 0 0,-19 135 1546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7 5529 0 0,'-2'-1'82'0'0,"0"0"-1"0"0,0 0 0 0 0,0 0 1 0 0,0 1-1 0 0,0-1 1 0 0,0 1-1 0 0,0-1 0 0 0,0 1 1 0 0,0 0-1 0 0,0 0 1 0 0,-1 0-1 0 0,1 0 0 0 0,0 0 1 0 0,0 0-1 0 0,0 1 1 0 0,0-1-1 0 0,0 1 0 0 0,0 0 1 0 0,0-1-1 0 0,0 1 1 0 0,0 0-1 0 0,0 0 0 0 0,0 0 1 0 0,0 0-1 0 0,1 0 1 0 0,-1 1-1 0 0,0-1 0 0 0,1 1 1 0 0,-1-1-1 0 0,1 1 1 0 0,0-1-1 0 0,-2 3 0 0 0,-3 3 332 0 0,-1 1-1 0 0,2 0 1 0 0,-1 0-1 0 0,1 0 1 0 0,-6 15-1 0 0,6-11-280 0 0,0 0-1 0 0,2 0 0 0 0,-1 0 0 0 0,1 0 0 0 0,1 1 1 0 0,0-1-1 0 0,1 0 0 0 0,1 1 0 0 0,0 19 1 0 0,1-27-94 0 0,0 1 1 0 0,0-1 0 0 0,0 0-1 0 0,1 0 1 0 0,-1 1 0 0 0,1-1 0 0 0,0-1-1 0 0,1 1 1 0 0,-1 0 0 0 0,1 0 0 0 0,0-1-1 0 0,0 0 1 0 0,1 1 0 0 0,-1-1-1 0 0,1 0 1 0 0,0-1 0 0 0,0 1 0 0 0,0-1-1 0 0,0 0 1 0 0,1 0 0 0 0,-1 0 0 0 0,1 0-1 0 0,0-1 1 0 0,9 4 0 0 0,-11-5-21 0 0,0 0 1 0 0,0 0 0 0 0,0 0-1 0 0,0 0 1 0 0,0-1-1 0 0,0 1 1 0 0,0-1 0 0 0,0 0-1 0 0,0 0 1 0 0,0 0-1 0 0,0 0 1 0 0,1 0 0 0 0,-1-1-1 0 0,0 1 1 0 0,0-1-1 0 0,0 0 1 0 0,0 0 0 0 0,0 0-1 0 0,-1 0 1 0 0,1-1-1 0 0,0 1 1 0 0,0-1 0 0 0,-1 0-1 0 0,1 1 1 0 0,-1-1-1 0 0,1 0 1 0 0,-1-1 0 0 0,0 1-1 0 0,0 0 1 0 0,0-1-1 0 0,0 1 1 0 0,1-3 0 0 0,0 0 31 0 0,-1 0 0 0 0,0 0 0 0 0,0 0 0 0 0,0 0 0 0 0,0-1 0 0 0,-1 1 0 0 0,0 0 0 0 0,0 0 0 0 0,-1-1-1 0 0,0 1 1 0 0,1-1 0 0 0,-2 1 0 0 0,1-1 0 0 0,-1 1 0 0 0,1 0 0 0 0,-2-1 0 0 0,-2-8 0 0 0,1 5 138 0 0,-1 0 0 0 0,0 1 0 0 0,-1 0-1 0 0,0-1 1 0 0,0 1 0 0 0,-1 1 0 0 0,1-1-1 0 0,-2 1 1 0 0,1 0 0 0 0,-1 1 0 0 0,0 0-1 0 0,-1 0 1 0 0,-10-7 0 0 0,11 9-688 0 0,1 0 0 0 0,-1 1 0 0 0,0 0 0 0 0,-1 0 0 0 0,1 1 0 0 0,0 0 0 0 0,-1 0 0 0 0,0 1 0 0 0,1 0 0 0 0,-13 0 0 0 0,1 2-4504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4609 0 0,'1'0'131'0'0,"0"1"-1"0"0,1-1 1 0 0,-1 1 0 0 0,0 0 0 0 0,1 0-1 0 0,-1 0 1 0 0,0 0 0 0 0,0 0 0 0 0,0 0-1 0 0,1 0 1 0 0,-1 0 0 0 0,-1 0-1 0 0,1 0 1 0 0,0 1 0 0 0,0-1 0 0 0,0 0-1 0 0,-1 1 1 0 0,1-1 0 0 0,0 0 0 0 0,-1 1-1 0 0,1-1 1 0 0,-1 1 0 0 0,0-1-1 0 0,1 4 1 0 0,7 41 2859 0 0,-8-44-2867 0 0,4 94 2636 0 0,1 4-1740 0 0,-4-88-998 0 0,1 0-1 0 0,0 0 0 0 0,1-1 0 0 0,0 1 0 0 0,1-1 1 0 0,6 11-1 0 0,-9-19-71 0 0,0-1 0 0 0,0 0 0 0 0,0 0 0 0 0,0 0 0 0 0,1 0 0 0 0,-1 0 1 0 0,1 0-1 0 0,0 0 0 0 0,-1 0 0 0 0,1 0 0 0 0,0-1 0 0 0,0 1 0 0 0,0-1 0 0 0,0 1 0 0 0,0-1 0 0 0,0 0 0 0 0,1 0 1 0 0,-1 0-1 0 0,0 0 0 0 0,1 0 0 0 0,-1-1 0 0 0,0 1 0 0 0,1-1 0 0 0,-1 1 0 0 0,6-1 0 0 0,-6 0-97 0 0,1-1-1 0 0,-1 0 1 0 0,1 1-1 0 0,-1-1 1 0 0,1 0-1 0 0,-1 0 1 0 0,0-1-1 0 0,1 1 1 0 0,-1 0-1 0 0,0-1 1 0 0,0 1-1 0 0,0-1 1 0 0,0 0-1 0 0,0 0 1 0 0,0 0-1 0 0,-1 0 1 0 0,1 0 0 0 0,-1 0-1 0 0,1 0 1 0 0,-1 0-1 0 0,0-1 1 0 0,0 1-1 0 0,0 0 1 0 0,1-4-1 0 0,5-18-380 0 0,-1 0 1 0 0,-1 0-1 0 0,-2-1 1 0 0,2-46-1 0 0,3-23 1493 0 0,-8 93-948 0 0,2-20 1037 0 0,1 1 0 0 0,2-1-1 0 0,0 1 1 0 0,14-36 0 0 0,-19 56-1001 0 0,0 0 0 0 0,0-1 1 0 0,0 1-1 0 0,0 0 0 0 0,0 0 1 0 0,0-1-1 0 0,0 1 0 0 0,0 0 1 0 0,0 0-1 0 0,1-1 0 0 0,-1 1 0 0 0,0 0 1 0 0,0 0-1 0 0,0 0 0 0 0,0-1 1 0 0,0 1-1 0 0,1 0 0 0 0,-1 0 1 0 0,0 0-1 0 0,0 0 0 0 0,0-1 0 0 0,1 1 1 0 0,-1 0-1 0 0,0 0 0 0 0,0 0 1 0 0,1 0-1 0 0,-1 0 0 0 0,0 0 1 0 0,0 0-1 0 0,0-1 0 0 0,1 1 0 0 0,-1 0 1 0 0,0 0-1 0 0,1 0 0 0 0,-1 0 1 0 0,0 0-1 0 0,0 0 0 0 0,1 0 1 0 0,-1 0-1 0 0,0 0 0 0 0,0 0 0 0 0,1 1 1 0 0,-1-1-1 0 0,6 12 873 0 0,0 20-566 0 0,-5-21-422 0 0,17 120 315 0 0,-14-111-1529 0 0,1-1 1 0 0,1 1-1 0 0,1-1 1 0 0,14 28-1 0 0,-4-18-3420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7834 0 0,'0'2'293'0'0,"-1"0"1"0"0,0 0-1 0 0,1 1 1 0 0,0-1 0 0 0,-1 0-1 0 0,1 0 1 0 0,0 1-1 0 0,0-1 1 0 0,0 0 0 0 0,1 4-1 0 0,-1-5-20 0 0,6 89 4271 0 0,5 45-1867 0 0,-2-27-1863 0 0,-6-81-754 0 0,0 0-1 0 0,2 0 1 0 0,1 0 0 0 0,14 38 0 0 0,-11-43-889 0 0,1-1 1 0 0,0 0-1 0 0,15 21 0 0 0,-6-13-5180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8 181 4145 0 0,'-1'-1'15'0'0,"1"1"0"0"0,-1-1 0 0 0,0 1 0 0 0,1-1 0 0 0,-1 1 0 0 0,1-1 1 0 0,-1 0-1 0 0,1 1 0 0 0,0-1 0 0 0,-1 0 0 0 0,1 0 0 0 0,-1 1 0 0 0,1-1 0 0 0,0 0 0 0 0,0 0 0 0 0,0 1 0 0 0,-1-1 1 0 0,1 0-1 0 0,0 0 0 0 0,0 0 0 0 0,0 1 0 0 0,0-1 0 0 0,0 0 0 0 0,0 0 0 0 0,0 0 0 0 0,1 1 0 0 0,-1-1 0 0 0,1-1 1 0 0,19-12 235 0 0,-10 9-60 0 0,43-20 293 0 0,1 1 0 0 0,1 3 0 0 0,1 3 0 0 0,1 2 1 0 0,115-18-1 0 0,-152 33-484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0 340 3225 0 0,'66'-10'1524'0'0,"-1"-3"1"0"0,0-2 0 0 0,95-37-1 0 0,-104 33-1204 0 0,1 3 0 0 0,101-16 0 0 0,122 2 504 0 0,-260 28-657 0 0,843-39 3308 0 0,-536 30-2937 0 0,721-33-806 0 0,-950 39 186 0 0,891-32-892 0 0,-460 25-1156 0 0,-473 11 954 0 0,-6 3-2728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 8290 0 0,'-1'0'156'0'0,"0"1"0"0"0,0-1 1 0 0,1 1-1 0 0,-1-1 1 0 0,0 1-1 0 0,0-1 0 0 0,1 1 1 0 0,-1 0-1 0 0,0 0 0 0 0,1-1 1 0 0,-1 1-1 0 0,0 0 0 0 0,1 0 1 0 0,-1 0-1 0 0,1-1 0 0 0,-1 1 1 0 0,1 0-1 0 0,0 0 0 0 0,-1 0 1 0 0,1 2-1 0 0,-7 20 1221 0 0,7-22-1351 0 0,-6 33 916 0 0,2 1 1 0 0,1-1-1 0 0,2 1 0 0 0,5 63 0 0 0,0-21-378 0 0,-4-74-568 0 0,2 77 400 0 0,17 111-1 0 0,-16-168-756 0 0,2-1 0 0 0,0 0 0 0 0,2 0 0 0 0,0 0 0 0 0,2-1 0 0 0,0 0 0 0 0,1 0 0 0 0,2-1-1 0 0,24 33 1 0 0,-5-21-3526 0 0,-17-20-571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3681 0 0,'2'-3'170'0'0,"0"0"-1"0"0,0 0 1 0 0,0 0 0 0 0,1 0 0 0 0,0 1 0 0 0,-1-1-1 0 0,1 1 1 0 0,0 0 0 0 0,0 0 0 0 0,0 0 0 0 0,6-3-1 0 0,-5 2-4 0 0,4-2 368 0 0,-1 1 1 0 0,1-1 0 0 0,0 1 0 0 0,0 1 0 0 0,16-5 0 0 0,-23 7-475 0 0,0 1-1 0 0,1 0 1 0 0,-1 0 0 0 0,1-1 0 0 0,-1 1 0 0 0,1 0-1 0 0,-1 0 1 0 0,1 1 0 0 0,-1-1 0 0 0,0 0 0 0 0,1 0 0 0 0,-1 1-1 0 0,1-1 1 0 0,-1 1 0 0 0,0-1 0 0 0,1 1 0 0 0,1 1-1 0 0,-2-1-71 0 0,0 0 0 0 0,0 0-1 0 0,0 1 1 0 0,0-1-1 0 0,0 1 1 0 0,0-1-1 0 0,0 1 1 0 0,0-1-1 0 0,-1 1 1 0 0,1-1 0 0 0,-1 1-1 0 0,1 0 1 0 0,-1-1-1 0 0,0 1 1 0 0,0 0-1 0 0,1-1 1 0 0,-1 1-1 0 0,0 0 1 0 0,-1 1-1 0 0,1 10-87 0 0,-1-1-1 0 0,-1 0 0 0 0,0 1 0 0 0,-1-1 0 0 0,0 0 1 0 0,-1 0-1 0 0,-7 16 0 0 0,-46 76 2530 0 0,27-51 349 0 0,28-50-2651 0 0,0 0 0 0 0,0 1 0 0 0,1-1 0 0 0,-1 1 1 0 0,1-1-1 0 0,0 1 0 0 0,0-1 0 0 0,0 1 0 0 0,0 0 0 0 0,1-1 1 0 0,0 1-1 0 0,0 0 0 0 0,0-1 0 0 0,0 1 0 0 0,0 0 0 0 0,1 0 1 0 0,0 4-1 0 0,1-5-53 0 0,-1-1 1 0 0,0 1 0 0 0,1 0-1 0 0,0-1 1 0 0,0 1 0 0 0,0-1-1 0 0,0 0 1 0 0,0 0 0 0 0,0 0-1 0 0,1 0 1 0 0,-1 0 0 0 0,1 0-1 0 0,-1 0 1 0 0,1-1 0 0 0,0 1-1 0 0,-1-1 1 0 0,1 0 0 0 0,0 0-1 0 0,0 0 1 0 0,0 0 0 0 0,4 0-1 0 0,5 2 130 0 0,1-1 0 0 0,-1-1 0 0 0,1 0 0 0 0,0 0 0 0 0,0-1 0 0 0,-1-1 0 0 0,1 0 0 0 0,17-5 0 0 0,9-3 303 0 0,50-21 1 0 0,-55 17-2279 0 0,69-16 0 0 0,-80 26-4615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4 7834 0 0,'-1'0'130'0'0,"-1"-1"0"0"0,1 1 0 0 0,0-1 0 0 0,-1 1-1 0 0,1-1 1 0 0,-1 1 0 0 0,1 0 0 0 0,0 0 0 0 0,-1 0 0 0 0,1 0 0 0 0,-1 0 0 0 0,1 0 0 0 0,0 0 0 0 0,-1 0 0 0 0,1 0 0 0 0,-1 1 0 0 0,1-1 0 0 0,0 0 0 0 0,-1 1 0 0 0,1 0 0 0 0,0-1 0 0 0,-2 2 0 0 0,0 0 183 0 0,0 0 1 0 0,0 1 0 0 0,0 0-1 0 0,0-1 1 0 0,0 1-1 0 0,1 0 1 0 0,-1 0-1 0 0,-1 4 1 0 0,-5 8 915 0 0,1 1 0 0 0,-11 29 0 0 0,19-43-1168 0 0,-7 19 314 0 0,1 1 0 0 0,2-1 0 0 0,0 1 0 0 0,1 0 0 0 0,1 0 0 0 0,1 0 0 0 0,3 28 0 0 0,4 16 232 0 0,16 73 0 0 0,-16-107-512 0 0,1-1 1 0 0,2 0-1 0 0,1 0 0 0 0,19 38 0 0 0,-21-53-548 0 0,1 0 0 0 0,1-1 0 0 0,0 0 0 0 0,1-1 0 0 0,0 0 0 0 0,2 0 0 0 0,-1-2 0 0 0,2 1 0 0 0,17 12 0 0 0,16 8-7053 0 0,-37-25 3132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31 374 2304 0 0,'-1'0'106'0'0,"-1"0"0"0"0,1-1 0 0 0,0 1 0 0 0,-1 0-1 0 0,1 0 1 0 0,0-1 0 0 0,-1 1 0 0 0,1 0 0 0 0,0-1-1 0 0,0 1 1 0 0,0-1 0 0 0,-1 0 0 0 0,1 1-1 0 0,0-1 1 0 0,0 0 0 0 0,0 0 0 0 0,0 0 0 0 0,0 0-1 0 0,0 0 1 0 0,0 0 0 0 0,1 0 0 0 0,-1 0-1 0 0,0 0 1 0 0,0 0 0 0 0,1 0 0 0 0,-1 0 0 0 0,1-1-1 0 0,-1 1 1 0 0,0-2 0 0 0,2-2 294 0 0,-1 1 0 0 0,1 0 0 0 0,-1 0-1 0 0,1 1 1 0 0,0-1 0 0 0,1 0 0 0 0,-1 0 0 0 0,1 0 0 0 0,2-3 0 0 0,5-10 305 0 0,0 1 0 0 0,2-1 0 0 0,0 2-1 0 0,1 0 1 0 0,0 0 0 0 0,1 1 0 0 0,24-20 0 0 0,-1 6-133 0 0,1 0 0 0 0,42-23 0 0 0,-26 22-1522 0 0,-1 2-4682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8754 0 0,'0'-1'44'0'0,"-1"1"0"0"0,1-1-1 0 0,-1 1 1 0 0,1-1 0 0 0,-1 1 0 0 0,1 0 0 0 0,-1-1 0 0 0,1 1-1 0 0,-1 0 1 0 0,1-1 0 0 0,-1 1 0 0 0,0 0 0 0 0,1 0 0 0 0,-1-1-1 0 0,1 1 1 0 0,-1 0 0 0 0,0 0 0 0 0,1 0 0 0 0,-1 0 0 0 0,0 0-1 0 0,1 0 1 0 0,-1 0 0 0 0,1 0 0 0 0,-1 0 0 0 0,0 0 0 0 0,1 1-1 0 0,-1-1 1 0 0,1 0 0 0 0,-1 0 0 0 0,0 1 0 0 0,-1 17 923 0 0,3-6-586 0 0,2 241 6110 0 0,29 124-6143 0 0,-27-351-1428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625 334 3225 0 0,'-6'-6'367'0'0,"1"1"0"0"0,-1 0 0 0 0,0 0 0 0 0,0 1 0 0 0,-1 0 0 0 0,1 0 0 0 0,-10-4 0 0 0,11 6-54 0 0,1 0 0 0 0,-1 1 0 0 0,0 0 0 0 0,0 0-1 0 0,0 1 1 0 0,0-1 0 0 0,1 1 0 0 0,-1 0-1 0 0,0 0 1 0 0,0 1 0 0 0,0-1 0 0 0,-8 3 0 0 0,-20 8 506 0 0,2 1 0 0 0,0 1 0 0 0,0 2 0 0 0,1 1 0 0 0,1 1 0 0 0,1 1 0 0 0,-26 23 0 0 0,36-26-737 0 0,1 1 1 0 0,1 1 0 0 0,0 0-1 0 0,1 2 1 0 0,1-1 0 0 0,1 2-1 0 0,1-1 1 0 0,0 2 0 0 0,2 0-1 0 0,-14 36 1 0 0,9-13-66 0 0,3 0 0 0 0,1 1 0 0 0,2 0 0 0 0,-4 68 0 0 0,12-84 16 0 0,1-1 0 0 0,1 1 1 0 0,2 0-1 0 0,0-1 0 0 0,2 0 0 0 0,2 0 0 0 0,0 0 0 0 0,2-1 0 0 0,1 0 0 0 0,1 0 0 0 0,25 42 0 0 0,-24-48-43 0 0,1-1 0 0 0,1-1 1 0 0,0 0-1 0 0,2-1 0 0 0,0-1 0 0 0,1-1 1 0 0,1 0-1 0 0,0-1 0 0 0,2-1 1 0 0,-1 0-1 0 0,1-2 0 0 0,1 0 1 0 0,0-1-1 0 0,34 11 0 0 0,-27-14-133 0 0,-1-1 0 0 0,1-1 0 0 0,0-2 0 0 0,1 0 0 0 0,-1-2 0 0 0,1-2 0 0 0,-1 0 0 0 0,1-2 0 0 0,-1-1 0 0 0,0-1 1 0 0,0-1-1 0 0,53-18 0 0 0,-55 13 43 0 0,-1 0 0 0 0,-1-2 1 0 0,0 0-1 0 0,-1-2 0 0 0,0 0 1 0 0,-1-2-1 0 0,-1 0 0 0 0,0-2 1 0 0,-1 0-1 0 0,-1-1 0 0 0,-1-1 1 0 0,-1-1-1 0 0,26-40 0 0 0,-18 16 193 0 0,-2-1-1 0 0,-2 0 1 0 0,-2-2-1 0 0,-2 0 1 0 0,-3-1 0 0 0,-1 0-1 0 0,6-58 1 0 0,-12 51 376 0 0,-3-1 1 0 0,-2 0-1 0 0,-2 1 0 0 0,-3-1 1 0 0,-3 0-1 0 0,-14-65 0 0 0,15 100-358 0 0,-1 1-1 0 0,-1 1 1 0 0,0-1 0 0 0,-2 1-1 0 0,0 0 1 0 0,-1 1-1 0 0,-1 0 1 0 0,-1 1 0 0 0,-1 0-1 0 0,0 1 1 0 0,-1 0-1 0 0,-1 1 1 0 0,-1 1-1 0 0,0 0 1 0 0,-1 1 0 0 0,0 1-1 0 0,-1 1 1 0 0,-1 0-1 0 0,0 1 1 0 0,0 1-1 0 0,-1 1 1 0 0,-42-13 0 0 0,28 12 22 0 0,-1 1 1 0 0,-66-7 0 0 0,87 14-238 0 0,0 1-1 0 0,0 1 1 0 0,0 1 0 0 0,-1 0 0 0 0,1 1-1 0 0,0 0 1 0 0,0 1 0 0 0,1 0 0 0 0,-1 1-1 0 0,-14 7 1 0 0,4 3-4900 0 0,4 5-1697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1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5985 0 0,'-7'-8'536'0'0,"0"-1"1"0"0,1 1-1 0 0,-8-15 0 0 0,8 13 990 0 0,0 1 0 0 0,0 1 0 0 0,-13-7 2780 0 0,21 52-3580 0 0,4 2-691 0 0,2 1 1 0 0,2-1-1 0 0,1-1 1 0 0,2 0 0 0 0,1-1-1 0 0,3 0 1 0 0,1-1-1 0 0,24 37 1 0 0,-37-67-37 0 0,0 0 1 0 0,-1 0-1 0 0,2-1 1 0 0,-1 1-1 0 0,1-1 1 0 0,0-1-1 0 0,0 1 1 0 0,9 4-1 0 0,-13-7 3 0 0,0-1 0 0 0,0 0 0 0 0,0 0 0 0 0,0 0 0 0 0,0 0-1 0 0,0-1 1 0 0,1 1 0 0 0,-1-1 0 0 0,0 1 0 0 0,0-1 0 0 0,1 0 0 0 0,-1 0 0 0 0,0 0-1 0 0,1 0 1 0 0,-1 0 0 0 0,0 0 0 0 0,0-1 0 0 0,1 1 0 0 0,-1-1 0 0 0,0 1-1 0 0,0-1 1 0 0,0 0 0 0 0,0 0 0 0 0,1 0 0 0 0,-1 0 0 0 0,-1-1 0 0 0,1 1 0 0 0,0 0-1 0 0,0-1 1 0 0,2-2 0 0 0,6-8 77 0 0,0 0-1 0 0,-1 0 0 0 0,-1-1 1 0 0,0 0-1 0 0,-1-1 0 0 0,0 0 1 0 0,-1 0-1 0 0,0 0 0 0 0,-2-1 1 0 0,0 0-1 0 0,0 0 0 0 0,2-21 1 0 0,-4 10-36 0 0,-2-1 1 0 0,0 1-1 0 0,-2 0 1 0 0,0 0-1 0 0,-2 1 1 0 0,-10-39-1 0 0,3 22-92 0 0,5 15-122 0 0,-1 0-1 0 0,-2 0 0 0 0,-13-29 0 0 0,24 82-3021 0 0,-2-12 1372 0 0,2 6-3311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2761 0 0,'3'-2'202'0'0,"0"1"0"0"0,0 0 1 0 0,0 0-1 0 0,-1 0 1 0 0,1 1-1 0 0,0-1 0 0 0,0 1 1 0 0,0-1-1 0 0,0 1 0 0 0,0 0 1 0 0,0 0-1 0 0,0 1 1 0 0,0-1-1 0 0,0 0 0 0 0,0 1 1 0 0,0 0-1 0 0,0 0 1 0 0,0 0-1 0 0,4 2 0 0 0,-4-1 49 0 0,0 0 1 0 0,0 1-1 0 0,0 0 0 0 0,0-1 0 0 0,0 1 0 0 0,-1 0 0 0 0,1 0 0 0 0,-1 1 0 0 0,0-1 0 0 0,0 0 1 0 0,0 1-1 0 0,-1-1 0 0 0,2 5 0 0 0,3 10 411 0 0,-2-1 0 0 0,0 1 1 0 0,-1-1-1 0 0,-1 1 0 0 0,0 24 1 0 0,1 27 223 0 0,15 78 0 0 0,-18-144-1185 0 0,0-4-77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28 218 3225 0 0,'-8'-49'191'0'0,"0"6"5034"0"0,-4-82 0 0 0,15 125-4029 0 0,4 7-1042 0 0,4 11-751 0 0,-6-8 341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1376 0 0,'1'-1'160'0'0,"0"-1"0"0"0,1 1 0 0 0,-1 0 0 0 0,0-1 0 0 0,1 1 0 0 0,-1 0 0 0 0,1 0 0 0 0,0 0 0 0 0,-1 0 0 0 0,1 0 0 0 0,0 0 0 0 0,0 0 0 0 0,-1 1 0 0 0,1-1 0 0 0,0 0 0 0 0,0 1 0 0 0,0 0 0 0 0,0-1 0 0 0,0 1 0 0 0,0 0 0 0 0,3 0 0 0 0,-2 1 82 0 0,-1 1-1 0 0,0-1 1 0 0,0 0 0 0 0,0 0 0 0 0,1 1 0 0 0,-1-1-1 0 0,0 1 1 0 0,-1 0 0 0 0,1 0 0 0 0,0 0-1 0 0,0-1 1 0 0,-1 2 0 0 0,1-1 0 0 0,-1 0-1 0 0,0 0 1 0 0,2 4 0 0 0,1 2 103 0 0,-3-5-282 0 0,1-1 1 0 0,-1 0-1 0 0,0 1 0 0 0,0-1 1 0 0,1 0-1 0 0,0 0 0 0 0,-1 0 1 0 0,1 0-1 0 0,0 0 0 0 0,2 2 1 0 0,-4-4-62 0 0,1 0 0 0 0,-1 0 0 0 0,0 0 1 0 0,1 0-1 0 0,-1 0 0 0 0,1 0 0 0 0,-1 0 0 0 0,0 0 1 0 0,1 0-1 0 0,-1 0 0 0 0,1 0 0 0 0,-1 0 1 0 0,0 0-1 0 0,1 0 0 0 0,-1 0 0 0 0,1 0 1 0 0,-1 0-1 0 0,0-1 0 0 0,1 1 0 0 0,-1 0 1 0 0,0 0-1 0 0,1 0 0 0 0,-1-1 0 0 0,0 1 0 0 0,1 0 1 0 0,-1-1-1 0 0,13-17 9 0 0,15-57-78 0 0,-22 55 69 0 0,1 0-1 0 0,11-22 1 0 0,-17 41 53 0 0,-1-1 0 0 0,1 0-1 0 0,0 1 1 0 0,0-1 0 0 0,0 1 0 0 0,0-1 0 0 0,0 1 0 0 0,0 0 0 0 0,0-1 0 0 0,0 1-1 0 0,1 0 1 0 0,-1 0 0 0 0,0 0 0 0 0,1 0 0 0 0,-1 0 0 0 0,1 0 0 0 0,-1 0 0 0 0,1 0-1 0 0,0 0 1 0 0,-1 1 0 0 0,1-1 0 0 0,0 1 0 0 0,-1-1 0 0 0,1 1 0 0 0,0 0 0 0 0,3-1-1 0 0,-3 2 21 0 0,0 0 0 0 0,0 0 0 0 0,0 0-1 0 0,-1 0 1 0 0,1 0 0 0 0,0 0-1 0 0,-1 1 1 0 0,1-1 0 0 0,-1 0-1 0 0,1 1 1 0 0,-1-1 0 0 0,1 1-1 0 0,-1 0 1 0 0,0-1 0 0 0,0 1-1 0 0,0 0 1 0 0,0 0 0 0 0,0 0-1 0 0,0 0 1 0 0,-1 0 0 0 0,1 0-1 0 0,-1 0 1 0 0,1 2 0 0 0,18 90 1132 0 0,-16-73-1394 0 0,0 0 0 0 0,2-1-1 0 0,0 1 1 0 0,1-1 0 0 0,1 0-1 0 0,13 24 1 0 0,-13-33-389 0 0</inkml:trace>
  <inkml:trace contextRef="#ctx0" brushRef="#br0" timeOffset="1">623 112 2761 0 0,'3'-3'301'0'0,"0"0"0"0"0,0 0 0 0 0,1 0 0 0 0,-1 0 0 0 0,1 0 1 0 0,0 1-1 0 0,-1 0 0 0 0,10-4 0 0 0,-11 5 89 0 0,126-55 4160 0 0,-80 36-5467 0 0,-32 13-2504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4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156 286 4609 0 0,'-2'-5'331'0'0,"-5"-18"1919"0"0,-20-40 1 0 0,24 58-1897 0 0,0-1 1 0 0,0 1 0 0 0,0 0-1 0 0,-1 0 1 0 0,0 1 0 0 0,0-1-1 0 0,0 1 1 0 0,0-1 0 0 0,-1 1-1 0 0,1 1 1 0 0,-1-1-1 0 0,0 1 1 0 0,-6-4 0 0 0,10 7-304 0 0,0 0 0 0 0,0-1-1 0 0,0 1 1 0 0,0 0 0 0 0,0 0 0 0 0,0 0 0 0 0,0 0 0 0 0,0 0 0 0 0,-1 0 0 0 0,1 0 0 0 0,0 1 0 0 0,0-1 0 0 0,0 0 0 0 0,0 0-1 0 0,0 1 1 0 0,0-1 0 0 0,0 1 0 0 0,0-1 0 0 0,0 1 0 0 0,0-1 0 0 0,1 1 0 0 0,-1-1 0 0 0,0 1 0 0 0,0 0 0 0 0,0 0-1 0 0,1-1 1 0 0,-1 1 0 0 0,0 0 0 0 0,1 0 0 0 0,-1 0 0 0 0,1 0 0 0 0,-1 0 0 0 0,1 0 0 0 0,-1 0 0 0 0,1 0 0 0 0,0 0-1 0 0,-1 2 1 0 0,-12 44 375 0 0,13-44-366 0 0,-5 22-6 0 0,1 0-1 0 0,2 0 1 0 0,0 0-1 0 0,2 0 0 0 0,1 0 1 0 0,1 1-1 0 0,9 46 1 0 0,-9-64-58 0 0,0 0 1 0 0,1 0 0 0 0,0 0 0 0 0,0-1-1 0 0,1 1 1 0 0,-1-1 0 0 0,2 0-1 0 0,-1 0 1 0 0,1 0 0 0 0,0-1-1 0 0,0 0 1 0 0,1 0 0 0 0,0 0-1 0 0,0 0 1 0 0,0-1 0 0 0,1 0-1 0 0,-1 0 1 0 0,1-1 0 0 0,0 0 0 0 0,1 0-1 0 0,-1-1 1 0 0,1 0 0 0 0,0 0-1 0 0,0-1 1 0 0,-1 1 0 0 0,2-2-1 0 0,13 2 1 0 0,-13-2-1 0 0,1-1 0 0 0,-1 0 1 0 0,1-1-1 0 0,-1 0 0 0 0,0 0 0 0 0,1-1 0 0 0,-1 0 1 0 0,0 0-1 0 0,0-1 0 0 0,0-1 0 0 0,0 0 0 0 0,-1 0 1 0 0,1 0-1 0 0,-1-1 0 0 0,0 0 0 0 0,-1-1 1 0 0,1 0-1 0 0,-1 0 0 0 0,0 0 0 0 0,0-1 0 0 0,-1 0 1 0 0,8-11-1 0 0,-8 9 8 0 0,-1 0 0 0 0,1 0 0 0 0,-2 0 0 0 0,1 0 1 0 0,-1-1-1 0 0,-1 0 0 0 0,0 1 0 0 0,0-1 0 0 0,-1-1 0 0 0,0 1 0 0 0,0 0 1 0 0,-1 0-1 0 0,-1-1 0 0 0,0 1 0 0 0,0-1 0 0 0,-1 1 0 0 0,-1 0 1 0 0,1 0-1 0 0,-2-1 0 0 0,-4-12 0 0 0,-2 2 142 0 0,-1-1 0 0 0,-1 1 0 0 0,-1 1 0 0 0,-1 0 0 0 0,-1 1 0 0 0,-1 0 0 0 0,0 1-1 0 0,-2 1 1 0 0,0 0 0 0 0,0 1 0 0 0,-2 1 0 0 0,0 1 0 0 0,-24-14 0 0 0,39 26-219 0 0,0-1-1 0 0,0 1 1 0 0,0 1-1 0 0,0-1 1 0 0,-1 0 0 0 0,1 1-1 0 0,-1 0 1 0 0,1 0-1 0 0,-1 0 1 0 0,1 1 0 0 0,-1 0-1 0 0,1 0 1 0 0,-1 0-1 0 0,0 0 1 0 0,1 0 0 0 0,-1 1-1 0 0,1 0 1 0 0,-1 0-1 0 0,1 0 1 0 0,0 1 0 0 0,-1 0-1 0 0,-6 3 1 0 0,-10 10-527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5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52 323 6913 0 0,'-2'-1'-77'0'0,"-1"-1"0"0"0,0 1 0 0 0,-1-1-1 0 0,1 1 1 0 0,0 0 0 0 0,0 0-1 0 0,0 0 1 0 0,-1 1 0 0 0,-3-1-1 0 0,-10 0 2900 0 0,129 15 1199 0 0,-36-12-3164 0 0,99-8 1 0 0,-63 0-697 0 0,243-20 274 0 0,-69 3-166 0 0,598-34 341 0 0,-511 18 0 0 0,35-3 539 0 0,439 24-229 0 0,-782 18-923 0 0,1-3 1 0 0,86-14-1 0 0,125-39 85 0 0,-244 49-49 0 0,94-16 284 0 0,-109 21-250 0 0,0 1-1 0 0,1 0 0 0 0,-1 1 0 0 0,35 6 0 0 0,-51-6-65 0 0,-1 0 0 0 0,0 0 0 0 0,1 1 1 0 0,-1-1-1 0 0,0 1 0 0 0,1-1 0 0 0,-1 1 1 0 0,0-1-1 0 0,1 1 0 0 0,-1 0 0 0 0,0-1 0 0 0,0 1 1 0 0,0 0-1 0 0,0 0 0 0 0,0 0 0 0 0,2 2 1 0 0,-2-2-97 0 0,-1 0 1 0 0,0 0 0 0 0,0 0 0 0 0,1 0 0 0 0,-1 0 0 0 0,0 0 0 0 0,0 1 0 0 0,0-1 0 0 0,0 0-1 0 0,0 0 1 0 0,0 0 0 0 0,-1 0 0 0 0,1 0 0 0 0,0 0 0 0 0,0 0 0 0 0,-1 0 0 0 0,1 0 0 0 0,-1 0-1 0 0,1 0 1 0 0,-1 0 0 0 0,0 2 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6913 0 0,'-19'-11'7756'0'0,"20"36"-3265"0"0,1-12-4970 0 0,21 123 2243 0 0,-11-70-1273 0 0,5 73 0 0 0,-14-79-365 0 0,10 131 202 0 0,-8-159-459 0 0,0 1 0 0 0,3-1 0 0 0,20 56 0 0 0,-22-75-1134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1 238 3225 0 0,'4'-20'44'0'0,"0"1"1"0"0,2-1-1 0 0,1 1 1 0 0,15-33-1 0 0,-17 43 395 0 0,0 0-1 0 0,1 0 0 0 0,0 0 0 0 0,0 1 0 0 0,1 0 1 0 0,0 0-1 0 0,0 0 0 0 0,1 1 0 0 0,0 0 0 0 0,0 1 1 0 0,10-6-1 0 0,-16 11-286 0 0,0 0 0 0 0,0 0 0 0 0,0 0 0 0 0,0 0-1 0 0,0 0 1 0 0,1 1 0 0 0,-1-1 0 0 0,0 1 0 0 0,0-1 0 0 0,1 1 0 0 0,-1 0 0 0 0,0 0 0 0 0,0 0 0 0 0,1 0 0 0 0,-1 1 0 0 0,0-1-1 0 0,0 1 1 0 0,0-1 0 0 0,3 2 0 0 0,-1-1 26 0 0,0 1 0 0 0,-1 1-1 0 0,1-1 1 0 0,-1 0 0 0 0,1 1-1 0 0,-1 0 1 0 0,0-1-1 0 0,0 1 1 0 0,4 6 0 0 0,1 2 13 0 0,0 1 0 0 0,-1 0 0 0 0,-1 0 0 0 0,0 0 0 0 0,6 19 0 0 0,-5-8-172 0 0,-1 1-1 0 0,-1 0 1 0 0,-1 0-1 0 0,-1 1 1 0 0,-1-1-1 0 0,-1 29 1 0 0,-2-34-51 0 0,0-1 1 0 0,-2 0 0 0 0,0 1-1 0 0,0-1 1 0 0,-2 0 0 0 0,0 0 0 0 0,-1-1-1 0 0,-16 31 1 0 0,17-39 148 0 0,-1-1 0 0 0,0 0 0 0 0,0 0-1 0 0,-9 7 1 0 0,20-18 292 0 0,0 0-1 0 0,1 0 1 0 0,-1 0-1 0 0,1 0 1 0 0,-1 1-1 0 0,1 0 1 0 0,11-3-1 0 0,47-7 397 0 0,-20 10-341 0 0,58 5 1 0 0,6 0-210 0 0,-5-3-2648 0 0,-83 0-4112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0,'0'1'528'0'0,"0"0"-408"0"0,2 94 9980 0 0,5 1-6544 0 0,-3-66-3078 0 0,2 0 0 0 0,0 0 0 0 0,2-1 0 0 0,15 37 0 0 0,-13-46-247 0 0,7 10-23 0 0,-17-28-276 0 0,1-1-1 0 0,-1 0 1 0 0,1 1-1 0 0,-1-1 1 0 0,1 0-1 0 0,-1 1 1 0 0,0-1-1 0 0,1 1 1 0 0,-1-1-1 0 0,0 1 1 0 0,0-1-1 0 0,0 0 1 0 0,0 1-1 0 0,-1-1 1 0 0,1 1-1 0 0,-1 1 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0,'1'-4'252'0'0,"10"-23"1443"0"0,2 11 2852 0 0,-11 19-3782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71 6913 0 0,'0'0'15'0'0,"0"0"-1"0"0,0 0 1 0 0,0 0-1 0 0,0 0 1 0 0,-1 0-1 0 0,1 0 1 0 0,0 0 0 0 0,0 0-1 0 0,0 0 1 0 0,0 0-1 0 0,0-1 1 0 0,0 1-1 0 0,0 0 1 0 0,0 0-1 0 0,0 0 1 0 0,-1 0-1 0 0,1 0 1 0 0,0 0-1 0 0,0-1 1 0 0,0 1-1 0 0,0 0 1 0 0,0 0-1 0 0,0 0 1 0 0,0 0-1 0 0,0 0 1 0 0,0 0-1 0 0,0-1 1 0 0,0 1-1 0 0,0 0 1 0 0,0 0-1 0 0,0 0 1 0 0,0 0-1 0 0,0 0 1 0 0,0-1-1 0 0,0 1 1 0 0,0 0-1 0 0,1 0 1 0 0,-1 0-1 0 0,0 0 1 0 0,0 0-1 0 0,0 0 1 0 0,0 0-1 0 0,0-1 1 0 0,0 1-1 0 0,0 0 1 0 0,0 0-1 0 0,0 0 1 0 0,1 0-1 0 0,-1 0 1 0 0,0 0-1 0 0,0 0 1 0 0,0 0-1 0 0,0 0 1 0 0,0 0-1 0 0,0 0 1 0 0,1 0-1 0 0,-1-1 1 0 0,12-9 4135 0 0,51-26-1733 0 0,-57 33-2607 0 0,0 0 0 0 0,1 0 0 0 0,-1 1 0 0 0,1 0 0 0 0,0 0 0 0 0,0 1-1 0 0,-1 0 1 0 0,1 0 0 0 0,8 0 0 0 0,-4 3-4357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5529 0 0,'13'-11'1343'0'0,"1"0"0"0"0,0 1 1 0 0,1 1-1 0 0,28-14 0 0 0,3-2-82 0 0,18-8-2004 0 0,-50 26-3842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34 4609 0 0,'-2'-2'359'0'0,"0"0"1"0"0,0 1 0 0 0,0 0-1 0 0,0 0 1 0 0,-1 0-1 0 0,1 0 1 0 0,0 0-1 0 0,-1 0 1 0 0,1 0-1 0 0,0 1 1 0 0,-1-1-1 0 0,1 1 1 0 0,-5-1-1 0 0,6 1-241 0 0,-1 1 1 0 0,0-1-1 0 0,0 1 0 0 0,0 0 1 0 0,0-1-1 0 0,1 1 0 0 0,-1 0 1 0 0,0 0-1 0 0,1 0 0 0 0,-1 0 1 0 0,1 0-1 0 0,-1 0 0 0 0,1 1 1 0 0,-1-1-1 0 0,1 0 0 0 0,0 1 1 0 0,0-1-1 0 0,-1 1 0 0 0,1 0 1 0 0,0-1-1 0 0,1 1 0 0 0,-1 0 1 0 0,0-1-1 0 0,0 1 0 0 0,1 0 1 0 0,-1 0-1 0 0,0 3 0 0 0,-2 8 158 0 0,1-1-1 0 0,-2 24 0 0 0,4-35-254 0 0,-3 29 147 0 0,2 0 0 0 0,1 0 0 0 0,2 0 0 0 0,1-1-1 0 0,1 1 1 0 0,15 54 0 0 0,-16-73-161 0 0,1-1 0 0 0,1 1 0 0 0,-1-2-1 0 0,2 1 1 0 0,0 0 0 0 0,0-1-1 0 0,0 0 1 0 0,1 0 0 0 0,12 11 0 0 0,-13-15 10 0 0,1 1 1 0 0,0-1 0 0 0,1-1-1 0 0,-1 1 1 0 0,1-1 0 0 0,0 0 0 0 0,0-1-1 0 0,0 0 1 0 0,0 0 0 0 0,1-1-1 0 0,-1 0 1 0 0,1 0 0 0 0,12 0 0 0 0,-15-1-1 0 0,-1-1 1 0 0,1 0 0 0 0,-1 0-1 0 0,0 0 1 0 0,1-1 0 0 0,-1 1 0 0 0,1-1-1 0 0,-1-1 1 0 0,0 1 0 0 0,0-1-1 0 0,0 0 1 0 0,0 0 0 0 0,0 0-1 0 0,0-1 1 0 0,0 0 0 0 0,-1 0 0 0 0,1 0-1 0 0,-1 0 1 0 0,0-1 0 0 0,0 1-1 0 0,0-1 1 0 0,-1 0 0 0 0,1-1-1 0 0,-1 1 1 0 0,0 0 0 0 0,0-1 0 0 0,4-8-1 0 0,-4 4 181 0 0,1-1-1 0 0,-2 1 1 0 0,1-1-1 0 0,-1 0 1 0 0,-1 1-1 0 0,1-1 1 0 0,-2 0-1 0 0,1 0 1 0 0,-2 0-1 0 0,1 0 1 0 0,-1 0-1 0 0,0 1 1 0 0,-1-1-1 0 0,-4-13 1 0 0,-1 3 88 0 0,-1-1 1 0 0,-1 1 0 0 0,-1 0-1 0 0,0 0 1 0 0,-2 1 0 0 0,0 1-1 0 0,-1 0 1 0 0,-29-31-1 0 0,32 39-410 0 0,-1 0 0 0 0,0 1-1 0 0,-1 0 1 0 0,0 0 0 0 0,0 1-1 0 0,-1 1 1 0 0,0 0 0 0 0,0 1-1 0 0,0 0 1 0 0,-1 1 0 0 0,0 1 0 0 0,0 0-1 0 0,-1 1 1 0 0,-20-2-1 0 0,33 5-69 0 0,1-1 90 0 0,0 1 1 0 0,0 0-1 0 0,0 0 1 0 0,0 0-1 0 0,0 0 1 0 0,0 0 0 0 0,0 0-1 0 0,1 0 1 0 0,-1 0-1 0 0,0 0 1 0 0,0 0-1 0 0,0 0 1 0 0,0 1 0 0 0,0-1-1 0 0,0 0 1 0 0,0 1-1 0 0,1-1 1 0 0,-1 1-1 0 0,0-1 1 0 0,0 1 0 0 0,1-1-1 0 0,-1 1 1 0 0,0-1-1 0 0,-1 2 1 0 0,0 6-1195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 5065 0 0,'-9'16'5382'0'0,"9"-16"-5314"0"0,1 0 1 0 0,180-36 6975 0 0,-99 26-7244 0 0,-73 8-440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51 253 3225 0 0,'-17'-22'2358'0'0,"14"18"-1704"0"0,1 0 0 0 0,-1 0-1 0 0,0 0 1 0 0,0 1 0 0 0,-1-1-1 0 0,1 1 1 0 0,-1 0 0 0 0,-5-4-1 0 0,10 16 2415 0 0,7 29-2007 0 0,9 22-742 0 0,2-1-1 0 0,4 0 1 0 0,2-2-1 0 0,59 99 1 0 0,-64-124-288 0 0,29 34 1 0 0,-42-59-24 0 0,0 1 1 0 0,0-1-1 0 0,0 0 0 0 0,1 0 1 0 0,-1-1-1 0 0,2 0 0 0 0,-1 0 1 0 0,1-1-1 0 0,14 7 0 0 0,-20-11 22 0 0,0 0-1 0 0,0 0 1 0 0,-1-1 0 0 0,1 1-1 0 0,0-1 1 0 0,0 1-1 0 0,0-1 1 0 0,-1 0-1 0 0,1 0 1 0 0,0 0 0 0 0,0 0-1 0 0,0-1 1 0 0,0 1-1 0 0,-1-1 1 0 0,1 0-1 0 0,0 0 1 0 0,-1 0 0 0 0,6-2-1 0 0,-5 1 79 0 0,0-1 0 0 0,0 0 0 0 0,0 1 0 0 0,0-1-1 0 0,0 0 1 0 0,0 0 0 0 0,-1 0 0 0 0,0-1 0 0 0,0 1 0 0 0,1-1-1 0 0,1-6 1 0 0,1-3 200 0 0,-1 0-1 0 0,0-1 0 0 0,-1 1 0 0 0,-1-1 0 0 0,0 1 0 0 0,0-25 1 0 0,-7-63 341 0 0,-22-126 0 0 0,16 151-611 0 0,7 46-84 0 0,2 5-46 0 0,-2 1-1 0 0,0-1 0 0 0,-1 1 0 0 0,-2 0 0 0 0,-1 0 0 0 0,-11-25 0 0 0,19 49 50 0 0,0-1 1 0 0,0 1 0 0 0,0-1 0 0 0,0 1-1 0 0,0 0 1 0 0,0-1 0 0 0,0 1 0 0 0,0 0-1 0 0,0-1 1 0 0,-1 1 0 0 0,1 0 0 0 0,0-1-1 0 0,0 1 1 0 0,0 0 0 0 0,-1 0-1 0 0,1-1 1 0 0,0 1 0 0 0,0 0 0 0 0,0 0-1 0 0,-1-1 1 0 0,1 1 0 0 0,0 0 0 0 0,-1 0-1 0 0,1 0 1 0 0,0-1 0 0 0,-1 1 0 0 0,1 0-1 0 0,0 0 1 0 0,-1 0 0 0 0,1 0 0 0 0,0 0-1 0 0,-1 0 1 0 0,1-1 0 0 0,0 1 0 0 0,-1 0-1 0 0,1 0 1 0 0,0 0 0 0 0,-1 0-1 0 0,1 1 1 0 0,0-1 0 0 0,-1 0 0 0 0,1 0-1 0 0,0 0 1 0 0,-1 0 0 0 0,1 0 0 0 0,-1 0-1 0 0,-3 18-6391 0 0,5-1 572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5985 0 0,'1'0'68'0'0,"4"-24"807"0"0,-1 16 175 0 0,-2 13 1035 0 0,-3 84 473 0 0,3-78-2500 0 0,0 0-1 0 0,1 0 1 0 0,0-1-1 0 0,1 1 1 0 0,0-1-1 0 0,1 1 0 0 0,0-1 1 0 0,0-1-1 0 0,13 18 1 0 0,-16-24-55 0 0,0-1 0 0 0,0 1 0 0 0,0-1 0 0 0,0 0 0 0 0,0 0 0 0 0,0 0 0 0 0,1 0 0 0 0,-1 0 0 0 0,1 0 0 0 0,-1-1 0 0 0,1 1 0 0 0,0-1 0 0 0,-1 1-1 0 0,1-1 1 0 0,0 0 0 0 0,0 0 0 0 0,0-1 0 0 0,0 1 0 0 0,0-1 0 0 0,0 1 0 0 0,0-1 0 0 0,0 0 0 0 0,0 0 0 0 0,0 0 0 0 0,0 0 0 0 0,0-1 0 0 0,0 1 0 0 0,0-1 0 0 0,0 0 0 0 0,0 0 0 0 0,0 0 0 0 0,0 0 0 0 0,0 0 0 0 0,-1-1 0 0 0,1 1 0 0 0,0-1 0 0 0,-1 0 0 0 0,0 0 0 0 0,5-4 0 0 0,-1 1 84 0 0,-1 1 0 0 0,0-1 0 0 0,0 0 1 0 0,-1-1-1 0 0,1 1 0 0 0,-1-1 0 0 0,-1 0 0 0 0,1 0 1 0 0,-1-1-1 0 0,0 1 0 0 0,0 0 0 0 0,0-1 0 0 0,-1 0 1 0 0,0 0-1 0 0,-1 0 0 0 0,0 0 0 0 0,0 0 0 0 0,0 0 1 0 0,-1 0-1 0 0,0 0 0 0 0,0 0 0 0 0,0 0 0 0 0,-1 0 1 0 0,-1 0-1 0 0,1 0 0 0 0,-1 0 0 0 0,0 1 0 0 0,0-1 0 0 0,-1 0 1 0 0,0 1-1 0 0,0 0 0 0 0,-1-1 0 0 0,-4-5 0 0 0,-10-13 39 0 0,-26-27 0 0 0,39 45-135 0 0,-1 1-1 0 0,-1 1 1 0 0,1-1 0 0 0,-1 1 0 0 0,1 0 0 0 0,-1 1 0 0 0,-1-1 0 0 0,1 1 0 0 0,-13-4 0 0 0,18 7-37 0 0,1 1 0 0 0,0-1 0 0 0,-1 1 0 0 0,1 0 0 0 0,-1 0 0 0 0,1-1 0 0 0,0 1 0 0 0,-1 0 0 0 0,1 0 0 0 0,-1 1 0 0 0,1-1 1 0 0,0 0-1 0 0,-1 0 0 0 0,1 1 0 0 0,0-1 0 0 0,-1 1 0 0 0,1-1 0 0 0,0 1 0 0 0,0-1 0 0 0,-1 1 0 0 0,1 0 0 0 0,0 0 0 0 0,0 0 1 0 0,0-1-1 0 0,0 1 0 0 0,0 0 0 0 0,-1 2 0 0 0,-5 5-961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29 3225 0 0,'-5'0'5085'0'0,"2"20"-3696"0"0,0-1 0 0 0,1 1 0 0 0,1 28 0 0 0,2-40-1335 0 0,-1-1 1 0 0,1 1 0 0 0,0 0-1 0 0,0 0 1 0 0,1-1-1 0 0,0 1 1 0 0,1-1-1 0 0,-1 1 1 0 0,2-1-1 0 0,-1 0 1 0 0,7 10-1 0 0,-9-16-53 0 0,0 1 0 0 0,0-1-1 0 0,0 0 1 0 0,0 0 0 0 0,0 0-1 0 0,0 0 1 0 0,0 0 0 0 0,0 0-1 0 0,1 0 1 0 0,-1 0 0 0 0,0-1-1 0 0,1 1 1 0 0,-1 0 0 0 0,0-1-1 0 0,1 1 1 0 0,-1-1 0 0 0,1 0-1 0 0,-1 1 1 0 0,1-1 0 0 0,-1 0-1 0 0,1 0 1 0 0,-1 0 0 0 0,3 0-1 0 0,-1-1-1 0 0,-1 1 0 0 0,1-1 0 0 0,0 0 0 0 0,0 0 0 0 0,-1-1 0 0 0,1 1 0 0 0,-1-1-1 0 0,1 1 1 0 0,-1-1 0 0 0,0 0 0 0 0,4-2 0 0 0,1-4-24 0 0,0 0-1 0 0,0 0 1 0 0,0-1 0 0 0,-1 0-1 0 0,8-15 1 0 0,-7 9 285 0 0,-1 0 0 0 0,0-1-1 0 0,-1 1 1 0 0,-1-1 0 0 0,-1-1 0 0 0,0 1-1 0 0,-1 0 1 0 0,0-25 0 0 0,9 78 2569 0 0,23 46-3107 0 0,-30-75-392 0 0,0 0-1 0 0,0 0 1 0 0,1-1 0 0 0,1 0-1 0 0,5 7 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5985 0 0,'1'-23'66'0'0,"3"-31"1418"0"0,-3 47-504 0 0,0-1 0 0 0,1 0 1 0 0,0 1-1 0 0,6-16 1691 0 0,-7 23-2618 0 0,-1 0-1 0 0,0 0 1 0 0,0 0 0 0 0,0 0 0 0 0,0 0 0 0 0,0 0 0 0 0,0 0-1 0 0,2 1 582 0 0,-2-1-581 0 0,4 9 1380 0 0,1 18-400 0 0,-5-25-871 0 0,14 92 1500 0 0,51 179 1 0 0,-32-165-2387 0 0,34 88-1821 0 0,-61-181 907 0 0,0-4-297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15 237 4609 0 0,'-1'0'52'0'0,"0"-1"1"0"0,1 1-1 0 0,-1 0 0 0 0,0 0 0 0 0,1-1 1 0 0,-1 1-1 0 0,0 0 0 0 0,0-1 0 0 0,1 1 1 0 0,-1-1-1 0 0,1 1 0 0 0,-1 0 0 0 0,0-1 1 0 0,1 0-1 0 0,-1 1 0 0 0,1-1 1 0 0,-1 1-1 0 0,1-1 0 0 0,0 0 0 0 0,-1 1 1 0 0,1-1-1 0 0,0 0 0 0 0,-1 1 0 0 0,1-1 1 0 0,0 0-1 0 0,0 0 0 0 0,-1 1 1 0 0,1-1-1 0 0,0 0 0 0 0,0 0 0 0 0,0 1 1 0 0,0-1-1 0 0,0 0 0 0 0,0 0 0 0 0,0 1 1 0 0,0-1-1 0 0,1 0 0 0 0,-1 0 0 0 0,0 0 1 0 0,3-3 373 0 0,-1 1 0 0 0,0 0 0 0 0,1 0 0 0 0,0 0 0 0 0,0 1 0 0 0,5-5 0 0 0,-5 5-346 0 0,30-24 2877 0 0,69-39 1 0 0,-6 12-3715 0 0,-47 26-2411 0 0,-22 13-1871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1 152 4609 0 0,'23'-7'1655'0'0,"37"-5"300"0"0,-1 3 0 0 0,1 2 0 0 0,84 1 0 0 0,1 0-804 0 0,359-21 1703 0 0,2 40-1702 0 0,-367-1-1107 0 0,345 24-10 0 0,0-35-40 0 0,-157-27 386 0 0,215-8 1437 0 0,164-4-1686 0 0,-670 33-118 0 0,47-14 0 0 0,-12 2-2529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0,'0'0'853'0'0,"1"23"468"0"0,22 220 2854 0 0,6 76-3054 0 0,-22-215-1065 0 0,1 47-1632 0 0,-8-144-75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3225 0 0,'4'-8'393'0'0,"-1"-1"0"0"0,1 0 1 0 0,1 1-1 0 0,0 0 1 0 0,0 0-1 0 0,0 0 0 0 0,1 1 1 0 0,0 0-1 0 0,8-7 0 0 0,0 0 672 0 0,0 2 0 0 0,1 0-1 0 0,24-15 1 0 0,-36 25-918 0 0,0 0-1 0 0,0 0 1 0 0,1 0-1 0 0,-1 1 1 0 0,0-1-1 0 0,1 1 1 0 0,-1 0-1 0 0,1 0 1 0 0,0 0-1 0 0,-1 0 1 0 0,1 1-1 0 0,0-1 1 0 0,-1 1-1 0 0,1 0 1 0 0,0 0-1 0 0,0 1 1 0 0,-1-1-1 0 0,1 1 1 0 0,0 0-1 0 0,-1 0 1 0 0,1 0-1 0 0,6 3 1 0 0,-7-2-109 0 0,1 1 0 0 0,-1-1 0 0 0,0 1 0 0 0,0 0 0 0 0,0 0 0 0 0,0 0 0 0 0,-1 1 0 0 0,1-1 0 0 0,-1 1 0 0 0,0-1 0 0 0,0 1 0 0 0,0 0 0 0 0,0 0 0 0 0,-1 0 0 0 0,1 0 0 0 0,-1 0 0 0 0,0 0 0 0 0,0 0 0 0 0,0 9 0 0 0,0 0-37 0 0,-1 0 0 0 0,0 0-1 0 0,-1 1 1 0 0,-1-1 0 0 0,0 0-1 0 0,-1 0 1 0 0,0 0 0 0 0,-1 0 0 0 0,0-1-1 0 0,-1 1 1 0 0,-7 13 0 0 0,-10 13-9 0 0,-51 70-1 0 0,69-104 9 0 0,-8 8 304 0 0,9-8 269 0 0,17-11-175 0 0,6-4 33 0 0,1 2 0 0 0,0 0-1 0 0,1 1 1 0 0,0 1-1 0 0,0 1 1 0 0,1 1 0 0 0,43-3-1 0 0,-51 7-654 0 0,0 0 0 0 0,0 1-1 0 0,0 1 1 0 0,-1 0-1 0 0,1 1 1 0 0,-1 0 0 0 0,0 1-1 0 0,0 1 1 0 0,0 0 0 0 0,0 1-1 0 0,-1 1 1 0 0,0 0 0 0 0,15 11-1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97 5529 0 0,'-4'-53'2409'0'0,"4"50"-2109"0"0,0 1-1 0 0,-1 0 0 0 0,1-1 0 0 0,-1 1 0 0 0,0 0 0 0 0,1-1 0 0 0,-1 1 1 0 0,0 0-1 0 0,-1 0 0 0 0,1 0 0 0 0,0 0 0 0 0,-1 0 0 0 0,1 0 1 0 0,-1 0-1 0 0,1 0 0 0 0,-1 0 0 0 0,0 1 0 0 0,0-1 0 0 0,-3-1 1 0 0,4 3-204 0 0,1-1 0 0 0,-1 1 0 0 0,0 0 1 0 0,0 0-1 0 0,0 0 0 0 0,0 0 0 0 0,0 1 0 0 0,0-1 1 0 0,0 0-1 0 0,0 0 0 0 0,1 0 0 0 0,-1 1 1 0 0,0-1-1 0 0,0 0 0 0 0,0 1 0 0 0,0-1 0 0 0,1 1 1 0 0,-1-1-1 0 0,0 1 0 0 0,0-1 0 0 0,1 1 1 0 0,-1 0-1 0 0,1-1 0 0 0,-1 1 0 0 0,0 0 0 0 0,1 0 1 0 0,-1-1-1 0 0,1 1 0 0 0,-1 0 0 0 0,1 1 1 0 0,-16 28 838 0 0,15-27-811 0 0,-7 19 101 0 0,1 0 1 0 0,1 0 0 0 0,1 1-1 0 0,0 0 1 0 0,-1 32-1 0 0,4-3 30 0 0,5 68 0 0 0,0-91-138 0 0,1-1 0 0 0,1 1 0 0 0,1-1 1 0 0,2 0-1 0 0,17 41 0 0 0,-4-24-372 0 0,1-1 0 0 0,40 58 1 0 0,-52-80-2863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17 298 1376 0 0,'-14'-25'994'0'0,"14"23"-594"0"0,-1-1 0 0 0,0 0-1 0 0,1 0 1 0 0,0 0 0 0 0,0 0-1 0 0,0 0 1 0 0,0 0 0 0 0,0 0-1 0 0,1 0 1 0 0,-1 0 0 0 0,1 1-1 0 0,0-1 1 0 0,0 0 0 0 0,0 0-1 0 0,0 0 1 0 0,0 1 0 0 0,0-1-1 0 0,1 1 1 0 0,2-4 0 0 0,6-9 265 0 0,0 1 1 0 0,2 0 0 0 0,-1 1 0 0 0,2 1 0 0 0,18-16-1 0 0,-1 5-278 0 0,46-29 1 0 0,-17 22-1719 0 0,-31 18-3637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1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38 920 0 0,'-18'3'596'0'0,"-41"5"8242"0"0,85-33-5276 0 0,-18 21-3407 0 0,-1 1 0 0 0,1 0 0 0 0,0 0 0 0 0,-1 0 0 0 0,1 1 0 0 0,1 1 0 0 0,-1-1 0 0 0,0 1 0 0 0,0 0 0 0 0,0 1 0 0 0,1 0-1 0 0,-1 0 1 0 0,0 1 0 0 0,0 0 0 0 0,14 4 0 0 0,-16-3-49 0 0,1 0-1 0 0,-1 0 1 0 0,0 1 0 0 0,1 0-1 0 0,-1 1 1 0 0,-1-1 0 0 0,1 1-1 0 0,0 0 1 0 0,-1 0 0 0 0,0 1-1 0 0,0 0 1 0 0,0 0-1 0 0,-1 0 1 0 0,0 0 0 0 0,0 1-1 0 0,0-1 1 0 0,0 1 0 0 0,-1 0-1 0 0,3 8 1 0 0,1 4-67 0 0,-2 0 1 0 0,0 0-1 0 0,-1 0 1 0 0,0 1-1 0 0,0 27 1 0 0,-6 92 412 0 0,0 11-170 0 0,2-147-260 0 0,0 0-1 0 0,0 0 1 0 0,0 0 0 0 0,1 0 0 0 0,-1 0-1 0 0,0-1 1 0 0,1 1 0 0 0,-1 0 0 0 0,1 0-1 0 0,0 0 1 0 0,0-1 0 0 0,-1 1 0 0 0,1 0-1 0 0,0 0 1 0 0,1-1 0 0 0,-1 1 0 0 0,0-1-1 0 0,0 1 1 0 0,2 1 0 0 0,-1-3-10 0 0,-1 1-1 0 0,0-1 1 0 0,1 1 0 0 0,-1-1 0 0 0,1 0 0 0 0,-1 1-1 0 0,1-1 1 0 0,-1 0 0 0 0,0 0 0 0 0,1 0 0 0 0,-1 0-1 0 0,1 0 1 0 0,-1 0 0 0 0,1 0 0 0 0,-1-1-1 0 0,1 1 1 0 0,-1-1 0 0 0,0 1 0 0 0,3-1 0 0 0,4-3-110 0 0,0-1 1 0 0,0 0 0 0 0,-1 0 0 0 0,1 0 0 0 0,-1-1 0 0 0,10-10-1 0 0,52-52-2885 0 0,-52 49 1844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2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884 99 6449 0 0,'-27'-16'756'0'0,"-1"1"1"0"0,0 2-1 0 0,-1 1 0 0 0,-1 1 0 0 0,-52-12 0 0 0,66 20-399 0 0,0 1-1 0 0,0 0 1 0 0,0 1 0 0 0,0 1 0 0 0,0 0-1 0 0,0 2 1 0 0,0-1 0 0 0,0 2-1 0 0,0 0 1 0 0,1 1 0 0 0,-1 1 0 0 0,-28 12-1 0 0,16-3-210 0 0,1 0 0 0 0,1 2 0 0 0,1 1 0 0 0,0 1 0 0 0,1 1 0 0 0,1 1 0 0 0,1 1-1 0 0,0 1 1 0 0,2 1 0 0 0,1 0 0 0 0,1 2 0 0 0,1 0 0 0 0,1 1 0 0 0,1 1 0 0 0,1 0-1 0 0,2 1 1 0 0,-11 33 0 0 0,10-13-147 0 0,2-1-1 0 0,2 2 0 0 0,2-1 1 0 0,-1 73-1 0 0,8-97 0 0 0,1 0 0 0 0,1 1 0 0 0,0-1 0 0 0,2 0 0 0 0,1 0 0 0 0,2-1 1 0 0,0 1-1 0 0,1-1 0 0 0,1-1 0 0 0,23 43 0 0 0,-23-52-29 0 0,1 0 0 0 0,0 0 1 0 0,1 0-1 0 0,0-2 0 0 0,1 1 0 0 0,0-1 1 0 0,1-1-1 0 0,0-1 0 0 0,0 1 0 0 0,30 13 1 0 0,-25-15 17 0 0,1-1 1 0 0,0-1-1 0 0,0 0 0 0 0,0-2 1 0 0,1 0-1 0 0,0-1 1 0 0,-1-1-1 0 0,27 0 0 0 0,-17-4 39 0 0,-1 0-1 0 0,1-2 1 0 0,-1-1-1 0 0,0-1 1 0 0,0-1-1 0 0,-1-2 1 0 0,0 0-1 0 0,0-2 1 0 0,-1-2-1 0 0,0 0 1 0 0,-2-1-1 0 0,40-30 1 0 0,-28 16 121 0 0,-1-2 1 0 0,-1-1-1 0 0,-2-1 0 0 0,39-52 1 0 0,-61 70-79 0 0,0 0 0 0 0,-1 0 0 0 0,-1-1 0 0 0,0-1 0 0 0,-1 1 0 0 0,-1-1 0 0 0,-1 0 0 0 0,0-1 0 0 0,-1 1 0 0 0,-1-1 0 0 0,0 0 0 0 0,-1 0 0 0 0,-1 0 0 0 0,-1 0 1 0 0,-1-17-1 0 0,-3 5 94 0 0,-1 1 0 0 0,-1 0 0 0 0,-2 0 0 0 0,-1 1 0 0 0,-1 0 0 0 0,-1 1 1 0 0,-1 0-1 0 0,-2 1 0 0 0,0 0 0 0 0,-2 1 0 0 0,0 0 0 0 0,-2 2 0 0 0,-37-38 1 0 0,34 40-617 0 0,-1 1 1 0 0,-1 1 0 0 0,-1 1 0 0 0,0 1 0 0 0,-1 1 0 0 0,-1 1 0 0 0,0 1 0 0 0,-37-12 0 0 0,26 14-6191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83 135 456 0 0,'-3'-2'465'0'0,"0"1"0"0"0,0-1-1 0 0,0 0 1 0 0,0 0 0 0 0,0 0 0 0 0,1 0 0 0 0,-1 0-1 0 0,1 0 1 0 0,-1-1 0 0 0,1 1 0 0 0,0-1-1 0 0,0 0 1 0 0,-2-3 0 0 0,-17-44 2092 0 0,17 41-1376 0 0,1-1-1 0 0,-1 1 0 0 0,-8-14 1 0 0,22 46 3305 0 0,6 31-3834 0 0,-3-9-422 0 0,13 36-164 0 0,72 187 338 0 0,-85-240-371 0 0,0-1-1 0 0,3 0 1 0 0,0-1-1 0 0,1-1 1 0 0,2 0-1 0 0,0-1 1 0 0,26 23-1 0 0,-38-40 31 0 0,0-1-1 0 0,1 1 0 0 0,0-1 1 0 0,1-1-1 0 0,15 9 0 0 0,-22-13-48 0 0,0-1-1 0 0,0 1 0 0 0,-1 0 0 0 0,1-1 0 0 0,0 1 0 0 0,0-1 1 0 0,0 1-1 0 0,0-1 0 0 0,0 0 0 0 0,0 0 0 0 0,0 0 0 0 0,0 0 1 0 0,0 0-1 0 0,0 0 0 0 0,0-1 0 0 0,0 1 0 0 0,0-1 0 0 0,-1 1 1 0 0,1-1-1 0 0,0 0 0 0 0,0 0 0 0 0,0 1 0 0 0,-1-1 0 0 0,1 0 1 0 0,0-1-1 0 0,-1 1 0 0 0,1 0 0 0 0,-1 0 0 0 0,0-1 1 0 0,1 1-1 0 0,-1-1 0 0 0,0 1 0 0 0,0-1 0 0 0,0 0 0 0 0,2-2 1 0 0,5-13 164 0 0,0 0 0 0 0,-2-1 1 0 0,0 0-1 0 0,-1 0 0 0 0,0 0 1 0 0,-2 0-1 0 0,3-29 1 0 0,-3-5-3 0 0,-6-74 0 0 0,-4 56-263 0 0,4 41-677 0 0,0-1 0 0 0,3-39-1 0 0,0 69 585 0 0,-1-1-1 0 0,1 0 0 0 0,0 1 0 0 0,0-1 0 0 0,1 0 0 0 0,-1 0 0 0 0,0 1 0 0 0,0-1 1 0 0,0 0-1 0 0,0 0 0 0 0,1 1 0 0 0,-1-1 0 0 0,0 0 0 0 0,1 1 0 0 0,-1-1 0 0 0,0 0 0 0 0,1 1 1 0 0,-1-1-1 0 0,1 1 0 0 0,-1-1 0 0 0,1 1 0 0 0,-1-1 0 0 0,1 1 0 0 0,-1-1 0 0 0,1 1 1 0 0,0-1-1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2304 0 0,'1'-1'198'0'0,"0"0"0"0"0,0 0 0 0 0,0 0 0 0 0,0 0-1 0 0,0 0 1 0 0,1 0 0 0 0,-1 0 0 0 0,0 0 0 0 0,0 0-1 0 0,1 1 1 0 0,-1-1 0 0 0,0 0 0 0 0,1 1 0 0 0,-1 0-1 0 0,1-1 1 0 0,-1 1 0 0 0,1 0 0 0 0,-1-1 0 0 0,1 1-1 0 0,-1 0 1 0 0,3 0 0 0 0,-3 1 15 0 0,0-1 1 0 0,0 1-1 0 0,1 0 0 0 0,-1-1 1 0 0,0 1-1 0 0,0 0 1 0 0,0 0-1 0 0,0 0 0 0 0,0 0 1 0 0,0 0-1 0 0,0 0 0 0 0,0 0 1 0 0,0 0-1 0 0,0 0 1 0 0,0 0-1 0 0,-1 1 0 0 0,2 1 1 0 0,1 5 411 0 0,0 0 1 0 0,-1 0 0 0 0,0 0 0 0 0,0 1-1 0 0,1 16 1 0 0,10 144 3170 0 0,3 0-3839 0 0,-16-163-1333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26 8754 0 0,'-23'-26'1003'0'0,"23"27"-942"0"0,0-1 0 0 0,-1 0 1 0 0,1 0-1 0 0,-1 1 0 0 0,1-1 0 0 0,0 0 1 0 0,-1 0-1 0 0,1 1 0 0 0,0-1 0 0 0,0 0 1 0 0,-1 1-1 0 0,1-1 0 0 0,0 1 0 0 0,0-1 1 0 0,-1 0-1 0 0,1 1 0 0 0,0-1 0 0 0,0 1 1 0 0,0-1-1 0 0,0 1 0 0 0,0-1 0 0 0,-1 0 1 0 0,1 1-1 0 0,0-1 0 0 0,0 1 0 0 0,0-1 1 0 0,0 1-1 0 0,0-1 0 0 0,1 1 0 0 0,-1-1 1 0 0,0 1-1 0 0,-2 18 553 0 0,2-14-630 0 0,1 1 1 0 0,0 0-1 0 0,0-1 0 0 0,0 1 1 0 0,0-1-1 0 0,1 1 1 0 0,0-1-1 0 0,0 1 1 0 0,1-1-1 0 0,-1 0 0 0 0,1 0 1 0 0,0 0-1 0 0,1-1 1 0 0,-1 1-1 0 0,1-1 1 0 0,0 0-1 0 0,4 5 1 0 0,3 1 15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0,'0'3'8'0'0,"0"0"-1"0"0,0 0 0 0 0,0-1 0 0 0,0 1 1 0 0,0 0-1 0 0,1-1 0 0 0,-1 1 0 0 0,1 0 1 0 0,0-1-1 0 0,1 5 0 0 0,0-1 75 0 0,15 96 2827 0 0,-14-74-2467 0 0,1 0-1 0 0,13 46 1 0 0,-16-71-434 0 0,0 1 0 0 0,0-1 0 0 0,1 0 0 0 0,-1 0 0 0 0,1 0 0 0 0,0 0 0 0 0,0 0 1 0 0,0 0-1 0 0,0-1 0 0 0,1 1 0 0 0,-1 0 0 0 0,5 2 0 0 0,-6-4-8 0 0,-1-1 0 0 0,1 0 1 0 0,-1 1-1 0 0,1-1 0 0 0,-1 0 1 0 0,1 0-1 0 0,0 1 0 0 0,-1-1 0 0 0,1 0 1 0 0,-1 0-1 0 0,1 0 0 0 0,0 0 1 0 0,-1 0-1 0 0,1 0 0 0 0,-1 0 0 0 0,1 0 1 0 0,0 0-1 0 0,-1 0 0 0 0,1 0 0 0 0,-1-1 1 0 0,1 1-1 0 0,0 0 0 0 0,-1 0 1 0 0,1 0-1 0 0,-1-1 0 0 0,2 0 0 0 0,-1 0 0 0 0,0 0 0 0 0,0-1 0 0 0,0 1 0 0 0,0-1-1 0 0,0 1 1 0 0,0-1 0 0 0,0 0 0 0 0,0 1 0 0 0,-1-1-1 0 0,1 0 1 0 0,-1 0 0 0 0,1 1 0 0 0,0-4-1 0 0,6-40 162 0 0,-3 18 262 0 0,1 1 1 0 0,2-1-1 0 0,10-28 1 0 0,-15 49-280 0 0,0 0 1 0 0,1 0-1 0 0,0 0 0 0 0,0 1 1 0 0,0 0-1 0 0,1-1 1 0 0,-1 1-1 0 0,1 0 1 0 0,1 1-1 0 0,-1-1 0 0 0,1 1 1 0 0,-1 0-1 0 0,1 0 1 0 0,0 0-1 0 0,1 1 0 0 0,-1-1 1 0 0,1 1-1 0 0,11-4 1 0 0,-14 7-72 0 0,0-1 1 0 0,0 1 0 0 0,0-1-1 0 0,0 1 1 0 0,0 0 0 0 0,0 1-1 0 0,0-1 1 0 0,0 0-1 0 0,0 1 1 0 0,0 0 0 0 0,0-1-1 0 0,-1 1 1 0 0,1 0 0 0 0,0 1-1 0 0,0-1 1 0 0,-1 0 0 0 0,1 1-1 0 0,0 0 1 0 0,-1-1-1 0 0,0 1 1 0 0,1 0 0 0 0,-1 0-1 0 0,0 0 1 0 0,0 1 0 0 0,3 4-1 0 0,6 7 130 0 0,-1 1 1 0 0,-1 0-1 0 0,10 21 0 0 0,-10-18-154 0 0,65 118-1360 0 0,-60-115 793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498 289 4609 0 0,'-27'6'118'0'0,"-1"-1"0"0"0,1-1-1 0 0,-48 0 1 0 0,-82-11 433 0 0,9 0 2584 0 0,120 10-1635 0 0,20-3 1521 0 0,26-9-1394 0 0,41-16-731 0 0,2 3 1 0 0,0 2 0 0 0,108-19-1 0 0,197-9 1060 0 0,-343 45-1838 0 0,259-16 343 0 0,313 20 1 0 0,-201 22-272 0 0,-20-1-1 0 0,-2-24 28 0 0,-276-6-127 0 0,1-5 0 0 0,-1-3 0 0 0,123-38 0 0 0,-55-11-2151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9674 0 0,'-10'-6'699'0'0,"0"0"0"0"0,1-1-1 0 0,-14-12 1 0 0,11 9 1410 0 0,12 10-2061 0 0,0 0 1 0 0,0 0-1 0 0,-1 0 1 0 0,1 0-1 0 0,0-1 1 0 0,0 1-1 0 0,0 0 1 0 0,0 0-1 0 0,0 0 1 0 0,0 0-1 0 0,-1 0 1 0 0,1 0-1 0 0,0 0 1 0 0,0 0-1 0 0,0 0 1 0 0,-2 2 921 0 0,2-2-922 0 0,-1 0 1 0 0,1 0-1 0 0,0 0 1 0 0,0 0-1 0 0,0 0 1 0 0,0 1-1 0 0,0-1 1 0 0,-1 13 1178 0 0,5 20-440 0 0,-3-29-429 0 0,29 189 728 0 0,10 73 165 0 0,30 92-1832 0 0,-65-322-2575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0,'1'-5'312'0'0,"0"0"0"0"0,0 0 0 0 0,0 0 1 0 0,1 0-1 0 0,-1 0 0 0 0,1 0 0 0 0,1 0 0 0 0,-1 1 1 0 0,1-1-1 0 0,0 1 0 0 0,0-1 0 0 0,0 1 0 0 0,0 0 1 0 0,1 0-1 0 0,6-5 0 0 0,-1 0 441 0 0,1 1 0 0 0,0 1 0 0 0,0 0 0 0 0,0 0 0 0 0,19-8-1 0 0,-26 13-599 0 0,0 1-1 0 0,0 0 0 0 0,0-1 0 0 0,1 1 0 0 0,-1 1 0 0 0,0-1 0 0 0,1 0 1 0 0,-1 1-1 0 0,1 0 0 0 0,-1-1 0 0 0,1 2 0 0 0,-1-1 0 0 0,0 0 0 0 0,1 1 1 0 0,-1-1-1 0 0,1 1 0 0 0,-1 0 0 0 0,5 2 0 0 0,-4-1-40 0 0,0 1 0 0 0,-1-1 0 0 0,1 1-1 0 0,-1 0 1 0 0,1 0 0 0 0,-1 0 0 0 0,0 0 0 0 0,0 0 0 0 0,0 1-1 0 0,-1 0 1 0 0,0-1 0 0 0,4 8 0 0 0,0 2-22 0 0,-1 1 0 0 0,0 0 1 0 0,-1 1-1 0 0,0-1 0 0 0,-1 1 0 0 0,-1-1 1 0 0,1 24-1 0 0,-3-18-85 0 0,-1-1 0 0 0,0 1 0 0 0,-2-1 0 0 0,0 1-1 0 0,-1-1 1 0 0,-1 0 0 0 0,0 0 0 0 0,-2 0 0 0 0,0-1 0 0 0,-1 0 0 0 0,-1 0 0 0 0,-15 21 0 0 0,19-33 4 0 0,0 0-1 0 0,-1 0 1 0 0,0 0 0 0 0,-12 9 0 0 0,15-13 2 0 0,1-1 1 0 0,0 1 0 0 0,0-1 0 0 0,-1 1 0 0 0,1-1-1 0 0,-1 0 1 0 0,1 0 0 0 0,-1 0 0 0 0,1 0 0 0 0,-1 0-1 0 0,0 0 1 0 0,1-1 0 0 0,-1 1 0 0 0,0-1 0 0 0,0 0-1 0 0,1 0 1 0 0,-1 0 0 0 0,-3-1 0 0 0,6 1 1 0 0,-1 0-1 0 0,1 0 1 0 0,-1 0 0 0 0,1 0 0 0 0,-1 0-1 0 0,1 0 1 0 0,0-1 0 0 0,-1 1 0 0 0,1 0-1 0 0,-1 0 1 0 0,1-1 0 0 0,0 1-1 0 0,-1 0 1 0 0,1 0 0 0 0,0-1 0 0 0,-1 1-1 0 0,1 0 1 0 0,0-1 0 0 0,0 1 0 0 0,-1-1-1 0 0,1 1 1 0 0,0 0 0 0 0,0-1 0 0 0,-1 1-1 0 0,1-1 1 0 0,0 1 0 0 0,0 0-1 0 0,0-1 1 0 0,0 1 0 0 0,0-1 0 0 0,0 1-1 0 0,0-1 1 0 0,0 1 0 0 0,0-1 0 0 0,0 0-1 0 0,11-15 519 0 0,22-10 315 0 0,-22 20-778 0 0,0 0 1 0 0,1 1-1 0 0,0 0 0 0 0,0 1 0 0 0,0 0 1 0 0,0 1-1 0 0,1 0 0 0 0,-1 1 0 0 0,1 0 1 0 0,-1 1-1 0 0,1 0 0 0 0,0 1 1 0 0,0 1-1 0 0,-1 0 0 0 0,1 1 0 0 0,14 3 1 0 0,3 2-449 0 0,53 20 0 0 0,25 19-4588 0 0,-94-40 3840 0 0,17 9-5010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10594 0 0,'-2'4'248'0'0,"-1"-1"0"0"0,1 1 0 0 0,-1 0 0 0 0,1 0 0 0 0,0 0-1 0 0,1 0 1 0 0,-1 1 0 0 0,1-1 0 0 0,0 0 0 0 0,0 1 0 0 0,0-1 0 0 0,0 1 0 0 0,1-1-1 0 0,0 1 1 0 0,0-1 0 0 0,0 1 0 0 0,0-1 0 0 0,2 8 0 0 0,3 13 799 0 0,0-1 1 0 0,11 28 0 0 0,-10-31-879 0 0,29 84 549 0 0,-5-17-1217 0 0,-13-29-2581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26 212 4145 0 0,'-21'-102'949'0'0,"19"81"552"0"0,0 1 1 0 0,1-1-1 0 0,2-20 1 0 0,-1 41-1451 0 0,0-1 1 0 0,0 1-1 0 0,0 0 0 0 0,0 0 1 0 0,0-1-1 0 0,0 1 1 0 0,1 0-1 0 0,-1 0 1 0 0,0-1-1 0 0,0 1 1 0 0,0 0-1 0 0,0 0 0 0 0,0-1 1 0 0,0 1-1 0 0,0 0 1 0 0,0 0-1 0 0,1 0 1 0 0,-1-1-1 0 0,0 1 0 0 0,0 0 1 0 0,0 0-1 0 0,1 0 1 0 0,-1 0-1 0 0,0-1 1 0 0,0 1-1 0 0,0 0 1 0 0,1 0-1 0 0,-1 0 0 0 0,0 0 1 0 0,0 0-1 0 0,1 0 1 0 0,-1 0-1 0 0,0-1 1 0 0,0 1-1 0 0,1 0 1 0 0,-1 0-1 0 0,0 0 0 0 0,0 0 1 0 0,1 0-1 0 0,-1 0 1 0 0,0 0-1 0 0,0 0 1 0 0,1 1-1 0 0,-1-1 0 0 0,0 0 1 0 0,0 0-1 0 0,1 0 1 0 0,-1 0-1 0 0,0 0 1 0 0,0 0-1 0 0,1 0 1 0 0,-1 0-1 0 0,0 1 0 0 0,0-1 1 0 0,0 0-1 0 0,1 0 1 0 0,-1 0-1 0 0,0 1 1 0 0,0-1-1 0 0,0 0 0 0 0,0 0 1 0 0,1 0-1 0 0,-1 1 1 0 0,0-1-1 0 0,20 21-952 0 0,-8-9-1345 0 0,-2-5 424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97 9 6257 0 0</inkml:trace>
  <inkml:trace contextRef="#ctx0" brushRef="#br0" timeOffset="1">85 23 2304 0 0,'-32'18'2662'0'0,"10"-8"-1025"0"0,-8 14 5415 0 0,48-29-5698 0 0,44-20-457 0 0,-38 14-1354 0 0,0 1 0 0 0,40-10 0 0 0,-43 16-4772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3 148 5985 0 0,'0'3'536'0'0,"-2"-1"-432"0"0,4-4 152 0 0,-1 2 25 0 0,3-2 7 0 0,1-3 0 0 0,2 0-64 0 0,5-7 0 0 0,1-1-8 0 0,-1-1 0 0 0,2-1-616 0 0,1-3-120 0 0,1 2-24 0 0,2-1-9 0 0,-1 0 425 0 0,1 1 128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 4609 0 0,'-15'13'5967'0'0,"15"-13"-5883"0"0,18 5 3399 0 0,-2-5-4087 0 0,126-13 5903 0 0,87-4-7289 0 0,-202 17-4120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7370 0 0,'3'-15'7233'0'0,"3"18"-6741"0"0,0 3-329 0 0,0-1-1 0 0,0 1 1 0 0,-1 0 0 0 0,0 0-1 0 0,0 0 1 0 0,0 1 0 0 0,7 13-1 0 0,25 62 605 0 0,-16-34-556 0 0,7 12-146 0 0,3 0 0 0 0,46 64 0 0 0,-62-103-52 0 0,0-2 0 0 0,1 0 0 0 0,1 0 0 0 0,1-2 0 0 0,0 0 1 0 0,1-1-1 0 0,1-1 0 0 0,1-1 0 0 0,26 14 0 0 0,-45-27 5 0 0,0 0 0 0 0,0 0 1 0 0,0 0-1 0 0,0 0 0 0 0,0 0 1 0 0,0-1-1 0 0,0 1 0 0 0,1-1 0 0 0,-1 1 1 0 0,0-1-1 0 0,0 0 0 0 0,1 0 1 0 0,-1 0-1 0 0,0 0 0 0 0,0 0 0 0 0,1-1 1 0 0,-1 1-1 0 0,0-1 0 0 0,0 1 1 0 0,0-1-1 0 0,3-1 0 0 0,-2 0 47 0 0,-1 1 1 0 0,1-1-1 0 0,-1-1 0 0 0,0 1 0 0 0,0 0 1 0 0,0-1-1 0 0,0 1 0 0 0,0-1 0 0 0,0 1 1 0 0,-1-1-1 0 0,1 0 0 0 0,-1 0 0 0 0,2-4 1 0 0,2-9 253 0 0,-1 0 1 0 0,-1 0 0 0 0,0 0-1 0 0,1-24 1 0 0,6-157 1338 0 0,-6 85-2232 0 0,32-198-1 0 0,-16 242-1392 0 0,-10 44 359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1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65 10594 0 0,'-1'-1'136'0'0,"0"0"0"0"0,0 0-1 0 0,-1 0 1 0 0,1 1 0 0 0,0-1 0 0 0,0 0-1 0 0,-1 0 1 0 0,1 1 0 0 0,0-1 0 0 0,-1 1-1 0 0,1-1 1 0 0,-1 1 0 0 0,1 0-1 0 0,-1 0 1 0 0,1-1 0 0 0,-1 1 0 0 0,1 0-1 0 0,-1 0 1 0 0,1 0 0 0 0,0 1 0 0 0,-1-1-1 0 0,1 0 1 0 0,-1 0 0 0 0,1 1-1 0 0,-1-1 1 0 0,1 1 0 0 0,0-1 0 0 0,-1 1-1 0 0,1 0 1 0 0,0 0 0 0 0,-1-1 0 0 0,1 1-1 0 0,0 0 1 0 0,0 0 0 0 0,0 0-1 0 0,-2 2 1 0 0,-1 2 160 0 0,-1 0 0 0 0,1-1 0 0 0,0 1 0 0 0,1 1 0 0 0,-1-1 0 0 0,-5 11 0 0 0,5-5-250 0 0,1 0 0 0 0,0 0 0 0 0,0 0 0 0 0,1 0 0 0 0,0 0 0 0 0,1 0 0 0 0,0 0 0 0 0,1 1 0 0 0,0-1 0 0 0,1 0 0 0 0,1 0 0 0 0,-1 0 0 0 0,2 1 0 0 0,4 13 0 0 0,-2-11-62 0 0,0 1-1 0 0,2-1 0 0 0,-1-1 1 0 0,2 1-1 0 0,0-1 1 0 0,0 0-1 0 0,2-1 1 0 0,-1 0-1 0 0,1-1 0 0 0,14 12 1 0 0,-21-19 15 0 0,0-1 0 0 0,1 0 0 0 0,0 0-1 0 0,0-1 1 0 0,-1 1 0 0 0,2-1 0 0 0,-1 0 0 0 0,0 0 0 0 0,0 0 0 0 0,1 0 0 0 0,-1-1-1 0 0,1 0 1 0 0,-1 0 0 0 0,1 0 0 0 0,-1 0 0 0 0,1-1 0 0 0,0 0 0 0 0,-1 0 0 0 0,8-1-1 0 0,-7 0-4 0 0,0-1 0 0 0,0 0-1 0 0,0 0 1 0 0,0 0-1 0 0,0 0 1 0 0,-1-1-1 0 0,1 0 1 0 0,-1 0-1 0 0,1 0 1 0 0,-1-1 0 0 0,0 0-1 0 0,0 0 1 0 0,-1 0-1 0 0,1 0 1 0 0,-1 0-1 0 0,4-7 1 0 0,3-5 24 0 0,-1-1 0 0 0,-1 0 0 0 0,-1 0 0 0 0,0-1 0 0 0,-1 0-1 0 0,-1 0 1 0 0,-1 0 0 0 0,0-1 0 0 0,-2 1 0 0 0,0-1 0 0 0,-1 0 0 0 0,0 1 0 0 0,-2-1 0 0 0,0 0 0 0 0,-2 0 0 0 0,0 1 0 0 0,-1-1 0 0 0,0 1 0 0 0,-12-28 0 0 0,15 43-131 0 0,0 1-14 0 0,1 0 0 0 0,-1 0 0 0 0,0 1 0 0 0,0-1 0 0 0,0 0 0 0 0,0 0 0 0 0,0 1 0 0 0,0-1 0 0 0,0 0 0 0 0,0 1 0 0 0,-1 0 0 0 0,1-1 0 0 0,-1 1 0 0 0,1 0 0 0 0,-1-1 0 0 0,0 1 0 0 0,1 0 0 0 0,-3-1 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74 5985 0 0,'-15'-45'2304'0'0,"4"17"4350"0"0,8 37-5527 0 0,0 11-145 0 0,2 5-673 0 0,1-1-1 0 0,0 1 1 0 0,2-1 0 0 0,1 0 0 0 0,10 39 0 0 0,-10-55-309 0 0,-1 1 1 0 0,2-1-1 0 0,-1 0 1 0 0,1 0-1 0 0,1-1 0 0 0,-1 1 1 0 0,1-1-1 0 0,8 9 1 0 0,-9-12-24 0 0,0 0 1 0 0,0 0-1 0 0,1-1 0 0 0,-1 1 1 0 0,1-1-1 0 0,0 0 0 0 0,0 0 1 0 0,0-1-1 0 0,0 0 0 0 0,1 1 1 0 0,-1-2-1 0 0,0 1 1 0 0,1-1-1 0 0,5 1 0 0 0,-8-1-119 0 0,0-1-1 0 0,0 0 1 0 0,0 0-1 0 0,-1-1 1 0 0,1 1-1 0 0,0 0 1 0 0,0-1 0 0 0,0 0-1 0 0,-1 1 1 0 0,1-1-1 0 0,-1 0 1 0 0,1 0-1 0 0,0-1 1 0 0,-1 1-1 0 0,3-3 1 0 0,1 0-129 0 0,-1 0-1 0 0,0 0 1 0 0,-1-1 0 0 0,1 1 0 0 0,-1-1 0 0 0,5-8 0 0 0,1-3-94 0 0,-1 0 0 0 0,-1-1 0 0 0,11-29 0 0 0,-2-15 260 0 0,-14 48 599 0 0,0-1 1 0 0,1 1 0 0 0,0-1 0 0 0,1 1 0 0 0,1 0-1 0 0,8-15 1 0 0,-13 27-449 0 0,-1 1-1 0 0,1-1 0 0 0,-1 0 1 0 0,1 1-1 0 0,-1-1 1 0 0,1 0-1 0 0,-1 1 1 0 0,1-1-1 0 0,-1 0 0 0 0,1 1 1 0 0,0-1-1 0 0,-1 1 1 0 0,1-1-1 0 0,0 1 1 0 0,0-1-1 0 0,-1 1 0 0 0,1 0 1 0 0,0-1-1 0 0,0 1 1 0 0,0 0-1 0 0,-1 0 1 0 0,1 0-1 0 0,0-1 0 0 0,0 1 1 0 0,0 0-1 0 0,0 0 1 0 0,0 0-1 0 0,-1 0 1 0 0,1 0-1 0 0,0 1 0 0 0,0-1 1 0 0,0 0-1 0 0,0 0 1 0 0,-1 0-1 0 0,1 1 0 0 0,0-1 1 0 0,0 1-1 0 0,0-1 1 0 0,-1 0-1 0 0,1 1 1 0 0,0-1-1 0 0,-1 1 0 0 0,1-1 1 0 0,0 1-1 0 0,-1 0 1 0 0,1-1-1 0 0,-1 1 1 0 0,1 0-1 0 0,0 1 1 0 0,4 5 31 0 0,0 0 0 0 0,0 1 0 0 0,-1-1 0 0 0,3 10 0 0 0,-2-8 84 0 0,58 106 187 0 0,-54-101-904 0 0,1 0 0 0 0,0-1 0 0 0,1 0 0 0 0,1-1 1 0 0,23 19-1 0 0,-13-14-5355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59 4609 0 0,'-1'-4'652'0'0,"-10"-30"-1431"0"0,-5 14 7728 0 0,14 20-6718 0 0,1 1-59 0 0,1-1-1 0 0,-1 1 1 0 0,0-1-1 0 0,0 1 1 0 0,1 0-1 0 0,-1 0 1 0 0,0 0-1 0 0,1-1 1 0 0,-1 1-1 0 0,1 0 1 0 0,-1 0-1 0 0,1 0 1 0 0,-1 0-1 0 0,1 0 1 0 0,0 0-1 0 0,-1 0 1 0 0,1 0-1 0 0,0 0 1 0 0,0 0-1 0 0,0 0 1 0 0,-1 0-1 0 0,1 0 1 0 0,1 2-1 0 0,-1 30 631 0 0,0-28-410 0 0,3 40-247 0 0,1-1 0 0 0,2 0 0 0 0,3 0 1 0 0,1-1-1 0 0,2 0 0 0 0,2 0 0 0 0,2-1 1 0 0,1-1-1 0 0,3-1 0 0 0,1-1 0 0 0,37 53 1 0 0,-40-68-1537 0 0,-1-1-4835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27 276 4609 0 0,'-3'-2'109'0'0,"1"0"-1"0"0,-1 0 1 0 0,1-1-1 0 0,0 1 1 0 0,-1-1-1 0 0,1 1 1 0 0,0-1-1 0 0,0 0 1 0 0,1 0-1 0 0,-3-3 1 0 0,4 4 142 0 0,0 0 0 0 0,-1 0 0 0 0,1-1 0 0 0,0 1 0 0 0,0 0 0 0 0,0 0 0 0 0,0 0 0 0 0,1 0 0 0 0,-1-1 0 0 0,1 1 0 0 0,-1 0 0 0 0,1 0 0 0 0,0 0 0 0 0,-1 0 0 0 0,1 0 0 0 0,0 0 0 0 0,2-2 0 0 0,4-7 59 0 0,0 0 1 0 0,1 0-1 0 0,1 1 1 0 0,0-1-1 0 0,0 2 1 0 0,1 0-1 0 0,0 0 1 0 0,14-9-1 0 0,95-55 2017 0 0,-117 72-2326 0 0,29-15-1026 0 0,2 0-4103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20 327 5065 0 0,'-2'0'200'0'0,"1"1"-1"0"0,-1 0 1 0 0,1 0 0 0 0,-1 0-1 0 0,1-1 1 0 0,-1 1 0 0 0,1 1-1 0 0,-1-1 1 0 0,1 0 0 0 0,0 0-1 0 0,-2 3 1 0 0,3 3 1762 0 0,13-4-881 0 0,46-6 1016 0 0,100-19 1 0 0,-64 7-875 0 0,1563-112 5356 0 0,-1334 117-6541 0 0,724-51 196 0 0,-721 1-723 0 0,-109 16-226 0 0,-168 35-346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0,'1'9'6002'0'0,"3"16"-4421"0"0,62 370 2505 0 0,-11-50-3895 0 0,-48-318-725 0 0,6 44 681 0 0,-12-64-1348 0 0,-1-1 0 0 0,0 0 0 0 0,0 1 1 0 0,-1-1-1 0 0,0 7 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2761 0 0,'1'-6'345'0'0,"0"-1"1"0"0,1 1-1 0 0,-1 0 1 0 0,1-1-1 0 0,0 1 1 0 0,1 0-1 0 0,0 0 1 0 0,6-10-1 0 0,32-44 2894 0 0,-37 55-2869 0 0,0 0-1 0 0,0 0 1 0 0,0 1 0 0 0,1 0 0 0 0,-1 0 0 0 0,1 0 0 0 0,0 0 0 0 0,0 1 0 0 0,1 0 0 0 0,-1 0 0 0 0,1 0 0 0 0,0 1 0 0 0,-1 0 0 0 0,1 0 0 0 0,0 0 0 0 0,0 1-1 0 0,9-1 1 0 0,-11 2-274 0 0,0 0 0 0 0,0 0 0 0 0,0 0 0 0 0,-1 1-1 0 0,1 0 1 0 0,0 0 0 0 0,0 0 0 0 0,-1 0 0 0 0,1 1-1 0 0,0-1 1 0 0,-1 1 0 0 0,0 0 0 0 0,1 0-1 0 0,-1 0 1 0 0,0 0 0 0 0,0 1 0 0 0,0-1 0 0 0,0 1-1 0 0,0 0 1 0 0,-1 0 0 0 0,0 0 0 0 0,1 0 0 0 0,-1 0-1 0 0,0 1 1 0 0,0-1 0 0 0,-1 1 0 0 0,1-1-1 0 0,1 6 1 0 0,1 3-90 0 0,0 1 0 0 0,0 0 0 0 0,-2 0 0 0 0,0 0 0 0 0,0 0 0 0 0,-1 0 0 0 0,0 0-1 0 0,-2 1 1 0 0,-1 17 0 0 0,-5 8 38 0 0,-19 68 0 0 0,15-71-28 0 0,2 1 0 0 0,-5 40 0 0 0,14-76-10 0 0,0 0-1 0 0,0 0 1 0 0,0 0 0 0 0,0-1 0 0 0,0 1-1 0 0,0 0 1 0 0,1 0 0 0 0,-1-1 0 0 0,0 1-1 0 0,1 0 1 0 0,-1 0 0 0 0,0-1 0 0 0,1 1-1 0 0,-1 0 1 0 0,1-1 0 0 0,-1 1 0 0 0,1 0-1 0 0,-1-1 1 0 0,1 1 0 0 0,-1-1-1 0 0,1 1 1 0 0,0-1 0 0 0,-1 1 0 0 0,1-1-1 0 0,0 0 1 0 0,-1 1 0 0 0,1-1 0 0 0,0 0-1 0 0,0 1 1 0 0,-1-1 0 0 0,1 0 0 0 0,0 0-1 0 0,0 0 1 0 0,-1 0 0 0 0,1 1 0 0 0,0-1-1 0 0,0 0 1 0 0,0-1 0 0 0,-1 1-1 0 0,1 0 1 0 0,0 0 0 0 0,0 0 0 0 0,-1 0-1 0 0,1-1 1 0 0,1 1 0 0 0,45-12 443 0 0,-37 9-352 0 0,146-46 782 0 0,-54 16-2786 0 0,1 4-5150 0 0,-76 23 6377 0 0,-2 2 497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33 8290 0 0,'-1'-2'276'0'0,"1"0"0"0"0,-1 0 0 0 0,0 0 0 0 0,0 1 0 0 0,0-1 0 0 0,0 0 0 0 0,0 0 0 0 0,-1 1 0 0 0,1-1 1 0 0,0 1-1 0 0,-1-1 0 0 0,0 1 0 0 0,1 0 0 0 0,-1-1 0 0 0,0 1 0 0 0,1 0 0 0 0,-1 0 0 0 0,-3-1 0 0 0,4 2-160 0 0,0-1-1 0 0,0 1 1 0 0,0 0-1 0 0,0-1 0 0 0,0 1 1 0 0,0 0-1 0 0,0 0 1 0 0,0 0-1 0 0,0 0 0 0 0,0 0 1 0 0,0 0-1 0 0,0 0 1 0 0,0 0-1 0 0,0 0 1 0 0,0 1-1 0 0,0-1 0 0 0,0 0 1 0 0,0 1-1 0 0,0-1 1 0 0,0 1-1 0 0,0-1 0 0 0,0 1 1 0 0,0-1-1 0 0,1 1 1 0 0,-1 0-1 0 0,0-1 0 0 0,0 1 1 0 0,1 0-1 0 0,-1 0 1 0 0,0-1-1 0 0,1 1 1 0 0,-1 0-1 0 0,1 0 0 0 0,-1 0 1 0 0,1 0-1 0 0,-1 0 1 0 0,1 0-1 0 0,0 0 0 0 0,-1 1 1 0 0,-4 14 322 0 0,2-1 1 0 0,0 1 0 0 0,0 0-1 0 0,1 0 1 0 0,1 0-1 0 0,1 20 1 0 0,14 96 370 0 0,-8-99-698 0 0,2 0-1 0 0,1-1 0 0 0,2 0 1 0 0,17 37-1 0 0,70 115-35 0 0,-23-45-2326 0 0,-62-114-5097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8 280 2705 0 0,'-1'-1'24'0'0,"1"0"1"0"0,-1 0 0 0 0,0 1-1 0 0,1-1 1 0 0,-1 0 0 0 0,1 0-1 0 0,-1 0 1 0 0,1 0 0 0 0,-1 0-1 0 0,1 0 1 0 0,-1 0 0 0 0,1 0-1 0 0,0 0 1 0 0,0 0 0 0 0,0 0-1 0 0,-1 0 1 0 0,1 0 0 0 0,0 0-1 0 0,0 0 1 0 0,0 0 0 0 0,0 0-1 0 0,1 0 1 0 0,-1 0 0 0 0,0 0-1 0 0,0 0 1 0 0,1 0 0 0 0,-1 0-1 0 0,0 0 1 0 0,1 0 0 0 0,-1 0-1 0 0,1 0 1 0 0,-1 0 0 0 0,1 1-1 0 0,0-1 1 0 0,-1 0 0 0 0,1 0 0 0 0,0 0-1 0 0,0 1 1 0 0,1-2 0 0 0,39-34 2762 0 0,-31 28-1902 0 0,59-45 1862 0 0,98-57-1 0 0,-150 100-2688 0 0,8-5-58 0 0,-2 5 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77 9218 0 0,'-15'-16'1555'0'0,"0"0"-1"0"0,-21-29 1 0 0,188 317 2145 0 0,-95-162-3406 0 0,-1 0-184 0 0,26 48 9 0 0,-63-126-112 0 0,1-1-1 0 0,41 48 0 0 0,-60-77 12 0 0,0 0 0 0 0,1 0 1 0 0,0-1-1 0 0,-1 1 0 0 0,1 0 0 0 0,0-1 0 0 0,0 0 1 0 0,0 1-1 0 0,0-1 0 0 0,0 0 0 0 0,0 0 1 0 0,0 0-1 0 0,0 0 0 0 0,1 0 0 0 0,-1-1 0 0 0,0 1 1 0 0,0-1-1 0 0,1 1 0 0 0,-1-1 0 0 0,3 0 1 0 0,-3 0 31 0 0,0-1 1 0 0,0 0 0 0 0,-1 0-1 0 0,1 0 1 0 0,0 1 0 0 0,0-1-1 0 0,-1-1 1 0 0,1 1 0 0 0,-1 0-1 0 0,1 0 1 0 0,-1-1 0 0 0,0 1-1 0 0,1 0 1 0 0,-1-1 0 0 0,0 0-1 0 0,0 1 1 0 0,0-1 0 0 0,0 0-1 0 0,0 1 1 0 0,0-1 0 0 0,-1 0 0 0 0,1 0-1 0 0,0 0 1 0 0,0-3 0 0 0,4-18 248 0 0,0 0 0 0 0,-2 0 0 0 0,0-1 1 0 0,-2-37-1 0 0,-11-96 194 0 0,8 133-411 0 0,-11-96-81 0 0,-4-44-565 0 0,14 54-6016 0 0,5 80 248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37 144 6913 0 0,'-36'-34'6042'0'0,"35"67"-4034"0"0,4-19-1935 0 0,-1 0 0 0 0,2 0 0 0 0,-1 0 0 0 0,2-1 0 0 0,0 1 0 0 0,1-1 0 0 0,0 0 0 0 0,1-1 0 0 0,11 17 0 0 0,-15-25-63 0 0,1 1 0 0 0,0-1 0 0 0,0 0 1 0 0,0 0-1 0 0,0 0 0 0 0,0-1 0 0 0,1 0 0 0 0,0 0 1 0 0,-1 0-1 0 0,1 0 0 0 0,9 3 0 0 0,-10-5-1 0 0,0 0-1 0 0,0 0 0 0 0,1-1 0 0 0,-1 1 0 0 0,0-1 0 0 0,0 0 0 0 0,1 0 0 0 0,-1 0 0 0 0,0-1 0 0 0,0 0 0 0 0,1 1 0 0 0,-1-1 0 0 0,0-1 0 0 0,0 1 1 0 0,0-1-1 0 0,0 1 0 0 0,4-4 0 0 0,-3 3 50 0 0,-1-1 0 0 0,1 0 1 0 0,0 0-1 0 0,-1-1 0 0 0,0 0 0 0 0,0 1 1 0 0,0-1-1 0 0,0 0 0 0 0,0-1 1 0 0,-1 1-1 0 0,0-1 0 0 0,0 0 0 0 0,0 1 1 0 0,-1-1-1 0 0,1-1 0 0 0,-1 1 1 0 0,0 0-1 0 0,-1 0 0 0 0,1-1 0 0 0,-1 1 1 0 0,0-1-1 0 0,0 1 0 0 0,-1-1 1 0 0,0 0-1 0 0,0 1 0 0 0,-1-8 0 0 0,0 0 84 0 0,-2 0 0 0 0,1 1-1 0 0,-2-1 1 0 0,0 0-1 0 0,0 1 1 0 0,-1 0 0 0 0,-1 0-1 0 0,0 0 1 0 0,0 1-1 0 0,-10-12 1 0 0,11 16-308 0 0,-17-22-2315 0 0,21 27 2222 0 0,-1 1 1 0 0,1 0-1 0 0,0-1 1 0 0,-1 1 0 0 0,1 0-1 0 0,-1 0 1 0 0,1 0 0 0 0,-1 0-1 0 0,0 0 1 0 0,1 0-1 0 0,-1 1 1 0 0,0-1 0 0 0,0 0-1 0 0,1 1 1 0 0,-5-1 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6913 0 0,'1'-1'120'0'0,"0"0"-1"0"0,-1 0 1 0 0,1 1-1 0 0,0-1 1 0 0,-1 0-1 0 0,1 0 1 0 0,0 0-1 0 0,0 1 0 0 0,0-1 1 0 0,0 0-1 0 0,0 1 1 0 0,0-1-1 0 0,0 1 1 0 0,0-1-1 0 0,0 1 1 0 0,0 0-1 0 0,0-1 0 0 0,0 1 1 0 0,0 0-1 0 0,0 0 1 0 0,0-1-1 0 0,0 1 1 0 0,0 0-1 0 0,0 0 0 0 0,0 0 1 0 0,0 1-1 0 0,0-1 1 0 0,1 0-1 0 0,-1 0 1 0 0,0 0-1 0 0,0 1 1 0 0,0-1-1 0 0,0 1 0 0 0,0-1 1 0 0,0 1-1 0 0,0-1 1 0 0,0 1-1 0 0,-1-1 1 0 0,1 1-1 0 0,0 0 1 0 0,0-1-1 0 0,0 1 0 0 0,-1 0 1 0 0,1 0-1 0 0,0 0 1 0 0,-1 0-1 0 0,1 0 1 0 0,0 0-1 0 0,-1 0 1 0 0,1 0-1 0 0,0 2 0 0 0,3 7 202 0 0,0 1 0 0 0,0 1 0 0 0,-1-1 0 0 0,2 13 0 0 0,-1-6-112 0 0,1 1 6 0 0,3 14 112 0 0,20 48 0 0 0,-24-72-326 0 0,0 0 0 0 0,1 0 0 0 0,0-1-1 0 0,0 0 1 0 0,0 0 0 0 0,1 0 0 0 0,1-1 0 0 0,-1 0 0 0 0,1 0 0 0 0,9 7 0 0 0,-15-13-8 0 0,0 0 0 0 0,0-1 1 0 0,0 1-1 0 0,0 0 0 0 0,1-1 1 0 0,-1 1-1 0 0,0-1 0 0 0,0 1 0 0 0,0-1 1 0 0,0 1-1 0 0,1-1 0 0 0,-1 0 1 0 0,0 0-1 0 0,0 0 0 0 0,0 0 1 0 0,1 1-1 0 0,-1-2 0 0 0,0 1 0 0 0,0 0 1 0 0,1 0-1 0 0,-1 0 0 0 0,0-1 1 0 0,3 0-1 0 0,-2 0-10 0 0,0 0 0 0 0,-1-1 1 0 0,1 1-1 0 0,0-1 0 0 0,0 1 0 0 0,-1-1 0 0 0,1 0 0 0 0,0 1 1 0 0,-1-1-1 0 0,0 0 0 0 0,2-4 0 0 0,3-4-126 0 0,-2-1 1 0 0,0 0-1 0 0,5-20 0 0 0,-3-1-235 0 0,-1 1-1 0 0,0-61 1 0 0,-5 64 815 0 0,2-1 0 0 0,1 1 1 0 0,1 0-1 0 0,8-31 0 0 0,-12 58-342 0 0,0 0-1 0 0,1 0 0 0 0,-1 0 1 0 0,0 0-1 0 0,1 0 1 0 0,-1 0-1 0 0,0 0 1 0 0,1-1-1 0 0,0 1 0 0 0,-1 1 1 0 0,1-1-1 0 0,0 0 1 0 0,-1 0-1 0 0,1 0 1 0 0,0 0-1 0 0,0 0 0 0 0,0 1 1 0 0,0-1-1 0 0,-1 0 1 0 0,1 1-1 0 0,2-2 1 0 0,-2 2-31 0 0,0 0 0 0 0,0 0 0 0 0,0 0 1 0 0,0 1-1 0 0,0-1 0 0 0,0 0 0 0 0,0 0 0 0 0,-1 1 1 0 0,1-1-1 0 0,0 0 0 0 0,0 1 0 0 0,0-1 1 0 0,0 1-1 0 0,-1-1 0 0 0,1 1 0 0 0,0 0 1 0 0,-1-1-1 0 0,1 1 0 0 0,0 0 0 0 0,0 1 1 0 0,6 6 189 0 0,0 2 1 0 0,-1-1-1 0 0,7 16 1 0 0,-7-13-267 0 0,10 15-293 0 0,26 34 0 0 0,5-7-3093 0 0,-30-38-2623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7834 0 0,'2'-19'248'0'0,"7"-42"1380"0"0,-9 57-1190 0 0,1 1-1 0 0,1 0 0 0 0,-1 0 0 0 0,0 0 1 0 0,1 0-1 0 0,-1 0 0 0 0,1 1 0 0 0,0-1 1 0 0,3-3-1 0 0,-5 6-357 0 0,0-1-1 0 0,1 1 0 0 0,-1 0 1 0 0,0 0-1 0 0,1-1 1 0 0,-1 1-1 0 0,0 0 1 0 0,1 0-1 0 0,-1 0 1 0 0,0 0-1 0 0,1-1 1 0 0,-1 1-1 0 0,1 0 1 0 0,-1 0-1 0 0,0 0 1 0 0,1 0-1 0 0,-1 0 1 0 0,0 0-1 0 0,1 0 1 0 0,-1 0-1 0 0,1 0 1 0 0,-1 0-1 0 0,0 0 1 0 0,1 0-1 0 0,-1 0 1 0 0,0 1-1 0 0,1-1 1 0 0,-1 0-1 0 0,1 0 1 0 0,-1 0-1 0 0,1 1 1 0 0,11 12 1206 0 0,7 21-337 0 0,-17-29-719 0 0,122 245 2427 0 0,-2-2-5282 0 0,-107-220-4288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7834 0 0,'-1'-1'54'0'0,"1"1"0"0"0,0-1-1 0 0,0 0 1 0 0,0 1 0 0 0,0-1 0 0 0,0 0 0 0 0,0 1 0 0 0,1-1 0 0 0,-1 0 0 0 0,0 1 0 0 0,0-1 0 0 0,0 0 0 0 0,1 1 0 0 0,-1-1 0 0 0,0 1 0 0 0,1-1-1 0 0,-1 1 1 0 0,0-1 0 0 0,1 1 0 0 0,-1-1 0 0 0,1 1 0 0 0,-1-1 0 0 0,1 1 0 0 0,-1-1 0 0 0,1 1 0 0 0,-1-1 0 0 0,1 1 0 0 0,-1 0 0 0 0,1 0 0 0 0,-1-1-1 0 0,1 1 1 0 0,0 0 0 0 0,0-1 0 0 0,30-16 1358 0 0,-24 13-1161 0 0,169-91 3653 0 0,-127 73-4932 0 0,88-28-1 0 0,-100 39 135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11979 0 0,'25'-15'3252'0'0,"1"2"-2034"0"0,0 0-1 0 0,35-11 0 0 0,-50 20-2187 0 0,0 1 0 0 0,0 1 0 0 0,1 0 0 0 0,0 0 0 0 0,11 1 0 0 0,-5 1-4643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9674 0 0,'25'-33'4260'0'0,"-10"17"-3595"0"0,0 0 1 0 0,0 1 0 0 0,22-16-1 0 0,-31 26-977 0 0,1 1 1 0 0,-1 0-1 0 0,1 0 0 0 0,0 0 0 0 0,1 1 0 0 0,-1 0 1 0 0,0 0-1 0 0,1 1 0 0 0,-1 0 0 0 0,1 0 0 0 0,0 1 0 0 0,11-1 1 0 0,-8 3 263 0 0,-3 3 36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67 4609 0 0,'-13'1'9205'0'0,"30"-12"-6908"0"0,37-16-1060 0 0,-21 19-872 0 0,1 0 0 0 0,-1 3 0 0 0,1 0 1 0 0,0 3-1 0 0,1 0 0 0 0,36 5 0 0 0,-58-2-2014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5065 0 0,'1'-4'591'0'0,"0"0"-1"0"0,1 1 1 0 0,-1-1 0 0 0,1 0 0 0 0,0 1-1 0 0,1-1 1 0 0,-1 1 0 0 0,1 0-1 0 0,-1 0 1 0 0,1 0 0 0 0,0 0-1 0 0,0 0 1 0 0,5-3 0 0 0,-8 6-482 0 0,1 0 1 0 0,-1 0 0 0 0,1 0-1 0 0,-1 0 1 0 0,1 1-1 0 0,-1-1 1 0 0,1 0-1 0 0,-1 0 1 0 0,1 0 0 0 0,-1 1-1 0 0,1-1 1 0 0,-1 0-1 0 0,1 1 1 0 0,-1-1-1 0 0,1 0 1 0 0,-1 1 0 0 0,0-1-1 0 0,1 1 1 0 0,-1-1-1 0 0,0 1 1 0 0,1-1-1 0 0,-1 1 1 0 0,0-1 0 0 0,0 1-1 0 0,1-1 1 0 0,-1 1-1 0 0,0 0 1 0 0,7 16 734 0 0,-7-16-703 0 0,14 56 1486 0 0,14 105 1 0 0,-10-40-1221 0 0,-12-90-419 0 0,-2-9-145 0 0,0 1 0 0 0,1-1 0 0 0,1 0 0 0 0,2-1 0 0 0,0 1 0 0 0,13 22 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1 279 1376 0 0,'1'-10'440'0'0,"0"1"-1"0"0,0-1 0 0 0,1 1 1 0 0,1-1-1 0 0,0 1 0 0 0,0 0 1 0 0,0 0-1 0 0,10-16 1 0 0,3-2 1103 0 0,27-35 1 0 0,-35 51-960 0 0,0 1 1 0 0,1 0 0 0 0,0 0-1 0 0,1 1 1 0 0,0 0 0 0 0,16-10-1 0 0,-24 18-489 0 0,0-1 0 0 0,0 1 0 0 0,0 0-1 0 0,0 0 1 0 0,0 0 0 0 0,1 0 0 0 0,-1 0 0 0 0,0 0-1 0 0,0 1 1 0 0,1-1 0 0 0,-1 1 0 0 0,1 0-1 0 0,-1-1 1 0 0,1 1 0 0 0,-1 0 0 0 0,0 1 0 0 0,1-1-1 0 0,-1 0 1 0 0,1 1 0 0 0,-1-1 0 0 0,0 1 0 0 0,1 0-1 0 0,-1 0 1 0 0,0 0 0 0 0,0 0 0 0 0,0 0 0 0 0,0 0-1 0 0,0 0 1 0 0,0 1 0 0 0,0-1 0 0 0,0 1-1 0 0,0 0 1 0 0,0-1 0 0 0,-1 1 0 0 0,1 0 0 0 0,-1 0-1 0 0,0 0 1 0 0,1 0 0 0 0,-1 0 0 0 0,0 0 0 0 0,0 1-1 0 0,1 2 1 0 0,2 4-37 0 0,0 0 0 0 0,-1 0 0 0 0,0 0 0 0 0,-1 1 0 0 0,0-1 0 0 0,0 1 0 0 0,-1-1 0 0 0,-1 1 0 0 0,1 0 0 0 0,-1-1 0 0 0,-2 13 0 0 0,-3 9-32 0 0,-1 0-1 0 0,-12 34 0 0 0,-4 18 405 0 0,22-82-367 0 0,-1 0 0 0 0,1 0-1 0 0,0 0 1 0 0,0 1 0 0 0,-1-1 0 0 0,1 0 0 0 0,0 0 0 0 0,0 0 0 0 0,0 0 0 0 0,1 1 0 0 0,-1-1-1 0 0,0 0 1 0 0,0 0 0 0 0,1 0 0 0 0,-1 0 0 0 0,0 1 0 0 0,1-1 0 0 0,-1 0 0 0 0,1 0 0 0 0,0 0 0 0 0,-1 0-1 0 0,1 0 1 0 0,0 0 0 0 0,-1 0 0 0 0,1-1 0 0 0,0 1 0 0 0,1 1 0 0 0,1 0 115 0 0,1-1 1 0 0,-1 0 0 0 0,0 0-1 0 0,1 0 1 0 0,-1 0 0 0 0,1 0-1 0 0,-1 0 1 0 0,6-1 0 0 0,19 1 74 0 0,0-1 0 0 0,48-6 1 0 0,22-1-2345 0 0,-73 7 968 0 0,0 2-200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20 3681 0 0,'0'-1'166'0'0,"0"0"1"0"0,0 1-1 0 0,0-1 1 0 0,0 0-1 0 0,0 1 0 0 0,0-1 1 0 0,0 0-1 0 0,0 0 1 0 0,0 1-1 0 0,0-1 1 0 0,-1 0-1 0 0,1 1 1 0 0,0-1-1 0 0,0 0 0 0 0,-1 1 1 0 0,1-1-1 0 0,0 1 1 0 0,-1-1-1 0 0,1 0 1 0 0,-1 1-1 0 0,1-1 1 0 0,-1 1-1 0 0,1-1 0 0 0,-1 1 1 0 0,1-1-1 0 0,-1 1 1 0 0,1-1-1 0 0,-1 1 1 0 0,1 0-1 0 0,-1-1 1 0 0,0 1-1 0 0,1 0 0 0 0,-1 0 1 0 0,-1-1-1 0 0,1 1 31 0 0,0 0 1 0 0,0 0-1 0 0,0 1 0 0 0,0-1 0 0 0,0 0 0 0 0,0 1 0 0 0,0-1 0 0 0,0 1 1 0 0,0-1-1 0 0,0 1 0 0 0,0-1 0 0 0,0 1 0 0 0,0 0 0 0 0,0-1 0 0 0,0 1 0 0 0,1 0 1 0 0,-1 0-1 0 0,0-1 0 0 0,1 1 0 0 0,-1 0 0 0 0,0 0 0 0 0,0 2 0 0 0,-5 10 240 0 0,1 0-1 0 0,0 0 0 0 0,1 0 1 0 0,0 1-1 0 0,1 0 0 0 0,1 0 0 0 0,0 0 1 0 0,1 0-1 0 0,1 0 0 0 0,0 0 1 0 0,0 0-1 0 0,5 19 0 0 0,2 9-141 0 0,2 0-1 0 0,25 71 0 0 0,-23-85-224 0 0,0-2 0 0 0,2 1 0 0 0,31 45-1 0 0,60 65-199 0 0,-81-109 6 0 0,-20-23-231 0 0,1-1 0 0 0,-1 1-1 0 0,0 0 1 0 0,0 0-1 0 0,0 0 1 0 0,-1 0 0 0 0,0 0-1 0 0,0 0 1 0 0,0 1-1 0 0,0-1 1 0 0,0 7-1 0 0,-1 3-5709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49 346 920 0 0,'-6'-7'666'0'0,"0"-2"0"0"0,1 1-1 0 0,0-1 1 0 0,1 1 0 0 0,-1-1 0 0 0,2 0-1 0 0,-1-1 1 0 0,1 1 0 0 0,1-1 0 0 0,0 1-1 0 0,-1-16 1 0 0,2 19-416 0 0,1-1 1 0 0,1 1-1 0 0,-1-1 1 0 0,1 0-1 0 0,1 1 0 0 0,-1-1 1 0 0,1 1-1 0 0,0 0 1 0 0,0-1-1 0 0,1 1 0 0 0,0 0 1 0 0,0 0-1 0 0,0 1 1 0 0,1-1-1 0 0,0 1 0 0 0,0-1 1 0 0,9-7-1 0 0,2-2-56 0 0,1 2-1 0 0,0-1 1 0 0,1 2 0 0 0,1 0-1 0 0,35-17 1 0 0,-30 19-577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64 347 6913 0 0,'-1'0'116'0'0,"-39"5"630"0"0,39-5-662 0 0,1 0 1 0 0,-1 0-1 0 0,0 0 0 0 0,0 0 1 0 0,1 0-1 0 0,-1 0 0 0 0,0 0 1 0 0,0 0-1 0 0,1 0 0 0 0,-1 0 1 0 0,0 0-1 0 0,0 0 0 0 0,1-1 1 0 0,-1 1-1 0 0,0 0 0 0 0,0-1 1 0 0,1 1-1 0 0,-1 0 0 0 0,0-1 1 0 0,1 1-1 0 0,-1-1 0 0 0,1 1 1 0 0,-1-1-1 0 0,1 1 0 0 0,-1-1 0 0 0,1 1 1 0 0,-1-1-1 0 0,1 0 0 0 0,-1 1 1 0 0,1-1-1 0 0,0 0 0 0 0,-1 1 1 0 0,1-1-1 0 0,0 0 0 0 0,0 0 1 0 0,-1 1-1 0 0,1-1 0 0 0,0 0 1 0 0,0 0-1 0 0,0 1 0 0 0,0-1 1 0 0,0 0-1 0 0,0 0 0 0 0,0 1 1 0 0,0-1-1 0 0,0 0 0 0 0,1-1 1 0 0,0-1 115 0 0,0 1 0 0 0,0 0 1 0 0,1 0-1 0 0,-1-1 1 0 0,1 1-1 0 0,-1 0 1 0 0,1 0-1 0 0,0 0 0 0 0,-1 1 1 0 0,1-1-1 0 0,0 0 1 0 0,0 1-1 0 0,1-1 1 0 0,-1 1-1 0 0,4-2 0 0 0,40-17 1265 0 0,-34 16-1079 0 0,73-23 974 0 0,0 4 0 0 0,117-16 0 0 0,-58 13-739 0 0,-103 17-467 0 0,536-97 836 0 0,-279 70-966 0 0,-215 30-176 0 0,134 8 0 0 0,-198-1-769 0 0,0 2-1 0 0,0 1 1 0 0,0 0 0 0 0,21 8-1 0 0,-18-3-5690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5985 0 0,'-9'0'758'0'0,"-36"11"7462"0"0,45-8-7842 0 0,0-1 0 0 0,0 1 0 0 0,1 0 0 0 0,-1 0 0 0 0,1 0 0 0 0,0 0 0 0 0,0 0 0 0 0,0-1 0 0 0,0 1 0 0 0,3 5 0 0 0,0 4 313 0 0,25 82 540 0 0,19 123 0 0 0,-15-56-1071 0 0,12 90-885 0 0,-44-248 644 0 0,1 51-1131 0 0,-3-50 742 0 0,1 0 0 0 0,-1-1 0 0 0,0 1 0 0 0,0-1 0 0 0,0 1 0 0 0,0-1 0 0 0,-2 5 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5 352 3225 0 0,'-2'-14'280'0'0,"1"1"0"0"0,0-1 0 0 0,1 0 0 0 0,0 1 1 0 0,1-1-1 0 0,1 0 0 0 0,0 1 0 0 0,1-1 0 0 0,6-16 1 0 0,-9 29-261 0 0,10-27 1302 0 0,1 1 1 0 0,17-30-1 0 0,-24 50-1002 0 0,-1 1 0 0 0,1 0-1 0 0,0 0 1 0 0,1 0 0 0 0,-1 1 0 0 0,1-1-1 0 0,1 1 1 0 0,-1 0 0 0 0,1 1-1 0 0,-1-1 1 0 0,1 1 0 0 0,0 0-1 0 0,1 0 1 0 0,11-4 0 0 0,-15 7-234 0 0,-1 0-1 0 0,0 1 1 0 0,1-1 0 0 0,-1 1-1 0 0,0-1 1 0 0,1 1 0 0 0,-1 0-1 0 0,1 0 1 0 0,-1 0 0 0 0,1 0-1 0 0,-1 0 1 0 0,0 1 0 0 0,1-1-1 0 0,-1 1 1 0 0,0 0 0 0 0,1-1-1 0 0,-1 1 1 0 0,0 0 0 0 0,0 1-1 0 0,4 1 1 0 0,-3 0 4 0 0,0 0 0 0 0,0 0-1 0 0,-1 0 1 0 0,1 0 0 0 0,-1 0 0 0 0,0 0-1 0 0,0 1 1 0 0,0-1 0 0 0,-1 0 0 0 0,1 1 0 0 0,1 7-1 0 0,0 1 52 0 0,0 1-1 0 0,-1-1 0 0 0,-1 1 0 0 0,0 0 1 0 0,-1 0-1 0 0,-2 24 0 0 0,-2-17-49 0 0,-1 0 1 0 0,-1-1-1 0 0,-9 20 0 0 0,9-25 19 0 0,1 0 1 0 0,0 1-1 0 0,1 0 0 0 0,0 0 0 0 0,1 1 0 0 0,-1 19 0 0 0,4-34-67 0 0,0 1-1 0 0,1 0 1 0 0,-1-1-1 0 0,0 1 1 0 0,1 0-1 0 0,-1-1 1 0 0,1 1 0 0 0,0-1-1 0 0,-1 1 1 0 0,1-1-1 0 0,0 1 1 0 0,0-1-1 0 0,0 1 1 0 0,0-1-1 0 0,0 0 1 0 0,0 0-1 0 0,1 1 1 0 0,-1-1 0 0 0,0 0-1 0 0,1 0 1 0 0,-1 0-1 0 0,0 0 1 0 0,1-1-1 0 0,-1 1 1 0 0,1 0-1 0 0,0 0 1 0 0,-1-1-1 0 0,1 1 1 0 0,-1-1 0 0 0,1 0-1 0 0,0 1 1 0 0,-1-1-1 0 0,1 0 1 0 0,2 0-1 0 0,8 1 115 0 0,1-1 1 0 0,-1 0-1 0 0,20-4 0 0 0,-21 3-126 0 0,108-1-401 0 0,-71 2-971 0 0,-25 0 183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8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91 369 456 0 0,'27'61'8614'0'0,"-6"4"-3629"0"0,-3 16-2602 0 0,-13-50-2751 0 0,1 59 0 0 0,-6-80-1182 0 0</inkml:trace>
  <inkml:trace contextRef="#ctx0" brushRef="#br0" timeOffset="1">5 25 6449 0 0,'0'-1'221'0'0,"-1"0"-1"0"0,1 1 0 0 0,-1-1 1 0 0,1 0-1 0 0,-1 1 0 0 0,1-1 1 0 0,-1 0-1 0 0,1 0 0 0 0,0 1 0 0 0,6-17 6947 0 0,-5 17-7051 0 0,9 7-192 0 0,29 43-1764 0 0,-8-8-1055 0 0,2-2 2769 0 0,-21-26 66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34 6913 0 0,'0'-1'160'0'0,"0"0"-1"0"0,0-1 1 0 0,0 1-1 0 0,0 0 0 0 0,0-1 1 0 0,0 1-1 0 0,0 0 0 0 0,0-1 1 0 0,0 1-1 0 0,-1 0 1 0 0,1 0-1 0 0,-1-1 0 0 0,1 1 1 0 0,-1 0-1 0 0,1 0 0 0 0,-1 0 1 0 0,1-1-1 0 0,-1 1 0 0 0,0 0 1 0 0,0 0-1 0 0,0 0 1 0 0,0 0-1 0 0,0 0 0 0 0,0 0 1 0 0,0 1-1 0 0,0-1 0 0 0,0 0 1 0 0,-1 0-1 0 0,0 1-78 0 0,1 0 0 0 0,0 0 0 0 0,0 0 0 0 0,0 0 0 0 0,0 0 1 0 0,0 1-1 0 0,0-1 0 0 0,0 0 0 0 0,0 1 0 0 0,0-1 0 0 0,0 1 0 0 0,0-1 0 0 0,0 1 0 0 0,0 0 0 0 0,0-1 0 0 0,0 1 0 0 0,0 0 0 0 0,0 0 0 0 0,1 0 0 0 0,-1-1 0 0 0,0 1 1 0 0,0 0-1 0 0,1 0 0 0 0,-1 0 0 0 0,1 0 0 0 0,-1 0 0 0 0,1 0 0 0 0,0 0 0 0 0,-1 2 0 0 0,-5 14 157 0 0,0 0 0 0 0,1 0 0 0 0,1 1 0 0 0,-2 30 0 0 0,0 74 185 0 0,6-89-284 0 0,10 505 1200 0 0,25-1-558 0 0,-32-492-731 0 0,-1-20-33 0 0,22 238 182 0 0,-13-183-131 0 0,27 104-1 0 0,-26-142-86 0 0,2 0-1 0 0,2-2 0 0 0,1 1 1 0 0,23 37-1 0 0,-24-51-52 0 0,1-2 1 0 0,2 1-1 0 0,0-2 0 0 0,2-1 0 0 0,0 0 1 0 0,39 30-1 0 0,-17-21-356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8754 0 0,'-1'0'27'0'0,"1"-1"1"0"0,-1 1-1 0 0,1 0 1 0 0,0 0-1 0 0,-1 0 1 0 0,1-1-1 0 0,0 1 0 0 0,-1 0 1 0 0,1 0-1 0 0,0-1 1 0 0,-1 1-1 0 0,1 0 1 0 0,0 0-1 0 0,0-1 1 0 0,-1 1-1 0 0,1 0 0 0 0,0-1 1 0 0,0 1-1 0 0,0-1 1 0 0,-1 1-1 0 0,1 0 1 0 0,0-1-1 0 0,0 1 1 0 0,0-1-1 0 0,0 1 0 0 0,0 0 1 0 0,0-1-1 0 0,0 1 1 0 0,0-1-1 0 0,0 1 1 0 0,0 0-1 0 0,0-1 1 0 0,12-7 421 0 0,23 3 616 0 0,-26 6-826 0 0,1 0 1 0 0,-1 1-1 0 0,1 0 0 0 0,-1 1 0 0 0,0 0 0 0 0,0 0 0 0 0,0 1 0 0 0,0 0 0 0 0,0 1 0 0 0,-1-1 0 0 0,0 2 1 0 0,0-1-1 0 0,13 13 0 0 0,5 6 415 0 0,-2 0 0 0 0,33 44 0 0 0,-7-1-320 0 0,-3 1 1 0 0,-4 3-1 0 0,-2 1 1 0 0,-4 2-1 0 0,-3 2 1 0 0,-3 1-1 0 0,-4 1 1 0 0,23 106 0 0 0,-35-111-456 0 0,-4 0 0 0 0,-2 1 0 0 0,-4 0 0 0 0,-3 0 1 0 0,-4 0-1 0 0,-2 0 0 0 0,-4 0 0 0 0,-3 0 0 0 0,-30 107 1 0 0,28-142-6428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22 212 10594 0 0,'-2'-3'282'0'0,"-1"0"1"0"0,1 0-1 0 0,0 0 0 0 0,0-1 0 0 0,0 1 0 0 0,0-1 0 0 0,1 1 1 0 0,-1-1-1 0 0,1 0 0 0 0,0 0 0 0 0,-1-5 0 0 0,23 27 2118 0 0,48 97-528 0 0,-25-38-1217 0 0,-19-36-328 0 0,78 113 668 0 0,-89-137-857 0 0,0 0 0 0 0,1-1 0 0 0,1 0 1 0 0,0-2-1 0 0,2 1 0 0 0,23 14 1 0 0,-39-27-100 0 0,1 0 0 0 0,0-1 0 0 0,0 1 0 0 0,0-1 0 0 0,0 1 0 0 0,1-1 0 0 0,-1 0 0 0 0,0 0 0 0 0,0 0 0 0 0,1-1 0 0 0,-1 1 0 0 0,1-1 0 0 0,-1 0 0 0 0,0 0 0 0 0,1 0 0 0 0,-1 0 0 0 0,1 0 0 0 0,-1-1 0 0 0,0 0 0 0 0,7-1 0 0 0,-7 0-6 0 0,0 0-1 0 0,0 0 1 0 0,0-1-1 0 0,0 1 1 0 0,0-1 0 0 0,-1 1-1 0 0,1-1 1 0 0,-1 0-1 0 0,0 0 1 0 0,1 0 0 0 0,-1 0-1 0 0,-1-1 1 0 0,1 1-1 0 0,0 0 1 0 0,-1-1 0 0 0,0 1-1 0 0,1-1 1 0 0,0-6 0 0 0,6-35 41 0 0,-2 0 1 0 0,-2-1-1 0 0,-2 0 1 0 0,-4-56 0 0 0,2-67-886 0 0,2 144 76 0 0,1-1 0 0 0,1 1 0 0 0,2 0 0 0 0,12-38 0 0 0,-8 38-856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0,'3'51'2319'0'0,"3"-1"-1"0"0,20 91 1 0 0,5-24-2313 0 0,-17-68-2549 0 0,-10-35-2308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57 4145 0 0,'-11'-28'985'0'0,"4"0"4649"0"0,7 28-5591 0 0,0 0 1 0 0,0 1-1 0 0,-1-1 1 0 0,1 0-1 0 0,0 0 1 0 0,0 0-1 0 0,0 0 1 0 0,0 0-1 0 0,0 0 1 0 0,0 0-1 0 0,-1 0 1 0 0,1 0-1 0 0,0 1 1 0 0,0-1-1 0 0,0 0 1 0 0,0 0-1 0 0,0 0 1 0 0,-1 0-1 0 0,1 0 1 0 0,0 0-1 0 0,0 0 1 0 0,0 0-1 0 0,0 0 1 0 0,-1 0-1 0 0,1 0 1 0 0,0 0-1 0 0,0 0 1 0 0,0 0-1 0 0,0 0 1 0 0,0 0 0 0 0,-1-1-1 0 0,1 1 1 0 0,0 0-1 0 0,0 0 1 0 0,0 0-1 0 0,0 0 1 0 0,0 0-1 0 0,-1 0 1 0 0,1 0-1 0 0,0 0 1 0 0,0 0-1 0 0,0-1 1 0 0,0 1-1 0 0,0 0 1 0 0,0 0-1 0 0,0 0 1 0 0,-1 0-1 0 0,-2 16-451 0 0,4 11-1178 0 0,2 0-1 0 0,1-1 1 0 0,2 0 0 0 0,10 33-1 0 0,-11-40 1268 0 0,3 10 191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4145 0 0,'4'-6'438'0'0,"-1"0"1"0"0,1 0-1 0 0,1 1 1 0 0,-1-1-1 0 0,1 1 1 0 0,8-7-1 0 0,-12 12-278 0 0,0-1 0 0 0,0 0-1 0 0,0 0 1 0 0,0 1-1 0 0,0-1 1 0 0,0 0 0 0 0,0 1-1 0 0,1-1 1 0 0,-1 1-1 0 0,0 0 1 0 0,0-1 0 0 0,1 1-1 0 0,-1 0 1 0 0,0 0-1 0 0,0 0 1 0 0,1 0 0 0 0,-1 0-1 0 0,0 0 1 0 0,0 0-1 0 0,1 0 1 0 0,-1 0 0 0 0,0 1-1 0 0,0-1 1 0 0,1 0-1 0 0,-1 1 1 0 0,0-1 0 0 0,0 1-1 0 0,0 0 1 0 0,0-1-1 0 0,0 1 1 0 0,0 0 0 0 0,0 0-1 0 0,0-1 1 0 0,0 1-1 0 0,0 0 1 0 0,0 0 0 0 0,0 0-1 0 0,0 0 1 0 0,-1 0-1 0 0,1 0 1 0 0,0 0 0 0 0,-1 1-1 0 0,1-1 1 0 0,0 1-1 0 0,12 26 990 0 0,-1-1-1 0 0,-1 2 1 0 0,10 40-1 0 0,-12-39-1061 0 0,0 1-1 0 0,27 54 0 0 0,-35-84-109 0 0,-1 0-1 0 0,0-1 1 0 0,0 1-1 0 0,0-1 1 0 0,1 1-1 0 0,-1 0 1 0 0,0-1-1 0 0,1 1 1 0 0,-1-1-1 0 0,0 1 1 0 0,1-1-1 0 0,-1 1 0 0 0,1-1 1 0 0,-1 0-1 0 0,1 1 1 0 0,-1-1-1 0 0,1 1 1 0 0,-1-1-1 0 0,1 0 1 0 0,-1 0-1 0 0,1 1 1 0 0,0-1-1 0 0,-1 0 1 0 0,1 0-1 0 0,-1 0 1 0 0,1 1-1 0 0,0-1 0 0 0,-1 0 1 0 0,1 0-1 0 0,0 0 1 0 0,-1 0-1 0 0,1 0 1 0 0,0 0-1 0 0,0-1 1 0 0,0 0-18 0 0,1 0-1 0 0,-1 0 1 0 0,1 0 0 0 0,-1 0 0 0 0,0 0 0 0 0,1-1 0 0 0,-1 1 0 0 0,0 0 0 0 0,0-1 0 0 0,0 1-1 0 0,0-1 1 0 0,1-2 0 0 0,22-59-426 0 0,-21 55 433 0 0,2-8 14 0 0,-2 3 140 0 0,2 0 1 0 0,0 0-1 0 0,0 0 1 0 0,1 0-1 0 0,11-16 1 0 0,-15 27-49 0 0,-1 0-1 0 0,1 0 1 0 0,0 0-1 0 0,0 0 1 0 0,-1 0-1 0 0,1 0 1 0 0,0 1-1 0 0,1-1 1 0 0,-1 1-1 0 0,0-1 1 0 0,0 1-1 0 0,1 0 1 0 0,-1 0-1 0 0,0 0 1 0 0,1 0-1 0 0,-1 1 1 0 0,1-1-1 0 0,0 0 1 0 0,-1 1-1 0 0,1 0 1 0 0,-1 0-1 0 0,1 0 1 0 0,0 0-1 0 0,-1 0 1 0 0,1 0-1 0 0,-1 1 1 0 0,1-1-1 0 0,-1 1 1 0 0,1-1-1 0 0,-1 1 1 0 0,1 0-1 0 0,-1 0 1 0 0,1 1-1 0 0,-1-1 1 0 0,3 2-1 0 0,10 7 105 0 0,-1 1-1 0 0,-1 0 1 0 0,0 1 0 0 0,-1 0-1 0 0,0 1 1 0 0,0 0 0 0 0,-2 1 0 0 0,12 18-1 0 0,-6-10-607 0 0,0 0 0 0 0,24 22 0 0 0,-13-19-644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100 328 10594 0 0,'-19'-37'927'0'0,"1"-1"0"0"0,2-1 0 0 0,2 0 0 0 0,-12-53 0 0 0,26 91-881 0 0,-1-3 41 0 0,-1 1-1 0 0,1-1 1 0 0,1 0 0 0 0,-1 1 0 0 0,0-1-1 0 0,1 0 1 0 0,0 0 0 0 0,0 0-1 0 0,0-4 1 0 0,2 9-8 0 0,0 0-1 0 0,-1 0 1 0 0,1 1-1 0 0,-1-1 1 0 0,1 1-1 0 0,-1-1 1 0 0,1 1-1 0 0,-1 0 1 0 0,0 0-1 0 0,0 0 1 0 0,0-1 0 0 0,0 1-1 0 0,1 3 1 0 0,-1-2 3 0 0,81 183 487 0 0,-35-70-346 0 0,-30-79-225 0 0,108 220-62 0 0,-108-229 64 0 0,1-1-1 0 0,0 0 0 0 0,2-2 0 0 0,1 0 1 0 0,1-1-1 0 0,43 35 0 0 0,-63-57 44 0 0,-1-1 0 0 0,1 1-1 0 0,0-1 1 0 0,-1 0 0 0 0,1 0 0 0 0,0 0-1 0 0,0 0 1 0 0,0 0 0 0 0,0 0 0 0 0,0 0-1 0 0,0 0 1 0 0,0-1 0 0 0,0 1 0 0 0,1-1-1 0 0,-1 0 1 0 0,0 0 0 0 0,0 0 0 0 0,0 0-1 0 0,0 0 1 0 0,1 0 0 0 0,-1 0 0 0 0,0-1 0 0 0,0 1-1 0 0,0-1 1 0 0,0 1 0 0 0,0-1 0 0 0,0 0-1 0 0,0 0 1 0 0,0 0 0 0 0,0 0 0 0 0,0 0-1 0 0,0 0 1 0 0,-1-1 0 0 0,1 1 0 0 0,0-1-1 0 0,-1 1 1 0 0,1-1 0 0 0,-1 1 0 0 0,0-1-1 0 0,0 0 1 0 0,1 0 0 0 0,0-2 0 0 0,5-8 186 0 0,-1 0 1 0 0,-1 0-1 0 0,0 0 1 0 0,-1-1-1 0 0,5-20 1 0 0,-3 2-63 0 0,-1 0 1 0 0,-1 0 0 0 0,-1-36-1 0 0,-10-97-282 0 0,1-10-873 0 0,11 50-747 0 0,1 41-3362 0 0,2 17-937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6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2 162 11979 0 0,'-1'-4'131'0'0,"1"0"1"0"0,0 0-1 0 0,0 1 1 0 0,0-1-1 0 0,0 0 1 0 0,0 0 0 0 0,1 0-1 0 0,0 0 1 0 0,0 0-1 0 0,0 0 1 0 0,0 0 0 0 0,1 1-1 0 0,-1-1 1 0 0,1 0-1 0 0,0 1 1 0 0,0-1-1 0 0,3-2 1 0 0,-4 7-239 0 0,0 0 0 0 0,-1 0 0 0 0,1 0 0 0 0,0 0 0 0 0,0 0 0 0 0,-1 0-1 0 0,1 0 1 0 0,0 1 0 0 0,-1-1 0 0 0,1 0 0 0 0,-1 0 0 0 0,0 1 0 0 0,1-1 0 0 0,-1 0 0 0 0,0 1 0 0 0,0 2 0 0 0,6 55-2220 0 0,-4-31 2383 0 0,1 0 0 0 0,1-1 1 0 0,9 34-1 0 0,-11-55 171 0 0,1 1 0 0 0,-1 0 0 0 0,1 0 1 0 0,0-1-1 0 0,1 1 0 0 0,-1-1 0 0 0,1 0 0 0 0,1 0 0 0 0,-1-1 1 0 0,1 1-1 0 0,0-1 0 0 0,0 0 0 0 0,1 0 0 0 0,-1-1 0 0 0,1 1 0 0 0,0-1 1 0 0,9 4-1 0 0,-12-7-175 0 0,0 1 1 0 0,0-1 0 0 0,0 0-1 0 0,0 0 1 0 0,0 0-1 0 0,0 0 1 0 0,1-1 0 0 0,-1 0-1 0 0,0 1 1 0 0,0-1 0 0 0,1 0-1 0 0,-1 0 1 0 0,0-1-1 0 0,1 1 1 0 0,-1-1 0 0 0,0 0-1 0 0,5-1 1 0 0,-4 0-92 0 0,1-1 0 0 0,-1 1 1 0 0,1-1-1 0 0,-1 0 0 0 0,0 0 1 0 0,-1 0-1 0 0,1 0 0 0 0,0-1 1 0 0,-1 0-1 0 0,5-6 0 0 0,-1 0-99 0 0,0-1-1 0 0,-1 0 0 0 0,0 0 0 0 0,-1-1 1 0 0,0 0-1 0 0,-1 0 0 0 0,-1 0 1 0 0,4-17-1 0 0,-6 16 58 0 0,0-1-1 0 0,0 0 1 0 0,-2 0-1 0 0,1 0 1 0 0,-2 0-1 0 0,0 0 1 0 0,-8-27 0 0 0,8 31 44 0 0,-1 1 1 0 0,-1 0 0 0 0,0 0 0 0 0,0 1 0 0 0,-1-1 0 0 0,0 1-1 0 0,0-1 1 0 0,-1 2 0 0 0,0-1 0 0 0,0 1 0 0 0,-1 0 0 0 0,-10-9-1 0 0,16 15 15 0 0,-1 0 1 0 0,1 0-1 0 0,0 0 0 0 0,-1 0 0 0 0,1 0 0 0 0,-1 0 0 0 0,1 0 0 0 0,-1 1 0 0 0,0-1 0 0 0,1 0 0 0 0,-1 1 0 0 0,1 0 1 0 0,-1-1-1 0 0,0 1 0 0 0,0 0 0 0 0,1 0 0 0 0,-1 0 0 0 0,0 0 0 0 0,1 0 0 0 0,-1 0 0 0 0,0 0 0 0 0,-3 2 0 0 0,3-1-73 0 0,0 0-1 0 0,1 0 1 0 0,-1 1-1 0 0,0-1 1 0 0,1 1-1 0 0,-1-1 1 0 0,1 1-1 0 0,-1-1 1 0 0,1 1-1 0 0,0 0 1 0 0,-1 0-1 0 0,1 0 1 0 0,0 0-1 0 0,0 0 1 0 0,0 3-1 0 0,-3 5-675 0 0,1 0 1 0 0,1 1-1 0 0,0 0 0 0 0,0-1 0 0 0,1 21 0 0 0,0-8-561 0 0,-1-3 809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76 17972 0 0,'2'4'216'0'0,"0"1"0"0"0,1-1 1 0 0,0 0-1 0 0,0 0 0 0 0,6 6 0 0 0,10 15-1458 0 0,-1 1 0 0 0,-2 0 0 0 0,0 2 0 0 0,-2 0 0 0 0,14 37-1 0 0,7 12 292 0 0,-31-68 1455 0 0,1-1 0 0 0,0 1 0 0 0,1-1 0 0 0,-1 0 0 0 0,2-1 1 0 0,-1 1-1 0 0,12 9 0 0 0,-17-16-412 0 0,1 0 1 0 0,-1 1-1 0 0,1-1 0 0 0,-1 0 1 0 0,1 0-1 0 0,-1 0 1 0 0,1 0-1 0 0,0 0 0 0 0,0-1 1 0 0,-1 1-1 0 0,1-1 1 0 0,0 1-1 0 0,0-1 0 0 0,0 1 1 0 0,0-1-1 0 0,-1 0 1 0 0,1 0-1 0 0,0 0 1 0 0,0 0-1 0 0,0 0 0 0 0,0 0 1 0 0,0-1-1 0 0,0 1 1 0 0,0-1-1 0 0,-1 1 0 0 0,1-1 1 0 0,0 0-1 0 0,0 1 1 0 0,-1-1-1 0 0,1 0 0 0 0,0 0 1 0 0,-1 0-1 0 0,1 0 1 0 0,-1-1-1 0 0,0 1 0 0 0,1 0 1 0 0,-1-1-1 0 0,0 1 1 0 0,0-1-1 0 0,1 1 0 0 0,-1-1 1 0 0,0 0-1 0 0,-1 1 1 0 0,2-4-1 0 0,4-6-265 0 0,-1 0 0 0 0,0 0 0 0 0,-1 0-1 0 0,0 0 1 0 0,-1-1 0 0 0,0 0 0 0 0,1-16 0 0 0,-1-10-1077 0 0,-3-38 0 0 0,-1 52 834 0 0,1 1 0 0 0,1-1 0 0 0,1 1 0 0 0,1-1 0 0 0,8-31 0 0 0,-10 53 448 0 0,-1-1 0 0 0,1 1-1 0 0,0 0 1 0 0,0-1 0 0 0,0 1 0 0 0,0 0 0 0 0,0 0 0 0 0,0-1 0 0 0,1 1 0 0 0,-1 0 0 0 0,1 0 0 0 0,-1 1 0 0 0,1-1-1 0 0,0 0 1 0 0,0 0 0 0 0,0 1 0 0 0,0-1 0 0 0,0 1 0 0 0,0 0 0 0 0,0 0 0 0 0,1 0 0 0 0,-1 0 0 0 0,0 0-1 0 0,5-1 1 0 0,-4 2 19 0 0,0 0 0 0 0,0 0 0 0 0,0 1 0 0 0,0-1 0 0 0,0 1 0 0 0,0-1 0 0 0,0 1 0 0 0,-1 0 0 0 0,1 1 0 0 0,0-1 0 0 0,-1 0-1 0 0,1 1 1 0 0,0-1 0 0 0,-1 1 0 0 0,0 0 0 0 0,1 0 0 0 0,-1 0 0 0 0,0 0 0 0 0,0 0 0 0 0,3 5 0 0 0,22 31 949 0 0,-3 0 0 0 0,0 2 0 0 0,29 71 0 0 0,-7-14-1713 0 0,8-5-3549 0 0,-44-78-823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12443 0 0,'12'27'3951'0'0,"3"31"-3175"0"0,-12-46-398 0 0,49 261 539 0 0,-15-70-4830 0 0,-28-164-1469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2 179 12843 0 0,'-2'-3'280'0'0,"4"-2"56"0"0,0-1 16 0 0,1 2 16 0 0,1 0-296 0 0,0 1-72 0 0,2-2 0 0 0,4-3 0 0 0,5-5 72 0 0,5-5 0 0 0,8-2 0 0 0,2-2 0 0 0,0 4-1944 0 0,2-1-393 0 0,0 3-71 0 0,-6 1-25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16588 0 0,'1'-1'1472'0'0,"3"0"-1176"0"0,2 1-232 0 0,-1-2-64 0 0,1-1-160 0 0,2 1-32 0 0,6-1-16 0 0,7-4 0 0 0,8-3-1513 0 0,4 1-295 0 0,1-2-64 0 0,-5 3-17 0 0</inkml:trace>
  <inkml:trace contextRef="#ctx0" brushRef="#br0" timeOffset="1">238 195 14283 0 0,'4'1'632'0'0,"1"-1"136"0"0,4 1-616 0 0,0-2-152 0 0,-1 0 0 0 0,2-2 0 0 0,4-1-336 0 0,8-5-96 0 0,14-2-16 0 0,10-5-8 0 0,11-6 368 0 0,-4 0 88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9 17972 0 0,'0'-1'55'0'0,"0"1"1"0"0,0 0-1 0 0,0-1 0 0 0,0 1 1 0 0,0 0-1 0 0,0-1 1 0 0,0 1-1 0 0,-1 0 1 0 0,1-1-1 0 0,0 1 0 0 0,0 0 1 0 0,0 0-1 0 0,0-1 1 0 0,0 1-1 0 0,-1 0 0 0 0,1-1 1 0 0,0 1-1 0 0,0 0 1 0 0,-1 0-1 0 0,1-1 0 0 0,0 1 1 0 0,0 0-1 0 0,-1 0 1 0 0,1 0-1 0 0,0-1 1 0 0,0 1-1 0 0,-1 0 0 0 0,1 0 1 0 0,0 0-1 0 0,-1 0 1 0 0,1 0-1 0 0,0 0 0 0 0,-1 0 1 0 0,1 0-1 0 0,0 0 1 0 0,-1 0-1 0 0,0 0 0 0 0,-4 13-107 0 0,0 1 62 0 0,-57 160-3866 0 0,-54 241 0 0 0,86-281 4650 0 0,-20 190 0 0 0,43-247-62 0 0,4 1 0 0 0,3-1 0 0 0,4 0 0 0 0,14 79-1 0 0,-10-114-495 0 0,2-2-1 0 0,1 1 0 0 0,3-1 0 0 0,1-1 1 0 0,2-1-1 0 0,1 0 0 0 0,2-1 0 0 0,2-1 0 0 0,1-1 1 0 0,29 34-1 0 0,-32-46-201 0 0,2 0-1 0 0,0-1 1 0 0,2-1 0 0 0,0-1-1 0 0,1-1 1 0 0,1-1 0 0 0,1-1-1 0 0,0-2 1 0 0,1-1 0 0 0,1-1-1 0 0,0-1 1 0 0,1-1 0 0 0,0-2-1 0 0,31 5 1 0 0,-43-11-548 0 0,-1-1-1 0 0,1-1 1 0 0,0 0 0 0 0,0-2-1 0 0,32-4 1 0 0,-20-2-5893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97 6449 0 0,'-137'-11'2282'0'0,"207"5"5418"0"0,47-16-5003 0 0,-88 16-2093 0 0,45-11-118 0 0,-27 6-1406 0 0,0 1 0 0 0,50-2-1 0 0,-71 11-5446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 6913 0 0,'1'-5'998'0'0,"2"0"-1"0"0,-1 1 0 0 0,0-1 0 0 0,1 0 0 0 0,0 1 0 0 0,0-1 0 0 0,0 1 0 0 0,7-7 0 0 0,1 1-1233 0 0,-22 23 274 0 0,0 0 1 0 0,1 1-1 0 0,1 0 0 0 0,0 1 0 0 0,1-1 0 0 0,1 2 0 0 0,0-1 0 0 0,1 1 0 0 0,1 0 0 0 0,-5 23 0 0 0,-3 29 982 0 0,-6 85 0 0 0,16-123-1270 0 0,-3 56 710 0 0,5 112 1 0 0,23 87 1201 0 0,-13-161-2622 0 0,-6-87-231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0,'1'-2'131'0'0,"-1"1"1"0"0,1-1-1 0 0,0 1 0 0 0,-1-1 0 0 0,1 1 0 0 0,0-1 0 0 0,0 1 1 0 0,0-1-1 0 0,0 1 0 0 0,0 0 0 0 0,0-1 0 0 0,1 1 0 0 0,-1 0 1 0 0,0 0-1 0 0,1 0 0 0 0,-1 0 0 0 0,0 0 0 0 0,1 0 0 0 0,-1 1 1 0 0,1-1-1 0 0,0 0 0 0 0,-1 1 0 0 0,1-1 0 0 0,-1 1 0 0 0,1 0 1 0 0,0-1-1 0 0,-1 1 0 0 0,1 0 0 0 0,0 0 0 0 0,0 0 0 0 0,-1 0 1 0 0,1 0-1 0 0,0 1 0 0 0,-1-1 0 0 0,1 0 0 0 0,0 1 0 0 0,-1-1 1 0 0,1 1-1 0 0,-1 0 0 0 0,1-1 0 0 0,-1 1 0 0 0,1 0 0 0 0,-1 0 1 0 0,1 0-1 0 0,-1 0 0 0 0,0 0 0 0 0,1 0 0 0 0,1 3 0 0 0,6 5 335 0 0,1 1-1 0 0,-1 0 0 0 0,-1 1 1 0 0,13 20-1 0 0,101 182 1757 0 0,-51-84-1805 0 0,-67-123-416 0 0,65 117-1183 0 0,-26-40-2515 0 0,-35-64 2047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46 11979 0 0,'-5'-1'-125'0'0,"-6"-2"4520"0"0,16 0-2139 0 0,0 2-1605 0 0,178-15 1468 0 0,-91 10-3337 0 0,-2-4-4497 0 0,-54 4-457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59 17508 0 0,'-1'-1'104'0'0,"1"1"0"0"0,-1 0 1 0 0,1 0-1 0 0,-1-1 0 0 0,1 1 0 0 0,0 0 1 0 0,-1 0-1 0 0,1-1 0 0 0,0 1 1 0 0,-1-1-1 0 0,1 1 0 0 0,0 0 1 0 0,0-1-1 0 0,-1 1 0 0 0,1 0 0 0 0,0-1 1 0 0,0 1-1 0 0,0-1 0 0 0,-1 1 1 0 0,1-1-1 0 0,0 1 0 0 0,0-1 0 0 0,0 1 1 0 0,0-1-1 0 0,0 1 0 0 0,0 0 1 0 0,0-1-1 0 0,0 1 0 0 0,0-1 0 0 0,0 1 1 0 0,0-1-1 0 0,0 1 0 0 0,0-1 1 0 0,1 0-1 0 0,12-18 949 0 0,-10 16-1091 0 0,0 1 0 0 0,-1-1 1 0 0,1 1-1 0 0,0 0 0 0 0,0 0 0 0 0,1 0 0 0 0,-1 0 0 0 0,0 1 0 0 0,1-1 0 0 0,-1 1 1 0 0,7-2-1 0 0,-5 3-64 0 0,1 1 1 0 0,0 0 0 0 0,-1 0-1 0 0,1 1 1 0 0,-1-1 0 0 0,1 1 0 0 0,-1 0-1 0 0,0 0 1 0 0,0 1 0 0 0,0 0-1 0 0,0 0 1 0 0,0 0 0 0 0,0 0-1 0 0,-1 1 1 0 0,7 7 0 0 0,8 8 148 0 0,-1 1 0 0 0,15 22 0 0 0,-25-31-85 0 0,71 93 619 0 0,-5 4 0 0 0,-4 3-1 0 0,73 160 1 0 0,-113-203-559 0 0,-3 1 1 0 0,-3 1-1 0 0,-3 1 0 0 0,-4 1 1 0 0,-2 1-1 0 0,-4 1 1 0 0,4 103-1 0 0,-22 6-2388 0 0,4-142-4982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0 115 13827 0 0,'7'0'75'0'0,"-1"1"0"0"0,0 0 1 0 0,1 1-1 0 0,-1-1 0 0 0,0 1 1 0 0,0 1-1 0 0,0-1 0 0 0,0 1 0 0 0,-1 0 1 0 0,1 0-1 0 0,-1 0 0 0 0,1 1 0 0 0,-1 0 1 0 0,0 0-1 0 0,-1 1 0 0 0,1-1 1 0 0,-1 1-1 0 0,0 0 0 0 0,6 8 0 0 0,3 7-279 0 0,0 0 0 0 0,-2 1-1 0 0,17 41 1 0 0,0 10 327 0 0,29 68 991 0 0,-50-125-888 0 0,1 0-1 0 0,1 0 1 0 0,1-1-1 0 0,0 0 1 0 0,0 0-1 0 0,19 17 0 0 0,-28-30-186 0 0,1 0 0 0 0,-1 1 0 0 0,1-1-1 0 0,-1 0 1 0 0,1 1 0 0 0,-1-1-1 0 0,1 0 1 0 0,0 0 0 0 0,-1 0 0 0 0,1-1-1 0 0,0 1 1 0 0,0 0 0 0 0,0-1 0 0 0,-1 1-1 0 0,1-1 1 0 0,0 1 0 0 0,0-1 0 0 0,0 0-1 0 0,0 0 1 0 0,0 0 0 0 0,3 0-1 0 0,-3-1 9 0 0,-1 0 0 0 0,1 0 0 0 0,0 0 0 0 0,0 0-1 0 0,-1 0 1 0 0,1 0 0 0 0,-1-1 0 0 0,1 1 0 0 0,-1 0-1 0 0,1-1 1 0 0,-1 1 0 0 0,0-1 0 0 0,0 0-1 0 0,0 1 1 0 0,0-1 0 0 0,0 0 0 0 0,1-2 0 0 0,3-8 192 0 0,-1-1 0 0 0,0 0 1 0 0,-1-1-1 0 0,3-23 1 0 0,1-67-21 0 0,-6-139 0 0 0,-3 106-3075 0 0,2 86-3658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0,'0'4'119'0'0,"1"-1"0"0"0,-1 0 0 0 0,1 0 0 0 0,0 0 0 0 0,0 0 0 0 0,0 0 0 0 0,0 0 0 0 0,0 0 0 0 0,1 0 0 0 0,-1 0 0 0 0,1-1 0 0 0,0 1 0 0 0,2 2 0 0 0,33 34-444 0 0,-6-7-557 0 0,-25-25 234 0 0,0 1 0 0 0,-1 0 0 0 0,0 0 0 0 0,0 0 0 0 0,3 11 0 0 0,-7-16 346 0 0,0 0 1 0 0,0 0-1 0 0,0 0 1 0 0,0 0-1 0 0,-1 0 0 0 0,1 0 1 0 0,-1 0-1 0 0,0 1 1 0 0,0-1-1 0 0,0 0 1 0 0,-1 0-1 0 0,1 0 0 0 0,-1 0 1 0 0,0 0-1 0 0,1 0 1 0 0,-1 0-1 0 0,-1 0 1 0 0,1 0-1 0 0,-2 3 0 0 0,1-4 169 0 0,-1-4 117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15 17972 0 0,'-4'-1'1600'0'0,"1"0"-1216"0"0,4 1-384 0 0,2 0-216 0 0,-2 0-48 0 0,2-2-16 0 0,0 1 0 0 0,4-1-1664 0 0,0 0-329 0 0,0-1-71 0 0,-1 0-17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1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6449 0 0,'5'0'147'0'0,"-1"1"0"0"0,0 0 0 0 0,1 0 0 0 0,-1 1 0 0 0,0-1 0 0 0,0 1-1 0 0,0 0 1 0 0,0 0 0 0 0,0 0 0 0 0,0 1 0 0 0,-1-1 0 0 0,1 1 0 0 0,-1 0-1 0 0,0 0 1 0 0,1 0 0 0 0,-2 0 0 0 0,1 1 0 0 0,4 5 0 0 0,2 3 300 0 0,-1 1 0 0 0,-1 0 0 0 0,0 0 0 0 0,7 18-1 0 0,-8-12-405 0 0,-1 0 1 0 0,-1 1-1 0 0,0-1 0 0 0,-2 1 0 0 0,1 25 0 0 0,1 5 631 0 0,-4-50-654 0 0,0 0 1 0 0,0 0-1 0 0,0 0 0 0 0,0 0 0 0 0,0 0 0 0 0,0 0 0 0 0,0 0 0 0 0,0 0 0 0 0,0 0 1 0 0,1 0-1 0 0,-1 0 0 0 0,0 0 0 0 0,0 0 0 0 0,0-1 0 0 0,0 1 0 0 0,0 0 1 0 0,0 0-1 0 0,0 0 0 0 0,0 0 0 0 0,0 0 0 0 0,1 0 0 0 0,-1 0 0 0 0,0 0 0 0 0,0 0 1 0 0,0 0-1 0 0,0 0 0 0 0,0 0 0 0 0,0 0 0 0 0,0 0 0 0 0,0 0 0 0 0,0 1 0 0 0,1-1 1 0 0,-1 0-1 0 0,0 0 0 0 0,0 0 0 0 0,0 0 0 0 0,0 0 0 0 0,0 0 0 0 0,0 0 1 0 0,0 0-1 0 0,0 0 0 0 0,0 0 0 0 0,0 0 0 0 0,0 0 0 0 0,0 0 0 0 0,0 0 0 0 0,1 1 1 0 0,-1-1-1 0 0,0 0 0 0 0,0 0 0 0 0,0 0 0 0 0,0 0 0 0 0,0 0 0 0 0,0 0 0 0 0,0 0 1 0 0,0 0-1 0 0,0 0 0 0 0,0 1 0 0 0,0-1 0 0 0,0 0 0 0 0,0 0 0 0 0,0 0 1 0 0,0 0-1 0 0,0 0 0 0 0,0 0 0 0 0,0 0 0 0 0,0 0 0 0 0,0 0 0 0 0,-1 1 0 0 0,8-12 422 0 0,5-14-310 0 0,15-66-675 0 0,-14 46-409 0 0,28-66 1 0 0,-40 108 1162 0 0,1 0-1 0 0,-1 0 1 0 0,1 0 0 0 0,-1 0 0 0 0,1 0 0 0 0,0 0-1 0 0,0 1 1 0 0,0-1 0 0 0,0 1 0 0 0,1 0 0 0 0,-1-1 0 0 0,1 1-1 0 0,-1 0 1 0 0,1 0 0 0 0,0 1 0 0 0,0-1 0 0 0,0 1-1 0 0,0-1 1 0 0,0 1 0 0 0,0 0 0 0 0,0 0 0 0 0,0 0-1 0 0,4 0 1 0 0,-4 1 43 0 0,1 0 0 0 0,-1 1-1 0 0,1-1 1 0 0,-1 1 0 0 0,1 0-1 0 0,-1 0 1 0 0,0 0 0 0 0,0 0 0 0 0,1 1-1 0 0,-1-1 1 0 0,0 1 0 0 0,0 0-1 0 0,0 0 1 0 0,-1 0 0 0 0,1 0 0 0 0,0 1-1 0 0,-1-1 1 0 0,0 1 0 0 0,1-1-1 0 0,-1 1 1 0 0,3 5 0 0 0,11 17 243 0 0,20 43 0 0 0,-23-43-570 0 0,0 0-1 0 0,19 27 1 0 0,-11-25-1591 0 0,-1-1-6022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0.7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1756 4145 0 0,'-2'2'166'0'0,"1"0"1"0"0,-1 0-1 0 0,0 0 1 0 0,1-1-1 0 0,-1 1 1 0 0,0-1-1 0 0,0 1 1 0 0,0-1-1 0 0,0 1 1 0 0,0-1-1 0 0,0 0 1 0 0,-1 0-1 0 0,1 0 1 0 0,0 0-1 0 0,-1-1 1 0 0,1 1-1 0 0,0 0 1 0 0,-1-1-1 0 0,1 0 1 0 0,-1 1-1 0 0,1-1 1 0 0,-4-1-1 0 0,-1 1 141 0 0,0 0 0 0 0,0 0 0 0 0,0-1 0 0 0,0 0-1 0 0,0-1 1 0 0,-11-3 0 0 0,10 0-104 0 0,-1 1 1 0 0,1-1-1 0 0,0-1 0 0 0,0 1 0 0 0,0-1 0 0 0,1-1 0 0 0,0 1 1 0 0,0-1-1 0 0,1-1 0 0 0,0 1 0 0 0,0-1 0 0 0,1 0 0 0 0,0 0 1 0 0,-5-11-1 0 0,-7-16 450 0 0,2-2 1 0 0,-12-44 0 0 0,17 48-399 0 0,-89-353 1194 0 0,29-5-1416 0 0,56 297-29 0 0,-2-107 0 0 0,16 148-29 0 0,2-1 0 0 0,2 1 1 0 0,17-80-1 0 0,-21 129-2 0 0,24-87-3087 0 0,-18 75-1920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 2128 0 0,'-9'4'390'0'0,"1"0"-1"0"0,-1 1 1 0 0,1 1-1 0 0,0 0 1 0 0,0 0-1 0 0,1 0 0 0 0,0 1 1 0 0,0 0-1 0 0,1 0 1 0 0,-1 1-1 0 0,-5 9 0 0 0,9-13-202 0 0,1 0 0 0 0,-1 0 0 0 0,1 1 0 0 0,0-1 0 0 0,0 0 0 0 0,0 1 0 0 0,1 0 0 0 0,0-1 0 0 0,0 1 0 0 0,0 0 0 0 0,0-1-1 0 0,1 1 1 0 0,0 0 0 0 0,-1 0 0 0 0,2 0 0 0 0,-1 0 0 0 0,1-1 0 0 0,0 1 0 0 0,0 0 0 0 0,0-1 0 0 0,0 1 0 0 0,1 0 0 0 0,0-1 0 0 0,3 7-1 0 0,-4-10-187 0 0,0-1-1 0 0,-1 1 0 0 0,1 0 1 0 0,0-1-1 0 0,0 1 0 0 0,0-1 0 0 0,0 1 1 0 0,0-1-1 0 0,0 0 0 0 0,0 1 0 0 0,-1-1 1 0 0,1 0-1 0 0,0 0 0 0 0,0 0 0 0 0,0 0 1 0 0,0 1-1 0 0,0-1 0 0 0,0 0 1 0 0,0-1-1 0 0,0 1 0 0 0,0 0 0 0 0,0 0 1 0 0,0 0-1 0 0,0-1 0 0 0,0 1 0 0 0,0 0 1 0 0,0-1-1 0 0,0 1 0 0 0,0-1 1 0 0,0 1-1 0 0,-1-1 0 0 0,1 1 0 0 0,0-1 1 0 0,0 0-1 0 0,-1 1 0 0 0,2-2 0 0 0,28-26-62 0 0,9-27 575 0 0,-31 41-115 0 0,2 0 1 0 0,-1 1 0 0 0,2 0-1 0 0,18-18 1 0 0,-25 28-330 0 0,0 0 0 0 0,0 0 0 0 0,1 0 1 0 0,-1 1-1 0 0,1-1 0 0 0,0 1 0 0 0,0 0 0 0 0,-1 0 0 0 0,1 1 0 0 0,1-1 0 0 0,-1 1 0 0 0,0 0 1 0 0,0 1-1 0 0,0-1 0 0 0,0 1 0 0 0,1 0 0 0 0,-1 0 0 0 0,9 2 0 0 0,-7-1 14 0 0,1 0 1 0 0,-1 1-1 0 0,0 0 0 0 0,0 0 0 0 0,0 1 1 0 0,0-1-1 0 0,0 2 0 0 0,-1-1 0 0 0,1 1 0 0 0,-1 0 1 0 0,0 0-1 0 0,0 0 0 0 0,-1 1 0 0 0,1 0 0 0 0,-1 1 1 0 0,0-1-1 0 0,0 1 0 0 0,-1 0 0 0 0,1 0 1 0 0,-2 0-1 0 0,1 0 0 0 0,0 1 0 0 0,-1 0 0 0 0,0 0 1 0 0,-1 0-1 0 0,0 0 0 0 0,0 0 0 0 0,0 0 1 0 0,0 8-1 0 0,-1-2-198 0 0,-1-7-98 0 0,0 1-1 0 0,0 0 1 0 0,1 0-1 0 0,0-1 1 0 0,1 1-1 0 0,0-1 1 0 0,0 1-1 0 0,0-1 1 0 0,5 11 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85 173 5065 0 0,'0'0'32'0'0,"0"0"-1"0"0,1 0 1 0 0,-1 0 0 0 0,0 0-1 0 0,0 1 1 0 0,0-1-1 0 0,0 0 1 0 0,1 0 0 0 0,-1 0-1 0 0,0 0 1 0 0,0 0 0 0 0,0 0-1 0 0,1 0 1 0 0,-1 0-1 0 0,0 0 1 0 0,0 0 0 0 0,1 0-1 0 0,-1 0 1 0 0,0 0-1 0 0,0 0 1 0 0,0 0 0 0 0,1 0-1 0 0,-1 0 1 0 0,0 0 0 0 0,0 0-1 0 0,0 0 1 0 0,1 0-1 0 0,-1 0 1 0 0,0 0 0 0 0,0 0-1 0 0,0 0 1 0 0,1 0-1 0 0,-1-1 1 0 0,0 1 0 0 0,0 0-1 0 0,0 0 1 0 0,0 0 0 0 0,1 0-1 0 0,-1-1 1 0 0,7-11 463 0 0,0-14-222 0 0,-7 20-382 0 0,0 0 1 0 0,0 0-1 0 0,-1 0 1 0 0,1 1 0 0 0,-2-1-1 0 0,1 0 1 0 0,0 1 0 0 0,-1-1-1 0 0,0 0 1 0 0,0 1 0 0 0,-6-9-1 0 0,7 11 70 0 0,-1 1 1 0 0,0-1-1 0 0,0 1 0 0 0,0 0 0 0 0,0 0 0 0 0,0 0 0 0 0,0 0 0 0 0,-1 0 0 0 0,1 0 0 0 0,-1 0 1 0 0,1 1-1 0 0,-1-1 0 0 0,0 1 0 0 0,0 0 0 0 0,1 0 0 0 0,-1 0 0 0 0,0 0 0 0 0,0 0 0 0 0,0 1 0 0 0,0-1 1 0 0,0 1-1 0 0,0 0 0 0 0,0 0 0 0 0,-4 0 0 0 0,6 0 81 0 0,0 0 0 0 0,0 0 1 0 0,1 1-1 0 0,-1-1 0 0 0,0 0 0 0 0,0 0 0 0 0,0 1 1 0 0,1-1-1 0 0,-1 0 0 0 0,0 1 0 0 0,0-1 0 0 0,1 1 0 0 0,-1-1 1 0 0,0 1-1 0 0,1-1 0 0 0,-1 1 0 0 0,0-1 0 0 0,1 1 1 0 0,-1 0-1 0 0,1 0 0 0 0,-1-1 0 0 0,1 1 0 0 0,-1 0 1 0 0,1 0-1 0 0,-4 26 828 0 0,14 28 385 0 0,-9-51-1146 0 0,5 18 298 0 0,14 35 1 0 0,-17-51-365 0 0,-1 1 1 0 0,1-1 0 0 0,1 0 0 0 0,-1-1-1 0 0,1 1 1 0 0,0-1 0 0 0,1 1 0 0 0,-1-1-1 0 0,1 0 1 0 0,7 5 0 0 0,-11-9-42 0 0,0 0-1 0 0,0 0 1 0 0,1 0 0 0 0,-1 0 0 0 0,1 0-1 0 0,-1 0 1 0 0,1-1 0 0 0,-1 1 0 0 0,1-1-1 0 0,-1 1 1 0 0,1-1 0 0 0,-1 1 0 0 0,1-1-1 0 0,0 0 1 0 0,-1 0 0 0 0,1 0-1 0 0,0 0 1 0 0,-1 0 0 0 0,1 0 0 0 0,-1 0-1 0 0,1 0 1 0 0,0-1 0 0 0,-1 1 0 0 0,1-1-1 0 0,-1 1 1 0 0,1-1 0 0 0,-1 1 0 0 0,1-1-1 0 0,-1 0 1 0 0,1 0 0 0 0,-1 0-1 0 0,0 0 1 0 0,1 0 0 0 0,-1 0 0 0 0,0 0-1 0 0,0 0 1 0 0,0-1 0 0 0,0 1 0 0 0,0 0-1 0 0,0-1 1 0 0,1-1 0 0 0,0-2 17 0 0,1 0 0 0 0,-1 0 1 0 0,0 0-1 0 0,-1 0 0 0 0,1 0 0 0 0,-1-1 1 0 0,0 1-1 0 0,-1 0 0 0 0,1 0 1 0 0,-1-1-1 0 0,0-8 0 0 0,-5-11 289 0 0,-12-44-1 0 0,-3-8 680 0 0,22 117 2380 0 0,-2-38-3364 0 0,-1-7-397 0 0,1 0 0 0 0,-1 0 0 0 0,0 0 0 0 0,0 0 0 0 0,-1 1 0 0 0,-2-6 0 0 0,-3-6 173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1310 4574 1840 0 0,'1'0'58'0'0,"-1"1"0"0"0,0-1 0 0 0,0 0 0 0 0,0 1 0 0 0,0-1-1 0 0,0 0 1 0 0,0 1 0 0 0,0-1 0 0 0,-1 1 0 0 0,1-1 0 0 0,0 0 0 0 0,0 1-1 0 0,0-1 1 0 0,0 0 0 0 0,0 1 0 0 0,0-1 0 0 0,-1 0 0 0 0,1 1-1 0 0,0-1 1 0 0,0 0 0 0 0,-1 0 0 0 0,1 1 0 0 0,0-1 0 0 0,0 0 0 0 0,-1 0-1 0 0,1 1 1 0 0,0-1 0 0 0,-1 0 0 0 0,1 0 0 0 0,0 0 0 0 0,-1 1-1 0 0,1-1 1 0 0,0 0 0 0 0,-1 0 0 0 0,1 0 0 0 0,0 0 0 0 0,-1 0 0 0 0,1 0-1 0 0,0 0 1 0 0,-1 0 0 0 0,1 0 0 0 0,-1 0 0 0 0,1 0 0 0 0,0 0-1 0 0,-1 0 1 0 0,1 0 0 0 0,0 0 0 0 0,-1 0 0 0 0,1 0 0 0 0,0-1 0 0 0,-1 1-1 0 0,1 0 1 0 0,0 0 0 0 0,-1 0 0 0 0,1 0 0 0 0,0-1 0 0 0,-1 1-1 0 0,1 0 1 0 0,0 0 0 0 0,0-1 0 0 0,-1 1 0 0 0,1 0 0 0 0,0-1-1 0 0,0 1 1 0 0,0 0 0 0 0,-1-1 0 0 0,1 1 0 0 0,0 0 0 0 0,0-1 0 0 0,-14-25 1604 0 0,-16-262 2888 0 0,15 110-3969 0 0,-8-33-477 0 0,-77-491 933 0 0,-119-94-775 0 0,73 299 597 0 0,106 345-291 0 0,-58-203 427 0 0,-77-135-615 0 0,143 408-368 0 0,-85-192 183 0 0,1 2 487 0 0,111 260-645 0 0,-46-110 474 0 0,44 107-442 0 0,-1 1 1 0 0,0 0-1 0 0,-1 1 1 0 0,0 0 0 0 0,-1 0-1 0 0,-13-11 1 0 0,23 23-67 0 0,-1 0-1 0 0,0 0 1 0 0,0 0 0 0 0,0 0-1 0 0,0 0 1 0 0,0 0 0 0 0,0 0-1 0 0,-1 0 1 0 0,1 0 0 0 0,0 1-1 0 0,0-1 1 0 0,-1 0 0 0 0,1 1-1 0 0,0-1 1 0 0,-1 1 0 0 0,1 0 0 0 0,0-1-1 0 0,-1 1 1 0 0,1 0 0 0 0,0 0-1 0 0,-1 0 1 0 0,1 0 0 0 0,-1 0-1 0 0,1 0 1 0 0,-2 1 0 0 0,2 0-89 0 0,0 0-1 0 0,1 0 1 0 0,-1 0 0 0 0,1 0 0 0 0,-1 0 0 0 0,1 0 0 0 0,-1 1 0 0 0,1-1 0 0 0,0 0 0 0 0,0 0 0 0 0,0 0 0 0 0,-1 1 0 0 0,1-1 0 0 0,0 0 0 0 0,1 0-1 0 0,-1 0 1 0 0,0 1 0 0 0,0-1 0 0 0,0 0 0 0 0,1 0 0 0 0,-1 0 0 0 0,0 1 0 0 0,1-1 0 0 0,-1 0 0 0 0,1 0 0 0 0,0 0 0 0 0,-1 0 0 0 0,1 0 0 0 0,1 1-1 0 0,22 43-4854 0 0,-15-33 633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6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85 139 2072 0 0,'-8'-33'686'0'0,"2"12"802"0"0,-13-36 1 0 0,19 57-1457 0 0,0 0 0 0 0,0 0 0 0 0,0-1 0 0 0,0 1 0 0 0,0 0 0 0 0,0 0 0 0 0,0 0 0 0 0,0 0-1 0 0,0 0 1 0 0,0-1 0 0 0,0 1 0 0 0,0 0 0 0 0,0 0 0 0 0,0 0 0 0 0,0 0 0 0 0,0 0 0 0 0,0 0 0 0 0,-1-1 0 0 0,1 1 0 0 0,0 0 0 0 0,0 0 0 0 0,0 0 0 0 0,0 0 0 0 0,0 0 0 0 0,0 0 0 0 0,-1 0 0 0 0,1 0 0 0 0,0 0 0 0 0,0-1 0 0 0,0 1 0 0 0,0 0 0 0 0,0 0 0 0 0,-1 0 0 0 0,1 0 0 0 0,0 0 0 0 0,0 0 0 0 0,0 0 0 0 0,0 0 0 0 0,0 0 0 0 0,-1 0 0 0 0,1 0 0 0 0,0 0 0 0 0,0 0 0 0 0,0 0 0 0 0,0 1 0 0 0,0-1 0 0 0,-1 0 0 0 0,1 0 0 0 0,0 0 0 0 0,0 0 0 0 0,0 0 0 0 0,0 0 0 0 0,-6 11 935 0 0,0 14 78 0 0,-12 172-98 0 0,1-10-358 0 0,22-242-634 0 0,-3-81 1 0 0,-3 80 36 0 0,10-90 1 0 0,-9 143 84 0 0,1 0-1 0 0,-1 0 0 0 0,1 0 0 0 0,-1 1 1 0 0,1-1-1 0 0,0 0 0 0 0,0 0 0 0 0,0 1 1 0 0,0-1-1 0 0,1 1 0 0 0,-1-1 0 0 0,1 1 0 0 0,-1-1 1 0 0,1 1-1 0 0,0 0 0 0 0,2-2 0 0 0,-2 3 64 0 0,0 0 0 0 0,0 0 0 0 0,0 1 0 0 0,0-1 0 0 0,0 1 0 0 0,0-1 0 0 0,0 1 0 0 0,0 0 0 0 0,0 0 0 0 0,0 0 0 0 0,0 0 0 0 0,0 0 0 0 0,0 0 0 0 0,0 1 0 0 0,0-1 0 0 0,0 1 0 0 0,0-1 0 0 0,-1 1 0 0 0,1 0 0 0 0,0 0 0 0 0,0 0 0 0 0,3 2 0 0 0,4 2 300 0 0,-1 1-1 0 0,1 0 1 0 0,-1 1 0 0 0,-1 0 0 0 0,1 0 0 0 0,-1 1-1 0 0,-1 0 1 0 0,1 0 0 0 0,8 16 0 0 0,20 23-809 0 0,-30-42-453 0 0,0 0 0 0 0,0 0 0 0 0,0 0 0 0 0,1-1 0 0 0,12 8 0 0 0,2-3-5399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34 539 5985 0 0,'-16'-32'1651'0'0,"13"29"-1409"0"0,1 0 1 0 0,0-1 0 0 0,0 1 0 0 0,0-1 0 0 0,1 1-1 0 0,-1-1 1 0 0,1 1 0 0 0,-1-6 0 0 0,2 9-222 0 0,0-1-1 0 0,0 1 1 0 0,0 0 0 0 0,0 0 0 0 0,0 0 0 0 0,0 0 0 0 0,0 0-1 0 0,0-1 1 0 0,0 1 0 0 0,0 0 0 0 0,0 0 0 0 0,0 0 0 0 0,0 0-1 0 0,0 0 1 0 0,0-1 0 0 0,0 1 0 0 0,0 0 0 0 0,0 0 0 0 0,0 0-1 0 0,0 0 1 0 0,0 0 0 0 0,0-1 0 0 0,0 1 0 0 0,0 0 0 0 0,1 0-1 0 0,-1 0 1 0 0,0 0 0 0 0,0 0 0 0 0,0 0 0 0 0,0 0 0 0 0,0 0-1 0 0,0-1 1 0 0,1 1 0 0 0,-1 0 0 0 0,0 0 0 0 0,0 0 0 0 0,0 0-1 0 0,0 0 1 0 0,0 0 0 0 0,1 0 0 0 0,-1 0 0 0 0,0 0 0 0 0,0 0-1 0 0,0 0 1 0 0,0 0 0 0 0,0 0 0 0 0,1 0 0 0 0,-1 0 0 0 0,12 4 560 0 0,8 9-1 0 0,0 6-22 0 0,-13-12-395 0 0,0 0 0 0 0,1-1 1 0 0,0 1-1 0 0,0-1 0 0 0,0-1 0 0 0,0 0 0 0 0,1 0 0 0 0,9 4 1 0 0,-7-5-88 0 0,0 2-1 0 0,0 0 1 0 0,-1 0 0 0 0,0 1 0 0 0,0 0 0 0 0,9 9 0 0 0,-12-9-68 0 0,0-1 0 0 0,0-1 0 0 0,0 1 0 0 0,1-1 0 0 0,-1 0 0 0 0,1-1 0 0 0,1 0 0 0 0,-1 0 0 0 0,0 0 0 0 0,1-1 0 0 0,0-1-1 0 0,9 2 1 0 0,-17-4 6 0 0,0 0-1 0 0,0 0 0 0 0,0 0 0 0 0,0 0 0 0 0,0 0 0 0 0,0 0 0 0 0,1-1 0 0 0,-1 1 0 0 0,0 0 0 0 0,0-1 0 0 0,0 1 1 0 0,0-1-1 0 0,0 1 0 0 0,0-1 0 0 0,0 0 0 0 0,-1 1 0 0 0,1-1 0 0 0,0 0 0 0 0,0 1 0 0 0,0-1 0 0 0,-1 0 1 0 0,1 0-1 0 0,0 0 0 0 0,-1 0 0 0 0,1 0 0 0 0,-1 0 0 0 0,1 0 0 0 0,-1 0 0 0 0,1 0 0 0 0,-1 0 0 0 0,0 0 0 0 0,1 0 1 0 0,-1 0-1 0 0,0 0 0 0 0,0 0 0 0 0,0-2 0 0 0,1-5 177 0 0,-1 0 0 0 0,0 0-1 0 0,-2-16 1 0 0,1 16-117 0 0,-10-76 1388 0 0,-3 0 0 0 0,-45-146 0 0 0,41 181-1484 0 0,12 35-275 0 0,1 0-1 0 0,0 0 1 0 0,1 0-1 0 0,0-1 1 0 0,1 0-1 0 0,1 0 1 0 0,-1-24-1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10594 0 0,'5'-6'4097'0'0,"-4"6"-3986"0"0,13 3 1806 0 0,11 10-1379 0 0,-14-4-451 0 0,-1 1 0 0 0,0 1 0 0 0,12 17-1 0 0,-16-20-298 0 0,0 0 0 0 0,0 0 0 0 0,1-1 0 0 0,0 1 0 0 0,1-2 0 0 0,-1 1 0 0 0,1-1-1 0 0,13 8 1 0 0,-12-10-1513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9218 0 0,'-1'4'366'0'0,"0"0"0"0"0,0 0 0 0 0,0 0 0 0 0,-1 0 0 0 0,1-1 0 0 0,-1 1 0 0 0,0 0 0 0 0,-3 4 0 0 0,-9 22 562 0 0,13-25-1068 0 0,0 0-1 0 0,1 0 1 0 0,0 0 0 0 0,0 1-1 0 0,0-1 1 0 0,1 0 0 0 0,0 0-1 0 0,0 0 1 0 0,0 0 0 0 0,0 0-1 0 0,1 0 1 0 0,0 0 0 0 0,0 0-1 0 0,3 4 1 0 0,4 14-287 0 0,-2-5 401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0 215 920 0 0,'1'-2'162'0'0,"0"0"1"0"0,0 1-1 0 0,0-1 0 0 0,0 0 0 0 0,0 0 1 0 0,0 0-1 0 0,0 1 0 0 0,1-1 0 0 0,-1 1 0 0 0,1-1 1 0 0,-1 1-1 0 0,1-1 0 0 0,0 1 0 0 0,0 0 1 0 0,-1 0-1 0 0,1 0 0 0 0,0 0 0 0 0,0 0 0 0 0,0 0 1 0 0,0 1-1 0 0,0-1 0 0 0,0 1 0 0 0,0-1 1 0 0,0 1-1 0 0,1 0 0 0 0,-1-1 0 0 0,0 1 0 0 0,0 0 1 0 0,0 1-1 0 0,0-1 0 0 0,0 0 0 0 0,0 1 1 0 0,0-1-1 0 0,0 1 0 0 0,0-1 0 0 0,0 1 0 0 0,0 0 1 0 0,0 0-1 0 0,0 0 0 0 0,3 2 0 0 0,1 1 86 0 0,0 0 0 0 0,0 0 0 0 0,0 1 0 0 0,-1 0 0 0 0,1 0 0 0 0,-1 1 0 0 0,0-1-1 0 0,-1 1 1 0 0,1 0 0 0 0,5 10 0 0 0,-6-5-14 0 0,-3-8-206 0 0,-1 0 0 0 0,1 0 0 0 0,0-1 0 0 0,0 1 0 0 0,0-1-1 0 0,0 1 1 0 0,1-1 0 0 0,-1 1 0 0 0,1-1 0 0 0,0 0 0 0 0,-1 0 0 0 0,1 0-1 0 0,4 4 1 0 0,-5-7-27 0 0,-1 0 0 0 0,1 0 0 0 0,0 0 0 0 0,0 0 0 0 0,-1 0 0 0 0,1 0 0 0 0,-1 1-1 0 0,1-1 1 0 0,-1-1 0 0 0,1 1 0 0 0,-1 0 0 0 0,0 0 0 0 0,1 0 0 0 0,-1 0 0 0 0,0 0 0 0 0,0 0-1 0 0,0 0 1 0 0,0-2 0 0 0,3-22-34 0 0,-3-38 149 0 0,-1 35 90 0 0,4-40 0 0 0,-2 59-170 0 0,0 1 0 0 0,1 0 0 0 0,0 0 0 0 0,1 0 0 0 0,-1 0-1 0 0,1 0 1 0 0,1 0 0 0 0,0 1 0 0 0,5-9 0 0 0,-8 15 5 0 0,-1 0 0 0 0,1 0-1 0 0,0 0 1 0 0,-1 0 0 0 0,1 0-1 0 0,0 0 1 0 0,0 1 0 0 0,0-1 0 0 0,-1 0-1 0 0,1 0 1 0 0,0 1 0 0 0,0-1-1 0 0,0 1 1 0 0,0-1 0 0 0,0 1-1 0 0,0-1 1 0 0,0 1 0 0 0,0 0 0 0 0,0-1-1 0 0,0 1 1 0 0,1 0 0 0 0,-1 0-1 0 0,0 0 1 0 0,0 0 0 0 0,1 0-1 0 0,0 1 45 0 0,0-1-1 0 0,0 1 0 0 0,0 0 0 0 0,0 0 0 0 0,0 0 0 0 0,0 0 0 0 0,0 0 0 0 0,-1 0 0 0 0,1 0 1 0 0,-1 1-1 0 0,1-1 0 0 0,2 3 0 0 0,5 8-450 0 0,-1 0 0 0 0,1 0 0 0 0,7 17 0 0 0,-8-16-1959 0 0,5 10-2038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8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9218 0 0,'6'0'1112'0'0,"0"-1"0"0"0,-1 0 1 0 0,1 0-1 0 0,0 0 0 0 0,7-3 0 0 0,54-27 592 0 0,-7 3-1695 0 0,-41 21-208 0 0,0-1 0 0 0,34-22 0 0 0,2-8-3366 0 0,-41 27-1435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77 3681 0 0,'-10'-6'2684'0'0,"9"6"-2534"0"0,1 1 0 0 0,0-1 0 0 0,0 0 0 0 0,-1 1 0 0 0,1-1 0 0 0,0 1 0 0 0,0-1 0 0 0,0 0 0 0 0,0 1 0 0 0,0-1 0 0 0,0 1 0 0 0,0-1 0 0 0,0 1 0 0 0,0-1-1 0 0,0 0 1 0 0,0 1 0 0 0,0-1 0 0 0,0 1 0 0 0,0-1 0 0 0,0 1 0 0 0,0-1 0 0 0,0 0 0 0 0,0 1 0 0 0,1 0 0 0 0,0 12 20 0 0,0 1 0 0 0,2 0 0 0 0,-1-1 0 0 0,2 1 0 0 0,0-1 0 0 0,1 0 0 0 0,0 0 0 0 0,0-1 0 0 0,2 1 0 0 0,-1-1 0 0 0,2-1 0 0 0,-1 1 0 0 0,2-1 0 0 0,-1-1 0 0 0,2 1 0 0 0,12 10 0 0 0,-5-5-69 0 0,-1-2-1 0 0,2-1 1 0 0,0 0 0 0 0,1-1-1 0 0,0-1 1 0 0,0 0 0 0 0,1-2 0 0 0,1 0-1 0 0,36 9 1 0 0,-53-16-82 0 0,1-1-1 0 0,-1 0 1 0 0,1-1-1 0 0,0 1 1 0 0,-1-1 0 0 0,1 0-1 0 0,0 0 1 0 0,0 0 0 0 0,-1 0-1 0 0,1-1 1 0 0,0 0-1 0 0,-1 0 1 0 0,1 0 0 0 0,-1-1-1 0 0,1 0 1 0 0,-1 1 0 0 0,6-5-1 0 0,-7 3 46 0 0,1 0 0 0 0,-1 0 0 0 0,1 0 0 0 0,-1-1 0 0 0,0 0 1 0 0,0 0-1 0 0,0 1 0 0 0,-1-2 0 0 0,0 1 0 0 0,0 0 0 0 0,0 0 0 0 0,0-1 0 0 0,0 1 0 0 0,-1-1 0 0 0,0 0 0 0 0,2-8 0 0 0,-2-3 238 0 0,1-1 0 0 0,-2 1 0 0 0,0-1 0 0 0,-1 1 0 0 0,0 0 1 0 0,-2-1-1 0 0,0 1 0 0 0,0 0 0 0 0,-2 1 0 0 0,0-1 0 0 0,-1 1 0 0 0,-13-26 0 0 0,15 33-157 0 0,-2 0 0 0 0,1-1 0 0 0,-1 2-1 0 0,0-1 1 0 0,-1 1 0 0 0,0 0 0 0 0,0 0 0 0 0,0 0 0 0 0,-16-9 0 0 0,16 12-94 0 0,1 1 0 0 0,-1 0 0 0 0,1 0 0 0 0,-1 1 0 0 0,0 0 0 0 0,0 0 0 0 0,-1 0 0 0 0,1 1 0 0 0,0 0 0 0 0,0 1 0 0 0,-1-1 0 0 0,1 1 1 0 0,0 1-1 0 0,-11 1 0 0 0,2 1-244 0 0,0 1 0 0 0,0 0 0 0 0,0 1 0 0 0,1 1 0 0 0,-23 12 0 0 0,29-13-529 0 0,-1 0 0 0 0,2 1 0 0 0,-1 1 0 0 0,1-1 0 0 0,-13 14 0 0 0,4 2-5283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1150 3681 0 0,'-5'4'337'0'0,"1"-1"0"0"0,-1 1 1 0 0,0-1-1 0 0,0-1 0 0 0,0 1 1 0 0,-1-1-1 0 0,1 0 0 0 0,-7 2 0 0 0,-14 6 443 0 0,4 2 813 0 0,0 0 0 0 0,-36 28 0 0 0,78-44 1749 0 0,15-9-2933 0 0,41-20 432 0 0,357-174 1087 0 0,-126 51-1284 0 0,-18 5-510 0 0,33-16-84 0 0,-222 122-62 0 0,662-269 897 0 0,-693 290-848 0 0,191-61 190 0 0,-201 69-401 0 0,-1 3 1 0 0,94-8-1 0 0,-125 19-824 0 0,-1 2-311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0,'3'0'638'0'0,"0"0"0"0"0,0 1 0 0 0,0-1 1 0 0,0 1-1 0 0,0 0 0 0 0,0 0 0 0 0,0 0 0 0 0,-1 0 1 0 0,4 2-1 0 0,28 22 1282 0 0,-23-15-1708 0 0,-1 0 1 0 0,-1 0 0 0 0,15 22-1 0 0,124 210 1682 0 0,-51-80-4360 0 0,-92-154 487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7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56 2761 0 0,'-13'-5'142'0'0,"6"0"2364"0"0,19-5-704 0 0,-4 6-1421 0 0,0-1-1 0 0,0 1 1 0 0,0 0 0 0 0,0 0 0 0 0,1 1-1 0 0,-1 0 1 0 0,1 1 0 0 0,0 0 0 0 0,0 0 0 0 0,0 1-1 0 0,10-1 1 0 0,-15 3-331 0 0,0-1-1 0 0,-1 0 1 0 0,1 1 0 0 0,0 0-1 0 0,0 0 1 0 0,0 0-1 0 0,-1 0 1 0 0,1 1 0 0 0,0-1-1 0 0,-1 1 1 0 0,0 0-1 0 0,1 0 1 0 0,-1 0 0 0 0,0 0-1 0 0,0 1 1 0 0,0 0-1 0 0,0-1 1 0 0,0 1 0 0 0,-1 0-1 0 0,1 0 1 0 0,-1 0 0 0 0,0 1-1 0 0,0-1 1 0 0,0 0-1 0 0,0 1 1 0 0,-1 0 0 0 0,0-1-1 0 0,2 5 1 0 0,4 18-97 0 0,-1 0-1 0 0,-2 0 1 0 0,0 1 0 0 0,-2 0 0 0 0,-1 28 0 0 0,0-18-124 0 0,9 61 1 0 0,-10-95 166 0 0,1 0 1 0 0,-1 0 0 0 0,1 0 0 0 0,0 0 0 0 0,0 0-1 0 0,0 0 1 0 0,0 0 0 0 0,3 4 0 0 0,-3-7 2 0 0,-1 1 0 0 0,1-1 0 0 0,0 1 0 0 0,-1-1 0 0 0,1 0 0 0 0,0 1 1 0 0,-1-1-1 0 0,1 0 0 0 0,0 0 0 0 0,0 1 0 0 0,-1-1 0 0 0,1 0 0 0 0,0 0 0 0 0,0 0 0 0 0,0 0 0 0 0,-1 0 1 0 0,1 0-1 0 0,0 0 0 0 0,0 0 0 0 0,-1 0 0 0 0,1-1 0 0 0,0 1 0 0 0,0 0 0 0 0,-1 0 0 0 0,1-1 0 0 0,0 1 1 0 0,-1 0-1 0 0,1-1 0 0 0,0 1 0 0 0,-1-1 0 0 0,1 1 0 0 0,-1-1 0 0 0,1 1 0 0 0,0-1 0 0 0,-1 1 0 0 0,1-1 0 0 0,-1 1 1 0 0,1-2-1 0 0,34-23 48 0 0,-28 21 24 0 0,-1 0 0 0 0,1-1 0 0 0,-1 0 0 0 0,0 0 0 0 0,0-1 0 0 0,9-10 0 0 0,-13 13-58 0 0,1-1 0 0 0,0 1 0 0 0,0 1 1 0 0,0-1-1 0 0,0 0 0 0 0,0 1 0 0 0,1-1 1 0 0,-1 1-1 0 0,1 0 0 0 0,6-2 0 0 0,12-5-3656 0 0,-8 4-469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6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68 157 7834 0 0,'9'20'779'0'0,"1"-1"-1"0"0,1-1 1 0 0,17 24 0 0 0,7 9 356 0 0,24 36 558 0 0,-39-61-1459 0 0,-1 1 0 0 0,-2 1 0 0 0,-1 0 0 0 0,17 40 0 0 0,-27-48-514 0 0</inkml:trace>
  <inkml:trace contextRef="#ctx0" brushRef="#br0" timeOffset="1">6 0 9674 0 0,'-4'5'2993'0'0,"3"-3"-2297"0"0,2 2-376 0 0,2 1-80 0 0,4 0-16 0 0,0-1 0 0 0,2 3-224 0 0,0-1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3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0 3225 0 0,'-2'15'-140'0'0,"1"-1"1"0"0,0 1-1 0 0,1-1 1 0 0,1 1-1 0 0,0-1 1 0 0,6 28-1 0 0,-1-11 419 0 0,-3-12-213 0 0,1-2-1 0 0,7 19 0 0 0,2 7 858 0 0,-13-42-793 0 0,1-1 0 0 0,-1 1 0 0 0,0 0 0 0 0,0-1 0 0 0,0 1 0 0 0,0-1 0 0 0,1 1-1 0 0,-1-1 1 0 0,0 1 0 0 0,0 0 0 0 0,0-1 0 0 0,0 1 0 0 0,0-1 0 0 0,-1 1 0 0 0,1 0 0 0 0,0-1 0 0 0,0 1 0 0 0,0-1-1 0 0,0 1 1 0 0,-1-1 0 0 0,1 1 0 0 0,0-1 0 0 0,0 1 0 0 0,-1-1 0 0 0,1 1 0 0 0,0-1 0 0 0,-1 1 0 0 0,1-1 0 0 0,-1 1 0 0 0,1-1-1 0 0,-1 0 1 0 0,1 1 0 0 0,-1-1 0 0 0,1 0 0 0 0,-1 1 0 0 0,1-1 0 0 0,-1 0 0 0 0,0 1 0 0 0,-26-1 4549 0 0,-1 2-2156 0 0,27-1-2554 0 0,0-1-1 0 0,0 0 0 0 0,1 1 0 0 0,-1-1 0 0 0,0 0 0 0 0,0 0 0 0 0,0 0 0 0 0,0 0 0 0 0,0 1 0 0 0,0-1 1 0 0,0 0-1 0 0,0-1 0 0 0,0 1 0 0 0,0 0 0 0 0,0 0 0 0 0,0 0 0 0 0,0 0 0 0 0,0-1 0 0 0,1 1 0 0 0,-1-1 1 0 0,0 1-1 0 0,0 0 0 0 0,0-1 0 0 0,0 1 0 0 0,1-1 0 0 0,-1 0 0 0 0,0 1 0 0 0,0-1 0 0 0,1 0 0 0 0,-1 1 1 0 0,1-1-1 0 0,-1 0 0 0 0,1 0 0 0 0,-1 0 0 0 0,1 1 0 0 0,-1-3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475 5393 8754 0 0,'-8'12'447'0'0,"-1"-1"0"0"0,0 0 0 0 0,0 0 1 0 0,-1-1-1 0 0,-1 0 0 0 0,0-1 0 0 0,0 0 1 0 0,-21 12-1 0 0,30-20-342 0 0,-1-1 0 0 0,0 1-1 0 0,0-1 1 0 0,0 1 0 0 0,0-1 0 0 0,1 0 0 0 0,-1 0 0 0 0,0-1 0 0 0,0 1 0 0 0,0 0 0 0 0,1-1 0 0 0,-1 0 0 0 0,0 0 0 0 0,0 1 0 0 0,1-2-1 0 0,-1 1 1 0 0,1 0 0 0 0,-1 0 0 0 0,1-1 0 0 0,-1 0 0 0 0,1 1 0 0 0,0-1 0 0 0,0 0 0 0 0,0 0 0 0 0,0 0 0 0 0,0 0 0 0 0,-2-3-1 0 0,-5-7 104 0 0,0 0 0 0 0,0 0 0 0 0,-12-24 0 0 0,-2-15 16 0 0,3 0 0 0 0,-25-96 0 0 0,24 77-192 0 0,-24-104-66 0 0,-27-214 1 0 0,61 302 25 0 0,4 1 1 0 0,8-146-1 0 0,9 108-5 0 0,33-154 1 0 0,174-500-17 0 0,-215 770 29 0 0,285-727-11 0 0,-183 505-20 0 0,195-395-63 0 0,-11 162-189 0 0,-211 345 206 0 0,-17 29-76 0 0,4 3 0 0 0,3 3 0 0 0,134-126 1 0 0,-151 161-127 0 0,-4 2 348 0 0,2 3 0 0 0,81-56 0 0 0,-114 88-401 0 0,0 2-1 0 0,0-1 0 0 0,0 2 1 0 0,1 0-1 0 0,0 1 1 0 0,1 0-1 0 0,0 1 0 0 0,-1 1 1 0 0,1 1-1 0 0,1 1 0 0 0,-1 0 1 0 0,0 1-1 0 0,0 0 0 0 0,22 4 1 0 0,-26-1-2526 0 0,-1 1-647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4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0 6033 0 0,'-113'32'-77'0'0,"167"-31"1911"0"0,-1 2-1216 0 0,0 2 0 0 0,0 2 0 0 0,-1 2 1 0 0,0 3-1 0 0,-1 1 0 0 0,69 29 0 0 0,-114-40-595 0 0,0 1 0 0 0,0 0 0 0 0,-1-1 0 0 0,1 2 0 0 0,-1-1 1 0 0,1 1-1 0 0,-1 0 0 0 0,0 0 0 0 0,0 0 0 0 0,-1 1 0 0 0,1-1 0 0 0,3 7 0 0 0,-5-6-94 0 0,-1 0-1 0 0,1 0 1 0 0,-1 0 0 0 0,0 0 0 0 0,-1 0 0 0 0,1 1 0 0 0,-1-1-1 0 0,0 1 1 0 0,-1-1 0 0 0,1 1 0 0 0,-1-1 0 0 0,0 1-1 0 0,0-1 1 0 0,-2 10 0 0 0,-5 25-3996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5.9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282 4903 3681 0 0,'3'6'474'0'0,"0"0"0"0"0,0 0 1 0 0,-1 0-1 0 0,1 0 0 0 0,-2 0 1 0 0,1 0-1 0 0,-1 0 0 0 0,2 12 1 0 0,-4-17-390 0 0,1 0 1 0 0,0-1 0 0 0,-1 1-1 0 0,1 0 1 0 0,-1-1 0 0 0,1 1-1 0 0,-1-1 1 0 0,0 1-1 0 0,1-1 1 0 0,-1 1 0 0 0,1-1-1 0 0,-1 1 1 0 0,0-1 0 0 0,1 0-1 0 0,-1 1 1 0 0,0-1 0 0 0,0 0-1 0 0,1 1 1 0 0,-1-1-1 0 0,0 0 1 0 0,0 0 0 0 0,1 0-1 0 0,-1 0 1 0 0,0 0 0 0 0,0 0-1 0 0,1 0 1 0 0,-1 0 0 0 0,0 0-1 0 0,0 0 1 0 0,0 0-1 0 0,1 0 1 0 0,-1 0 0 0 0,0-1-1 0 0,-1 0 1 0 0,-25-10 1678 0 0,17-1-1577 0 0,1 0 0 0 0,0 0 0 0 0,1-1 0 0 0,1 0 0 0 0,0-1 1 0 0,1 0-1 0 0,-8-23 0 0 0,8 21-136 0 0,-26-66-57 0 0,3-1 0 0 0,4-1 0 0 0,4-1 1 0 0,-17-144-1 0 0,8-980-157 0 0,52 697 184 0 0,39 6 51 0 0,68-93 592 0 0,28 7-175 0 0,-24 27-403 0 0,-122 508-39 0 0,-4 25 84 0 0,-1 0 0 0 0,-1-1-1 0 0,-2 1 1 0 0,-2-38-1 0 0,-1 70-136 0 0,0-1-34 0 0,0 0 0 0 0,1 0 0 0 0,-1 0 0 0 0,0 1 0 0 0,0-1 0 0 0,0 0 0 0 0,-1 0 0 0 0,1 1 0 0 0,0-1 0 0 0,0 0 1 0 0,0 0-1 0 0,0 1 0 0 0,-1-1 0 0 0,1 0 0 0 0,0 1 0 0 0,-1-1 0 0 0,1 0 0 0 0,-1 1 0 0 0,1-1 0 0 0,-1 0 0 0 0,1 1 0 0 0,-1-1 1 0 0,1 1-1 0 0,-1-1 0 0 0,1 1 0 0 0,-1-1 0 0 0,0 1 0 0 0,1-1 0 0 0,-2 0 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6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111 203 2761 0 0,'-11'-17'139'0'0,"4"6"2930"0"0,6 12-2961 0 0,1-1 0 0 0,-1 0 0 0 0,0 1 0 0 0,1-1 0 0 0,-1 0 0 0 0,1 1 0 0 0,-1-1 0 0 0,0 1 0 0 0,1-1 0 0 0,-1 1 0 0 0,1-1 0 0 0,-1 1 0 0 0,1-1 0 0 0,0 1 0 0 0,-1-1 0 0 0,1 1 0 0 0,0 0 0 0 0,-1-1 0 0 0,1 1 0 0 0,0 0 0 0 0,0-1-1 0 0,-1 2 1 0 0,-19 40 347 0 0,2 2 0 0 0,2 0 0 0 0,-11 51 0 0 0,71-170-445 0 0,-14 18-18 0 0,13-25 164 0 0,64-93 0 0 0,-106 173-138 0 0,0 1 0 0 0,0-1 0 0 0,0 0 0 0 0,1 1 0 0 0,-1-1 0 0 0,0 0-1 0 0,1 1 1 0 0,-1 0 0 0 0,1-1 0 0 0,0 1 0 0 0,-1 0 0 0 0,1 0 0 0 0,0 0-1 0 0,0 0 1 0 0,0 0 0 0 0,2-1 0 0 0,-3 3 15 0 0,0-1 0 0 0,1 1-1 0 0,-1-1 1 0 0,0 1 0 0 0,0 0 0 0 0,0-1-1 0 0,0 1 1 0 0,0 0 0 0 0,0 0 0 0 0,0 0-1 0 0,0 0 1 0 0,0 0 0 0 0,0 0 0 0 0,-1 0-1 0 0,1 0 1 0 0,0 0 0 0 0,-1 0 0 0 0,1 0-1 0 0,-1 1 1 0 0,1-1 0 0 0,-1 0 0 0 0,1 0 0 0 0,-1 1-1 0 0,0-1 1 0 0,0 0 0 0 0,0 3 0 0 0,18 63 1320 0 0,-11-37-1096 0 0,0-1-1 0 0,2 0 1 0 0,1-1-1 0 0,2 0 1 0 0,23 43-1 0 0,-23-54-376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3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21 265 2761 0 0,'-10'-16'2269'0'0,"10"16"-2184"0"0,-1 0 0 0 0,1 0 0 0 0,0 0 0 0 0,0 0 0 0 0,-1 0 0 0 0,1 0 0 0 0,-3 2 1190 0 0,3-1-1190 0 0,0-1 0 0 0,0 0 0 0 0,0 0 0 0 0,0 0 0 0 0,-1 1 0 0 0,1-1 0 0 0,0 0 0 0 0,0 0 0 0 0,0 1 0 0 0,0-1 0 0 0,0 0 0 0 0,0 0 0 0 0,0 1 0 0 0,0-1 0 0 0,0 0 0 0 0,-4 39 2668 0 0,4-37-2950 0 0,-1 23 354 0 0,1-1 0 0 0,1 1 1 0 0,2 0-1 0 0,0 0 0 0 0,2-1 0 0 0,12 42 1 0 0,-13-56-163 0 0,0 0 0 0 0,1-1 0 0 0,-1 0 0 0 0,2 0 0 0 0,-1 0 0 0 0,1 0 0 0 0,1-1 0 0 0,8 9 0 0 0,-9-12-5 0 0,-1 0 0 0 0,1-1 0 0 0,0 0 0 0 0,0 0 0 0 0,0 0 0 0 0,0-1 1 0 0,1 0-1 0 0,-1 0 0 0 0,1-1 0 0 0,0 1 0 0 0,0-2 0 0 0,0 1 0 0 0,8 0 0 0 0,-8-1-11 0 0,0-1 0 0 0,1 0 0 0 0,-1-1 0 0 0,0 1 0 0 0,1-2 0 0 0,-1 1-1 0 0,0-1 1 0 0,0 0 0 0 0,0 0 0 0 0,0-1 0 0 0,-1 0 0 0 0,1 0 0 0 0,-1 0 0 0 0,1-1 0 0 0,-1 0-1 0 0,0-1 1 0 0,-1 1 0 0 0,1-1 0 0 0,-1 0 0 0 0,0 0 0 0 0,0-1 0 0 0,8-12 0 0 0,-6 8 32 0 0,0-1 1 0 0,0 0-1 0 0,-2-1 1 0 0,1 0-1 0 0,-1 0 1 0 0,-1 0-1 0 0,0 0 1 0 0,-1 0-1 0 0,0-1 1 0 0,-1 0-1 0 0,0 0 1 0 0,-1-16-1 0 0,-2 6 185 0 0,-1 0-1 0 0,-2 1 1 0 0,0-1-1 0 0,-1 1 1 0 0,-1 0 0 0 0,-1 0-1 0 0,-1 1 1 0 0,-1 0-1 0 0,-1 1 1 0 0,-1-1 0 0 0,0 2-1 0 0,-2 0 1 0 0,0 0-1 0 0,-29-30 1 0 0,34 42-171 0 0,0 0 0 0 0,0 1 0 0 0,-1 0 0 0 0,-11-6 0 0 0,16 10-69 0 0,1 0 0 0 0,-1 1 0 0 0,1 0 0 0 0,-1-1 0 0 0,1 1 0 0 0,-1 0 0 0 0,0 1 0 0 0,1-1 0 0 0,-1 1 0 0 0,0 0 0 0 0,1-1 0 0 0,-1 2 0 0 0,0-1 0 0 0,0 0 0 0 0,-4 2 0 0 0,3 0-1159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14 148 4145 0 0,'-13'13'748'0'0,"13"-13"-721"0"0,0 0 1 0 0,0 0 0 0 0,0 0-1 0 0,0 0 1 0 0,0 0-1 0 0,0 0 1 0 0,0 0 0 0 0,0 0-1 0 0,0 0 1 0 0,0 0 0 0 0,0 1-1 0 0,0-1 1 0 0,0 0 0 0 0,0 0-1 0 0,0 0 1 0 0,0 0 0 0 0,0 0-1 0 0,0 0 1 0 0,0 0 0 0 0,0 0-1 0 0,0 1 416 0 0,1-1-416 0 0,-1 0 1 0 0,0 0 0 0 0,0 0-1 0 0,0 0 1 0 0,0 1 0 0 0,0-1-1 0 0,0 0 1 0 0,0 0 0 0 0,0 0-1 0 0,0 0 1 0 0,0 0-1 0 0,0 0 1 0 0,0 0 0 0 0,1 0-1 0 0,-1 0 1 0 0,0 0 0 0 0,0 0-1 0 0,0 0 1 0 0,0 0 0 0 0,0 0-1 0 0,0 0 1 0 0,0-1 0 0 0,0 1-1 0 0,0 0 1 0 0,0 0 0 0 0,1 0-1 0 0,26-9 3575 0 0,-17 6-3616 0 0,128-53 3839 0 0,-80 31-3305 0 0,0 2 1 0 0,82-20 0 0 0,-136 42-880 0 0,1 0 0 0 0,-1 0 0 0 0,1 1 1 0 0,0 0-1 0 0,-1-1 0 0 0,1 1 0 0 0,4 1 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93 7370 0 0,'-8'-26'3469'0'0,"10"21"-1199"0"0,7 16-1289 0 0,53 102 779 0 0,-44-74-1555 0 0,3-1-1 0 0,41 57 1 0 0,-56-86-201 0 0,1 0 0 0 0,1-1 0 0 0,0 0 0 0 0,0 0 0 0 0,0-1 0 0 0,1 0 0 0 0,0-1 0 0 0,0 1 0 0 0,1-2 0 0 0,0 1 0 0 0,0-2 0 0 0,0 1 0 0 0,1-1 0 0 0,20 4 0 0 0,-29-7-7 0 0,1 0 1 0 0,-1-1 0 0 0,1 1 0 0 0,-1-1 0 0 0,1 0 0 0 0,-1 0 0 0 0,0 0 0 0 0,1 0 0 0 0,-1 0-1 0 0,1-1 1 0 0,-1 1 0 0 0,1-1 0 0 0,-1 1 0 0 0,0-1 0 0 0,0 0 0 0 0,4-2 0 0 0,-5 2 27 0 0,0 0 0 0 0,0 0 0 0 0,0-1 1 0 0,0 1-1 0 0,0-1 0 0 0,0 1 0 0 0,-1-1 0 0 0,1 1 1 0 0,0-1-1 0 0,-1 0 0 0 0,1 1 0 0 0,-1-1 0 0 0,0 0 1 0 0,1 1-1 0 0,-1-1 0 0 0,0 0 0 0 0,0 0 1 0 0,0 1-1 0 0,0-1 0 0 0,-1 0 0 0 0,1 1 0 0 0,-1-4 1 0 0,-30-140 2417 0 0,-1-1-2597 0 0,29 121-1838 0 0,0 0-1 0 0,2-24 1 0 0,2 24-3778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1824 0 0,'5'64'323'0'0,"-3"-36"809"0"0,9 47 0 0 0,-10-68-825 0 0,1 0 0 0 0,0 0 0 0 0,1 0 0 0 0,0 0 0 0 0,0 0 0 0 0,0-1 0 0 0,1 0 0 0 0,-1 1 0 0 0,2-2 0 0 0,-1 1 0 0 0,8 8 0 0 0,-10-12-175 0 0,0 0-1 0 0,0 0 1 0 0,1 0 0 0 0,-1 0-1 0 0,0-1 1 0 0,1 1 0 0 0,-1-1-1 0 0,1 0 1 0 0,-1 1 0 0 0,1-1-1 0 0,0 0 1 0 0,0 0 0 0 0,-1-1-1 0 0,1 1 1 0 0,0-1 0 0 0,0 1 0 0 0,0-1-1 0 0,0 0 1 0 0,-1 0 0 0 0,1 0-1 0 0,0 0 1 0 0,0-1 0 0 0,0 1-1 0 0,0-1 1 0 0,-1 0 0 0 0,1 0-1 0 0,0 0 1 0 0,-1 0 0 0 0,1 0-1 0 0,0 0 1 0 0,-1-1 0 0 0,0 1-1 0 0,1-1 1 0 0,-1 0 0 0 0,3-2-1 0 0,-1 0 14 0 0,-1 0 0 0 0,1 1 0 0 0,-1-1 0 0 0,0-1 0 0 0,0 1 0 0 0,0 0 0 0 0,-1-1 0 0 0,1 0 0 0 0,-1 1 0 0 0,0-1 0 0 0,-1 0 0 0 0,1 0 0 0 0,-1 0 0 0 0,0 0 0 0 0,0-1 0 0 0,-1 1 0 0 0,1 0 0 0 0,-1-10 0 0 0,-2 6-53 0 0,0-1 0 0 0,0 1 0 0 0,-1-1-1 0 0,0 1 1 0 0,0 0 0 0 0,-1 0 0 0 0,0 1 0 0 0,-1-1 0 0 0,0 1-1 0 0,0 0 1 0 0,-10-12 0 0 0,13 18-206 0 0,0-1 0 0 0,0 1 0 0 0,-1 0-1 0 0,1 0 1 0 0,-1-1 0 0 0,1 2 0 0 0,-1-1 0 0 0,0 0 0 0 0,0 0-1 0 0,0 1 1 0 0,0 0 0 0 0,0-1 0 0 0,0 1 0 0 0,0 0 0 0 0,0 1-1 0 0,0-1 1 0 0,-1 0 0 0 0,1 1 0 0 0,0 0 0 0 0,0 0 0 0 0,-1 0-1 0 0,1 0 1 0 0,0 0 0 0 0,0 1 0 0 0,-1-1 0 0 0,1 1 0 0 0,0 0-1 0 0,0 0 1 0 0,0 0 0 0 0,0 1 0 0 0,0-1 0 0 0,0 1 0 0 0,0-1-1 0 0,1 1 1 0 0,-1 0 0 0 0,-4 4 0 0 0,-11 14-1462 0 0,12-10 1454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9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81 6449 0 0,'-2'6'187'0'0,"1"1"0"0"0,0 0-1 0 0,0 0 1 0 0,0 0 0 0 0,1 0-1 0 0,0 0 1 0 0,1 0 0 0 0,-1 0 0 0 0,1 0-1 0 0,3 12 1 0 0,0 5 328 0 0,-2-7-144 0 0,1 0 0 0 0,0 0 0 0 0,9 24 1 0 0,-11-38-365 0 0,0 1 1 0 0,0-1 0 0 0,1 1 0 0 0,0-1 0 0 0,-1 1-1 0 0,1-1 1 0 0,0 0 0 0 0,0 0 0 0 0,1 0 0 0 0,-1 0 0 0 0,1 0-1 0 0,-1-1 1 0 0,1 1 0 0 0,0-1 0 0 0,0 0 0 0 0,0 1-1 0 0,0-1 1 0 0,0-1 0 0 0,1 1 0 0 0,-1 0 0 0 0,1-1-1 0 0,5 2 1 0 0,-7-3-53 0 0,0 0 0 0 0,-1 0 0 0 0,1 0 0 0 0,0-1 0 0 0,0 1 0 0 0,0 0 0 0 0,0-1 0 0 0,0 0 0 0 0,-1 1 0 0 0,1-1 0 0 0,0 0 0 0 0,0 0 0 0 0,-1 0 0 0 0,1 0 0 0 0,-1 0 0 0 0,1 0 0 0 0,-1-1 0 0 0,1 1 0 0 0,-1 0 0 0 0,0-1 0 0 0,0 1-1 0 0,1-1 1 0 0,-1 1 0 0 0,0-1 0 0 0,0 0 0 0 0,-1 1 0 0 0,2-4 0 0 0,4-7-537 0 0,-1-1-1 0 0,6-25 0 0 0,-6 22 657 0 0,11-62 69 0 0,-14 64 159 0 0,0 0-1 0 0,0 0 1 0 0,2 0 0 0 0,0 0-1 0 0,0 1 1 0 0,1 0 0 0 0,1 0-1 0 0,14-24 1 0 0,-20 36-220 0 0,1 0 1 0 0,0 0-1 0 0,0 0 0 0 0,0 0 1 0 0,0 0-1 0 0,0 0 0 0 0,1 0 1 0 0,-1 0-1 0 0,0 1 0 0 0,0-1 1 0 0,1 0-1 0 0,-1 1 0 0 0,0-1 1 0 0,1 1-1 0 0,-1 0 0 0 0,0-1 1 0 0,1 1-1 0 0,-1 0 1 0 0,0 0-1 0 0,1 0 0 0 0,-1 0 1 0 0,1 0-1 0 0,-1 0 0 0 0,0 0 1 0 0,1 0-1 0 0,-1 1 0 0 0,0-1 1 0 0,1 1-1 0 0,-1-1 0 0 0,0 1 1 0 0,1-1-1 0 0,-1 1 0 0 0,0 0 1 0 0,0-1-1 0 0,0 1 0 0 0,1 0 1 0 0,-1 0-1 0 0,0 0 1 0 0,0 0-1 0 0,1 2 0 0 0,7 5 407 0 0,-1 1 0 0 0,-1 0-1 0 0,12 18 1 0 0,-13-19-198 0 0,12 18 208 0 0,-5-6 30 0 0,32 37 0 0 0,-40-52-659 0 0,0 0-1 0 0,0-1 1 0 0,0 1-1 0 0,1-1 1 0 0,0 0-1 0 0,0 0 1 0 0,0-1-1 0 0,0 0 1 0 0,0 0-1 0 0,1 0 1 0 0,9 2-1 0 0,2-2-1164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3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92 3225 0 0,'-4'-28'558'0'0,"4"20"134"0"0,-1 1 1 0 0,0-1 0 0 0,0 1 0 0 0,-1 0 0 0 0,0-1 0 0 0,-5-11 0 0 0,6 44 4101 0 0,3 1-4053 0 0,2-1 0 0 0,2 1 1 0 0,0 0-1 0 0,1-1 0 0 0,1-1 0 0 0,15 30 0 0 0,7 5-298 0 0,48 69-1 0 0,-14-20-2302 0 0,-50-80-4498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6105 0 0,'4'-3'128'0'0,"3"-2"32"0"0,-1-1 8 0 0,1 1 8 0 0,-1 1-176 0 0,-1 0 0 0 0,5-2 0 0 0,4-3 0 0 0,9-8 513 0 0,7-5 71 0 0,5 1 16 0 0,-2 1 0 0 0,-3-1-808 0 0,-2 3-160 0 0,-2 3-32 0 0,-7 5-8 0 0,-5 6 408 0 0,-7 6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1148 5529 0 0,'-28'8'972'0'0,"1"2"-1"0"0,0 0 1 0 0,1 2 0 0 0,0 0-1 0 0,-39 28 1 0 0,59-37-626 0 0,114-50 1888 0 0,376-162 1269 0 0,-144 63-2197 0 0,-80 41-738 0 0,480-128 0 0 0,-3 19-508 0 0,-478 135-37 0 0,287-102 6 0 0,-489 162-780 0 0,-32 13-4215 0 0,-10 3-1175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8 6913 0 0,'-18'-7'2347'0'0,"29"8"-995"0"0,-4 1-935 0 0,0 0 0 0 0,-1 1 1 0 0,0-1-1 0 0,1 2 0 0 0,-1-1 0 0 0,0 0 1 0 0,0 1-1 0 0,-1 0 0 0 0,1 1 1 0 0,-1-1-1 0 0,0 1 0 0 0,8 10 1 0 0,3 4 430 0 0,0 2 1 0 0,13 24 0 0 0,-9-9-409 0 0,-1 0 1 0 0,-2 2-1 0 0,-1 1 1 0 0,-2 0-1 0 0,17 81 1 0 0,-25-84-2085 0 0,-1 0 0 0 0,-2 1 0 0 0,-2 71 0 0 0,-3-89-3892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8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1 112 1376 0 0,'19'-39'701'0'0,"-15"33"-119"0"0,0 0 0 0 0,0 0 0 0 0,0 0 0 0 0,1 1 0 0 0,0 0 0 0 0,0 0 0 0 0,0 0 0 0 0,1 0 0 0 0,0 1 0 0 0,0 0 0 0 0,0 0 0 0 0,11-5 0 0 0,-16 9-505 0 0,0-1 0 0 0,0 1 1 0 0,0 0-1 0 0,0-1 0 0 0,0 1 0 0 0,0 0 0 0 0,0 0 0 0 0,0 0 0 0 0,0 0 0 0 0,0 0 0 0 0,0 0 0 0 0,0 0 0 0 0,0 0 0 0 0,0 0 0 0 0,0 0 0 0 0,0 0 0 0 0,0 1 0 0 0,0-1 0 0 0,-1 0 0 0 0,1 1 0 0 0,0-1 1 0 0,0 1-1 0 0,0-1 0 0 0,0 1 0 0 0,0-1 0 0 0,-1 1 0 0 0,1 0 0 0 0,1 0 0 0 0,-1 1 15 0 0,0 0 0 0 0,1 1 0 0 0,-1-1 0 0 0,0 0 0 0 0,0 1 0 0 0,0-1 0 0 0,-1 1 0 0 0,1-1 0 0 0,-1 1 1 0 0,1 4-1 0 0,0 7 95 0 0,-1 0 0 0 0,0-1 0 0 0,-3 15 0 0 0,3-26-135 0 0,-6 29 290 0 0,-18 60-1 0 0,16-65-259 0 0,1 0 1 0 0,1 0-1 0 0,-3 36 0 0 0,8-61-16 0 0,1 0-1 0 0,0 0 1 0 0,0 0-1 0 0,0 0 1 0 0,0 1 0 0 0,1-1-1 0 0,-1 0 1 0 0,0 0-1 0 0,0 0 1 0 0,1 0 0 0 0,-1 0-1 0 0,0 0 1 0 0,1 0-1 0 0,-1 0 1 0 0,1 0-1 0 0,0 0 1 0 0,-1 0 0 0 0,1 0-1 0 0,0 0 1 0 0,-1 0-1 0 0,1-1 1 0 0,0 1 0 0 0,2 1-1 0 0,-1-1 42 0 0,0 0 0 0 0,0 0 0 0 0,0 0 0 0 0,0-1 0 0 0,0 1 0 0 0,1-1 0 0 0,-1 1 0 0 0,0-1 0 0 0,1 0 0 0 0,-1 0-1 0 0,3 0 1 0 0,9-1 289 0 0,0-2 0 0 0,0 1 0 0 0,17-7 1 0 0,-15 5-198 0 0,35-10 127 0 0,-15 4 60 0 0,-1 1-1 0 0,50-4 1 0 0,-76 12-603 0 0,0 0 0 0 0,0 1-1 0 0,0 0 1 0 0,0 0 0 0 0,-1 1-1 0 0,1 1 1 0 0,0-1 0 0 0,0 2-1 0 0,0-1 1 0 0,-1 1 0 0 0,1 0 0 0 0,-1 1-1 0 0,0 0 1 0 0,13 8 0 0 0,15 21-4254 0 0,-25-23 2872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2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78 75 5841 0 0,'-4'-4'496'0'0,"1"0"-1"0"0,-1 0 1 0 0,0 1-1 0 0,0-1 1 0 0,-1 1-1 0 0,1 0 1 0 0,0 0-1 0 0,-1 1 1 0 0,0-1-1 0 0,0 1 1 0 0,0 0-1 0 0,0 1 1 0 0,0-1-1 0 0,-10-1 1 0 0,16 3-442 0 0,-1 0 1 0 0,1 0 0 0 0,-1 0 0 0 0,1 0 0 0 0,0 0 0 0 0,-1 0 0 0 0,1 0 0 0 0,-1 0 0 0 0,1 0 0 0 0,0 0 0 0 0,-1 0 0 0 0,1 1 0 0 0,-1-1 0 0 0,1 0 0 0 0,-1 0 0 0 0,1 1 0 0 0,-1-1 0 0 0,1 0 0 0 0,-1 1 0 0 0,1-1 0 0 0,-1 0 0 0 0,1 1 0 0 0,-1-1 0 0 0,0 1 0 0 0,1-1-1 0 0,-1 1 1 0 0,0-1 0 0 0,1 1 0 0 0,-1-1 0 0 0,0 1 0 0 0,1-1 0 0 0,-1 1 0 0 0,0 0 0 0 0,0-1 0 0 0,0 1 0 0 0,0-1 0 0 0,0 1 0 0 0,1-1 0 0 0,-1 1 0 0 0,0 0 0 0 0,0-1 0 0 0,0 1 0 0 0,-1-1 0 0 0,1 1 0 0 0,0 0 0 0 0,0-1 0 0 0,0 1 0 0 0,0-1 0 0 0,-1 1 0 0 0,1-1 0 0 0,0 1-1 0 0,0 0 1 0 0,-1-1 0 0 0,1 1 0 0 0,0-1 0 0 0,-1 0 0 0 0,1 1 0 0 0,-1-1 0 0 0,1 1 0 0 0,0-1 0 0 0,-1 1 0 0 0,1-1 0 0 0,-1 0 0 0 0,1 1 0 0 0,-2-1 0 0 0,8-2 208 0 0,-1 1 1 0 0,0-2-1 0 0,0 1 1 0 0,0-1-1 0 0,0 1 0 0 0,0-1 1 0 0,7-7-1 0 0,-12 8-737 0 0,0 1 0 0 0,0-1-1 0 0,-1 0 1 0 0,1 1 0 0 0,-1-1 0 0 0,1 0-1 0 0,-1 1 1 0 0,0-1 0 0 0,0 0 0 0 0,0 1-1 0 0,0-1 1 0 0,0 1 0 0 0,0-1 0 0 0,0 1 0 0 0,0 0-1 0 0,0 0 1 0 0,-1-1 0 0 0,1 1 0 0 0,-3-2-1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2304 0 0,'-4'0'278'0'0,"1"1"0"0"0,-1-1 0 0 0,1 1 0 0 0,-1 0 0 0 0,1 0 0 0 0,-1 0 0 0 0,1 0-1 0 0,0 0 1 0 0,0 1 0 0 0,-1 0 0 0 0,1 0 0 0 0,0-1 0 0 0,0 2 0 0 0,1-1-1 0 0,-1 0 1 0 0,0 1 0 0 0,1-1 0 0 0,-1 1 0 0 0,1 0 0 0 0,0-1 0 0 0,0 1 0 0 0,0 0-1 0 0,0 1 1 0 0,1-1 0 0 0,-1 0 0 0 0,1 0 0 0 0,0 1 0 0 0,0-1 0 0 0,-1 5-1 0 0,-2 9 386 0 0,0 1-1 0 0,1-1 1 0 0,2 0-1 0 0,-1 31 0 0 0,3-31-323 0 0,1 0-1 0 0,0 1 0 0 0,1-1 0 0 0,1 0 1 0 0,1-1-1 0 0,10 27 0 0 0,52 95 232 0 0,-41-89-438 0 0,4 8-147 0 0,40 88-2654 0 0,-60-119-2571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8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0 341 6449 0 0,'7'-11'411'0'0,"0"0"-1"0"0,0 0 0 0 0,1 1 1 0 0,0-1-1 0 0,1 2 0 0 0,0-1 1 0 0,0 1-1 0 0,1 1 0 0 0,14-10 1 0 0,13-14 477 0 0,158-142 1914 0 0,-168 147-2802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2257 10594 0 0,'-2'-1'29'0'0,"-1"1"0"0"0,1 0 0 0 0,-1-1 0 0 0,1 1 0 0 0,0-1 0 0 0,-1 0 0 0 0,1 0 0 0 0,-1 0 0 0 0,1 0 0 0 0,0 0 0 0 0,0-1 0 0 0,0 1 0 0 0,0-1 0 0 0,0 1 0 0 0,0-1 0 0 0,0 0 0 0 0,0 1 0 0 0,1-1 0 0 0,-1 0 0 0 0,1 0 0 0 0,-1 0 0 0 0,1-1 0 0 0,0 1 0 0 0,-1 0 0 0 0,1-1 0 0 0,1 1 0 0 0,-1 0 0 0 0,0-1 0 0 0,0 1 0 0 0,1-4 0 0 0,-3-7 125 0 0,0-1-1 0 0,2 0 0 0 0,0-28 1 0 0,5-19-931 0 0,2 1 1 0 0,3-1-1 0 0,20-66 1 0 0,-9 38 293 0 0,13-57 625 0 0,54-143 0 0 0,-32 134 1573 0 0,94-183 0 0 0,-98 243-1650 0 0,3 1-1 0 0,5 3 1 0 0,94-111 0 0 0,-119 161-139 0 0,2 2 0 0 0,1 2 0 0 0,2 1 0 0 0,75-53 0 0 0,-100 80 146 0 0,2 0 1 0 0,-1 0-1 0 0,1 1 1 0 0,0 1-1 0 0,0 1 1 0 0,1 1-1 0 0,0 0 1 0 0,0 1-1 0 0,0 0 0 0 0,1 2 1 0 0,-1 0-1 0 0,1 1 1 0 0,-1 1-1 0 0,1 0 1 0 0,-1 1-1 0 0,1 1 1 0 0,-1 1-1 0 0,19 6 1 0 0,-6 0-40 0 0,-1 2 0 0 0,-1 1 1 0 0,0 1-1 0 0,0 1 1 0 0,-2 2-1 0 0,0 1 1 0 0,0 1-1 0 0,-2 1 0 0 0,0 1 1 0 0,-2 1-1 0 0,35 40 1 0 0,-20-13 150 0 0,-3 1 0 0 0,-1 2 0 0 0,-3 1 0 0 0,-2 2 0 0 0,22 59 0 0 0,74 180 208 0 0,228 610-408 0 0,-108-114 69 0 0,99 301 214 0 0,-219-758 74 0 0,-80-233 29 0 0,71 119 0 0 0,-109-208-330 0 0,142 225 999 0 0,-113-185-630 0 0,3-1-1 0 0,64 65 0 0 0,-88-101-401 0 0,0-1-1 0 0,1 0 1 0 0,0-1 0 0 0,1-1 0 0 0,0-1-1 0 0,1 0 1 0 0,0-1 0 0 0,0 0-1 0 0,1-2 1 0 0,0 0 0 0 0,0-1-1 0 0,0 0 1 0 0,22 1 0 0 0,-29-5-94 0 0,1 0 0 0 0,0-1 0 0 0,-1 0 0 0 0,1-1 0 0 0,0 0 1 0 0,-1-1-1 0 0,1 0 0 0 0,-1-1 0 0 0,0-1 0 0 0,0 1 0 0 0,0-2 0 0 0,0 1 0 0 0,-1-2 1 0 0,1 1-1 0 0,-1-1 0 0 0,-1-1 0 0 0,1 0 0 0 0,-1 0 0 0 0,0-1 0 0 0,-1 0 0 0 0,0-1 1 0 0,9-10-1 0 0,6-15 207 0 0,-1-1 0 0 0,-1-1 1 0 0,-2-1-1 0 0,24-66 0 0 0,38-165 219 0 0,-72 235-382 0 0,25-91-278 0 0,141-557-221 0 0,-73 54 1069 0 0,-89 528-424 0 0,12-114 291 0 0,45-255-537 0 0,-60 432 92 0 0,-7 27 56 0 0,0 0 0 0 0,0-1-1 0 0,-1 1 1 0 0,2-18 0 0 0,-14 54-4821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 5985 0 0,'-1'0'155'0'0,"1"0"0"0"0,-1-1 0 0 0,1 1 0 0 0,-1 0 0 0 0,1 0 0 0 0,-1 0 0 0 0,1 0 0 0 0,-1-1 0 0 0,1 1 0 0 0,-1 0 0 0 0,1 0 0 0 0,-1 0 0 0 0,0 0 0 0 0,1 0-1 0 0,-1 0 1 0 0,1 1 0 0 0,-1-1 0 0 0,1 0 0 0 0,-1 0 0 0 0,1 0 0 0 0,-1 0 0 0 0,1 1 0 0 0,-1-1 0 0 0,1 0 0 0 0,-1 0 0 0 0,1 1 0 0 0,-1-1 0 0 0,1 0 0 0 0,-1 1 0 0 0,1-1 0 0 0,0 1 0 0 0,-1-1 0 0 0,1 1-1 0 0,-10 24 1925 0 0,4 33-1083 0 0,6-54-746 0 0,18 634 3029 0 0,-2-507-3919 0 0,-12-111 70 0 0,1 0 0 0 0,0 0 0 0 0,2 0 0 0 0,11 25 0 0 0,-1-20-1235 0 0,-16-24 1608 0 0,-1 0 0 0 0,1 0 0 0 0,0 0 0 0 0,0 0 0 0 0,0 0 0 0 0,-1-1-1 0 0,1 1 1 0 0,0 0 0 0 0,0 0 0 0 0,0-1 0 0 0,0 1 0 0 0,1-1 0 0 0,-1 1 0 0 0,0-1 0 0 0,0 1-1 0 0,0-1 1 0 0,0 0 0 0 0,0 0 0 0 0,1 1 0 0 0,-1-1 0 0 0,2 0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38 2304 0 0,'-1'-1'156'0'0,"1"0"0"0"0,-1-1 0 0 0,1 1 0 0 0,0 0 0 0 0,0 0-1 0 0,0 0 1 0 0,-1 0 0 0 0,1 0 0 0 0,0-1 0 0 0,0 1-1 0 0,1 0 1 0 0,-1 0 0 0 0,0 0 0 0 0,0 0 0 0 0,1-1 0 0 0,-1 1-1 0 0,0 0 1 0 0,1 0 0 0 0,-1 0 0 0 0,1 0 0 0 0,-1 0 0 0 0,1 0-1 0 0,0 0 1 0 0,-1 0 0 0 0,1 0 0 0 0,1-1 0 0 0,0 1 101 0 0,0 0 0 0 0,-1 0 0 0 0,1 1-1 0 0,0-1 1 0 0,0 0 0 0 0,-1 1 0 0 0,1 0 0 0 0,0-1 0 0 0,0 1 0 0 0,0 0 0 0 0,0 0 0 0 0,-1 0 0 0 0,1 0 0 0 0,0 0 0 0 0,0 0 0 0 0,0 0 0 0 0,2 1 0 0 0,6 2 147 0 0,0 0-1 0 0,-1 1 1 0 0,1 0-1 0 0,-1 0 1 0 0,0 1 0 0 0,0 0-1 0 0,13 11 1 0 0,54 50 934 0 0,-64-55-1089 0 0,29 30 416 0 0,-1 2 0 0 0,46 65 0 0 0,8 34-2915 0 0,-50-80-2427 0 0,-37-51 513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5985 0 0,'0'-1'34'0'0,"-1"1"0"0"0,1-1 0 0 0,0 0 0 0 0,0 1 0 0 0,0-1 0 0 0,0 1 0 0 0,0-1 0 0 0,0 1 0 0 0,0-1 0 0 0,0 0 0 0 0,0 1 0 0 0,1-1 0 0 0,-1 1 0 0 0,0-1 0 0 0,0 1 0 0 0,0-1 0 0 0,1 1 0 0 0,-1-1 0 0 0,0 1 0 0 0,1-1 0 0 0,-1 1 0 0 0,0-1 0 0 0,1 1 0 0 0,-1-1 0 0 0,1 1 0 0 0,-1-1 0 0 0,0 1 0 0 0,1 0 0 0 0,-1-1 0 0 0,1 1 0 0 0,0 0 0 0 0,17-21 471 0 0,11-7-755 0 0,0 0 1 0 0,2 2-1 0 0,1 2 1 0 0,1 1 0 0 0,66-35-1 0 0,-74 45 250 0 0,-2-1 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4145 0 0,'4'12'416'0'0,"1"0"-1"0"0,0-1 1 0 0,1 1-1 0 0,0-1 1 0 0,1-1 0 0 0,1 1-1 0 0,-1-1 1 0 0,12 11-1 0 0,-6-4 398 0 0,-5-7-325 0 0,3 4-130 0 0,0-1 1 0 0,15 14-1 0 0,-24-25-336 0 0,0 0 0 0 0,1 0 1 0 0,-1 0-1 0 0,1 0 0 0 0,0 0 0 0 0,-1 0 1 0 0,1-1-1 0 0,0 1 0 0 0,0-1 0 0 0,0 0 1 0 0,0 0-1 0 0,0 0 0 0 0,0 0 0 0 0,0-1 1 0 0,0 1-1 0 0,1-1 0 0 0,-1 0 0 0 0,5 0 1 0 0,-6-1-51 0 0,0 1-1 0 0,0-2 1 0 0,1 1 0 0 0,-1 0 0 0 0,0 0 0 0 0,0-1 0 0 0,0 1 0 0 0,-1-1 0 0 0,1 1 0 0 0,0-1 0 0 0,0 0 0 0 0,-1 0 0 0 0,1 0-1 0 0,-1 0 1 0 0,0 0 0 0 0,0 0 0 0 0,1 0 0 0 0,-1 0 0 0 0,-1-1 0 0 0,1 1 0 0 0,0 0 0 0 0,0-1 0 0 0,-1 1 0 0 0,0 0 0 0 0,1-4-1 0 0,1-8-43 0 0,0 0 0 0 0,-1-25 0 0 0,-1 38 73 0 0,-1-17-17 0 0,0 9 248 0 0,1-1 1 0 0,0 0-1 0 0,0 1 0 0 0,3-16 0 0 0,-3 24-181 0 0,1 0-1 0 0,-1-1 1 0 0,0 1-1 0 0,1 0 0 0 0,-1 0 1 0 0,1-1-1 0 0,-1 1 0 0 0,1 0 1 0 0,-1 0-1 0 0,1-1 0 0 0,0 1 1 0 0,0 0-1 0 0,0 0 0 0 0,-1 0 1 0 0,1 0-1 0 0,0 0 0 0 0,0 0 1 0 0,0 0-1 0 0,1 1 0 0 0,-1-1 1 0 0,0 0-1 0 0,0 0 0 0 0,0 1 1 0 0,1-1-1 0 0,-1 1 0 0 0,0-1 1 0 0,0 1-1 0 0,1 0 0 0 0,-1-1 1 0 0,0 1-1 0 0,1 0 0 0 0,-1 0 1 0 0,1 0-1 0 0,-1 0 0 0 0,0 0 1 0 0,1 0-1 0 0,-1 0 0 0 0,2 1 1 0 0,0 0-37 0 0,-1 0 1 0 0,1 0 0 0 0,-1 0-1 0 0,0 1 1 0 0,0-1 0 0 0,1 1-1 0 0,-1-1 1 0 0,0 1 0 0 0,-1 0-1 0 0,1 0 1 0 0,0 0-1 0 0,0 0 1 0 0,-1 0 0 0 0,1 0-1 0 0,-1 0 1 0 0,0 0 0 0 0,2 5-1 0 0,19 46-291 0 0,-17-37 36 0 0,14 33-1330 0 0,-9-25-2449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6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40 328 2761 0 0,'-3'4'464'0'0,"0"0"1"0"0,1 0 0 0 0,-1 0-1 0 0,1 0 1 0 0,0 1-1 0 0,0-1 1 0 0,0 1 0 0 0,1-1-1 0 0,-3 10 1 0 0,-6 50 1556 0 0,9-51-1604 0 0,-2 3-147 0 0,2 1 0 0 0,0-1 1 0 0,3 25-1 0 0,-2-38-287 0 0,0 1-1 0 0,0-1 0 0 0,1 0 1 0 0,-1 1-1 0 0,1-1 0 0 0,0 0 1 0 0,0 0-1 0 0,0 0 0 0 0,0 0 1 0 0,1 0-1 0 0,-1 0 0 0 0,1 0 1 0 0,0 0-1 0 0,0 0 0 0 0,0-1 1 0 0,0 1-1 0 0,0-1 0 0 0,1 1 1 0 0,-1-1-1 0 0,1 0 1 0 0,-1 0-1 0 0,1 0 0 0 0,0 0 1 0 0,4 2-1 0 0,-5-4-75 0 0,0 1 0 0 0,0-1-1 0 0,0 0 1 0 0,0 1 0 0 0,0-1 0 0 0,0 0 0 0 0,0 0-1 0 0,0 0 1 0 0,0 0 0 0 0,0-1 0 0 0,0 1 0 0 0,0-1 0 0 0,0 1-1 0 0,0-1 1 0 0,0 1 0 0 0,0-1 0 0 0,0 0 0 0 0,0 0 0 0 0,-1 0-1 0 0,1 0 1 0 0,0 0 0 0 0,-1-1 0 0 0,1 1 0 0 0,0 0-1 0 0,-1-1 1 0 0,0 1 0 0 0,1-1 0 0 0,-1 0 0 0 0,0 1 0 0 0,0-1-1 0 0,0 0 1 0 0,0 0 0 0 0,0 0 0 0 0,1-2 0 0 0,3-10 62 0 0,0 0 1 0 0,0 0 0 0 0,4-28 0 0 0,-3 18 670 0 0,-4 13-51 0 0,1 1 1 0 0,1-1-1 0 0,0 1 0 0 0,10-19 0 0 0,-13 28-524 0 0,0 0 0 0 0,-1-1 1 0 0,1 1-1 0 0,0 0 0 0 0,0 0 0 0 0,0 0 0 0 0,0-1 0 0 0,0 1 0 0 0,0 0 0 0 0,0 0 0 0 0,0 1 0 0 0,0-1 0 0 0,1 0 1 0 0,-1 0-1 0 0,0 0 0 0 0,1 1 0 0 0,-1-1 0 0 0,0 1 0 0 0,1-1 0 0 0,-1 1 0 0 0,1 0 0 0 0,-1-1 0 0 0,1 1 0 0 0,-1 0 1 0 0,1 0-1 0 0,-1 0 0 0 0,1 0 0 0 0,-1 0 0 0 0,0 0 0 0 0,1 0 0 0 0,-1 1 0 0 0,1-1 0 0 0,-1 1 0 0 0,1-1 0 0 0,-1 1 1 0 0,0-1-1 0 0,1 1 0 0 0,-1 0 0 0 0,0 0 0 0 0,0-1 0 0 0,1 1 0 0 0,-1 0 0 0 0,0 0 0 0 0,0 0 0 0 0,0 0 0 0 0,0 0 1 0 0,1 3-1 0 0,6 6-89 0 0,0 0 0 0 0,-1 0 0 0 0,0 1 0 0 0,-1 0 0 0 0,9 23 1 0 0,6 7-624 0 0,-7-15-589 0 0,1-2-3070 0 0</inkml:trace>
  <inkml:trace contextRef="#ctx0" brushRef="#br0" timeOffset="1">371 33 10594 0 0,'-3'-7'222'0'0,"3"4"-123"0"0,-1 1 0 0 0,1 0 0 0 0,-1-1-1 0 0,0 1 1 0 0,0 0 0 0 0,0 0 0 0 0,0-1-1 0 0,-1 1 1 0 0,-1-2 0 0 0,9 43 4222 0 0,10 12-3102 0 0,3 0 1 0 0,34 64 0 0 0,-18-40-826 0 0,28 58-812 0 0,-20-45-2693 0 0,-25-50-3016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58 152 3225 0 0,'-18'-21'1097'0'0,"13"15"19"0"0,0 1 0 0 0,0-1 1 0 0,-1 1-1 0 0,-12-6 2345 0 0,18 11-3414 0 0,0 0 0 0 0,0 0 0 0 0,0 0 0 0 0,0 0 0 0 0,0 10 1137 0 0,6 11-452 0 0,-1-11-600 0 0,0-1-1 0 0,0 1 0 0 0,0-1 1 0 0,1 0-1 0 0,1-1 1 0 0,0 1-1 0 0,0-1 1 0 0,9 8-1 0 0,-14-14-175 0 0,0-1 0 0 0,0 1-1 0 0,0 0 1 0 0,0-1 0 0 0,0 1 0 0 0,1-1-1 0 0,-1 0 1 0 0,0 1 0 0 0,1-1 0 0 0,-1 0-1 0 0,1-1 1 0 0,-1 1 0 0 0,1 0 0 0 0,-1-1-1 0 0,1 1 1 0 0,0-1 0 0 0,-1 0 0 0 0,1 0-1 0 0,-1 0 1 0 0,1 0 0 0 0,0 0 0 0 0,-1-1-1 0 0,1 1 1 0 0,-1-1 0 0 0,1 0 0 0 0,-1 0-1 0 0,1 0 1 0 0,-1 0 0 0 0,1 0 0 0 0,-1 0-1 0 0,0-1 1 0 0,0 1 0 0 0,1-1 0 0 0,-1 1-1 0 0,0-1 1 0 0,-1 0 0 0 0,1 0 0 0 0,3-3-1 0 0,-3 1 74 0 0,1 0 0 0 0,-1 0 0 0 0,1-1 0 0 0,-1 1 0 0 0,0-1-1 0 0,-1 1 1 0 0,1-1 0 0 0,-1 0 0 0 0,0 1 0 0 0,0-1 0 0 0,0 0 0 0 0,-1 0-1 0 0,1 0 1 0 0,-1 0 0 0 0,-1 0 0 0 0,1 1 0 0 0,-1-1 0 0 0,1 0 0 0 0,-1 0-1 0 0,-1 0 1 0 0,1 1 0 0 0,-1-1 0 0 0,0 1 0 0 0,0-1 0 0 0,-5-7 0 0 0,4 6 24 0 0,0 0 0 0 0,0 1 1 0 0,-1-1-1 0 0,0 1 0 0 0,0 0 1 0 0,-1 0-1 0 0,1 1 1 0 0,-1-1-1 0 0,0 1 0 0 0,0 0 1 0 0,0 0-1 0 0,-1 0 0 0 0,1 1 1 0 0,-1 0-1 0 0,0 0 1 0 0,0 1-1 0 0,0-1 0 0 0,0 1 1 0 0,-8-1-1 0 0,13 3-239 0 0,-1 0-1 0 0,0 0 1 0 0,0 0 0 0 0,0 0 0 0 0,1 0-1 0 0,-1 1 1 0 0,0-1 0 0 0,0 0 0 0 0,1 1-1 0 0,-1 0 1 0 0,0-1 0 0 0,1 1 0 0 0,-1 0-1 0 0,0 0 1 0 0,1 0 0 0 0,-1 0 0 0 0,0 1-1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7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73 5985 0 0,'-2'2'213'0'0,"0"0"-1"0"0,0 0 0 0 0,0 0 0 0 0,0 1 0 0 0,1-1 1 0 0,-1 0-1 0 0,1 1 0 0 0,0-1 0 0 0,-1 1 1 0 0,1 0-1 0 0,0-1 0 0 0,1 1 0 0 0,-2 4 0 0 0,1-4-67 0 0,-7 22 555 0 0,2 0 0 0 0,-7 49 0 0 0,12-62-577 0 0,0 0 0 0 0,1 0 0 0 0,0 0-1 0 0,0 0 1 0 0,2 0 0 0 0,-1 0 0 0 0,2-1 0 0 0,5 19 0 0 0,-8-28-100 0 0,1 0 0 0 0,0 0 0 0 0,0-1 0 0 0,0 1 0 0 0,0 0 0 0 0,0 0 0 0 0,0-1 0 0 0,0 1-1 0 0,0-1 1 0 0,1 1 0 0 0,-1-1 0 0 0,0 0 0 0 0,1 1 0 0 0,2 1 0 0 0,-3-3-37 0 0,0 0 0 0 0,0 1-1 0 0,0-1 1 0 0,-1 0-1 0 0,1 0 1 0 0,0 0-1 0 0,0 0 1 0 0,0 1-1 0 0,0-2 1 0 0,0 1 0 0 0,-1 0-1 0 0,1 0 1 0 0,0 0-1 0 0,0 0 1 0 0,0 0-1 0 0,0-1 1 0 0,0 1-1 0 0,-1 0 1 0 0,1-1 0 0 0,0 1-1 0 0,0 0 1 0 0,-1-1-1 0 0,2 0 1 0 0,1-1-76 0 0,-1-1 1 0 0,1 0-1 0 0,-1 0 0 0 0,1 0 1 0 0,-1 0-1 0 0,0 0 1 0 0,0 0-1 0 0,0 0 0 0 0,-1-1 1 0 0,1 1-1 0 0,-1 0 1 0 0,0-1-1 0 0,1-5 0 0 0,1-11-265 0 0,-1-1 0 0 0,-1 1-1 0 0,-1-1 1 0 0,0 1-1 0 0,-6-32 1 0 0,3 32 228 0 0,1-1 0 0 0,1 0 0 0 0,0 0 0 0 0,2 0 0 0 0,3-23 0 0 0,-3 42 171 0 0,-1 0 0 0 0,0 0 0 0 0,1 0 0 0 0,-1 0 0 0 0,1 1 0 0 0,-1-1 0 0 0,1 0 0 0 0,0 0-1 0 0,0 0 1 0 0,0 1 0 0 0,0-1 0 0 0,0 0 0 0 0,0 1 0 0 0,0-1 0 0 0,1 1 0 0 0,-1-1 0 0 0,3-1-1 0 0,-3 3 10 0 0,0-1 0 0 0,0 1-1 0 0,0 0 1 0 0,0-1-1 0 0,0 1 1 0 0,0 0 0 0 0,1 0-1 0 0,-1 0 1 0 0,0 0-1 0 0,0 0 1 0 0,0 0 0 0 0,0 1-1 0 0,0-1 1 0 0,0 0-1 0 0,0 0 1 0 0,0 1 0 0 0,0-1-1 0 0,0 1 1 0 0,0-1-1 0 0,0 1 1 0 0,0-1 0 0 0,1 2-1 0 0,5 3 160 0 0,-1 0-1 0 0,0 0 1 0 0,0 1-1 0 0,-1 0 1 0 0,1 1 0 0 0,6 10-1 0 0,12 19 18 0 0,-2 2 0 0 0,-2 0 0 0 0,-2 0 0 0 0,-1 2 0 0 0,-2 0 0 0 0,-1 1-1 0 0,-3 1 1 0 0,-1 0 0 0 0,-2 0 0 0 0,4 72 0 0 0,-11-61-661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4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3313 0 0,'4'-1'296'0'0,"-3"-1"-232"0"0,1 0-64 0 0,-1 0 0 0 0,-1 1 0 0 0,3-2 0 0 0,-3 0 0 0 0,1-1 0 0 0,2-3 0 0 0,-2-1 0 0 0,1-3 0 0 0,-1-1 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6.9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2149 3201 0 0,'-6'1'535'0'0,"-1"0"0"0"0,1 0 1 0 0,0-1-1 0 0,-1 0 0 0 0,1-1 0 0 0,-1 1 1 0 0,-10-3-1 0 0,17 2-468 0 0,-1 1 0 0 0,1 0 0 0 0,0 0 0 0 0,-1 0 0 0 0,1 0 0 0 0,0 0 0 0 0,-1 0 0 0 0,1 0 0 0 0,0 0 0 0 0,-1-1 0 0 0,1 1 0 0 0,0 0 0 0 0,-1 0 0 0 0,1 0 0 0 0,0-1 0 0 0,-1 1 0 0 0,1 0 0 0 0,0 0 0 0 0,0-1 0 0 0,-1 1 0 0 0,1 0 0 0 0,0-1 0 0 0,0 1 0 0 0,-1 0 0 0 0,1-1 0 0 0,0 1 0 0 0,0 0 0 0 0,0-1 0 0 0,0 1 0 0 0,0-1 0 0 0,0 1 0 0 0,0 0 0 0 0,0-1 0 0 0,0 1 0 0 0,0 0 0 0 0,0-1 0 0 0,0 1 0 0 0,0-1 0 0 0,0 0 0 0 0,14-9 1555 0 0,-6 6-1754 0 0,16-8 374 0 0,0 0 0 0 0,1 2 0 0 0,0 1 0 0 0,1 1 0 0 0,-1 1-1 0 0,2 1 1 0 0,28-3 0 0 0,25 2-519 0 0,84 3-1 0 0,-147 5 267 0 0,1 0 0 0 0,-1 2-1 0 0,30 7 1 0 0,-47-10 30 0 0,0 0-1 0 0,0-1 1 0 0,0 1-1 0 0,-1 0 1 0 0,1 0-1 0 0,0 0 1 0 0,0 0-1 0 0,0 0 1 0 0,0 0-1 0 0,0-1 1 0 0,0 1-1 0 0,0 0 1 0 0,0 0-1 0 0,0 0 1 0 0,0 0-1 0 0,0 0 1 0 0,1 0-1 0 0,-1-1 1 0 0,0 1-1 0 0,0 0 1 0 0,0 0-1 0 0,0 0 1 0 0,0 0-1 0 0,0 0 1 0 0,0 0-1 0 0,0 0 1 0 0,0-1-1 0 0,0 1 1 0 0,0 0 0 0 0,0 0-1 0 0,1 0 1 0 0,-1 0-1 0 0,0 0 1 0 0,0 0-1 0 0,0 0 1 0 0,0 0-1 0 0,0 0 1 0 0,0 0-1 0 0,0 0 1 0 0,1 0-1 0 0,-1 0 1 0 0,0 0-1 0 0,0 0 1 0 0,0 0-1 0 0,0 0 1 0 0,0-1-1 0 0,0 2 1 0 0,1-1-1 0 0,-1 0 1 0 0,0 0-1 0 0,0 0 1 0 0,0 0-1 0 0,0 0 1 0 0,0 0-1 0 0,0 0 1 0 0,1 0-1 0 0,-1 0 1 0 0,0 0-1 0 0,-1 0-9 0 0,1-1 0 0 0,-1 1-1 0 0,0-1 1 0 0,1 1-1 0 0,-1 0 1 0 0,0-1-1 0 0,1 1 1 0 0,-1 0 0 0 0,0 0-1 0 0,0-1 1 0 0,1 1-1 0 0,-1 0 1 0 0,0 0-1 0 0,0 0 1 0 0,0 0 0 0 0,1 0-1 0 0,-1 0 1 0 0,0 0-1 0 0,0 0 1 0 0,0 1-1 0 0,-11 2 62 0 0,1-2-409 0 0,13-16 127 0 0,4-1 85 0 0,-1 0 0 0 0,-1-1 0 0 0,-1 1 0 0 0,0-1 1 0 0,-1 0-1 0 0,0 0 0 0 0,-2 0 0 0 0,0 0 0 0 0,-1 0 0 0 0,-1 0 0 0 0,0 0 0 0 0,-1 0 0 0 0,-9-25 1 0 0,-39-148 1805 0 0,63 209-1366 0 0,-12-19-346 0 0,0 0-1 0 0,0 0 1 0 0,0 0-1 0 0,0 0 1 0 0,0 0-1 0 0,0 0 1 0 0,1-1 0 0 0,-1 1-1 0 0,0 0 1 0 0,0 0-1 0 0,0 0 1 0 0,0 0-1 0 0,1 0 1 0 0,-1 0 0 0 0,0 0-1 0 0,0 0 1 0 0,0 0-1 0 0,0 0 1 0 0,0 0-1 0 0,1 0 1 0 0,-1 0 0 0 0,0 0-1 0 0,0 0 1 0 0,0 0-1 0 0,0 0 1 0 0,1 0-1 0 0,-1 0 1 0 0,0 0 0 0 0,0 0-1 0 0,0 1 1 0 0,0-1-1 0 0,1 0 1 0 0,-1 0-1 0 0,0 0 1 0 0,0 0 0 0 0,0 0-1 0 0,0 0 1 0 0,0 0-1 0 0,0 0 1 0 0,0 1-1 0 0,1-1 1 0 0,-1 0 0 0 0,0 0-1 0 0,0 0 1 0 0,0 0-1 0 0,0 0 1 0 0,0 1 0 0 0,0-1-1 0 0,0 0 1 0 0,0 0-1 0 0,0 0 1 0 0,0 0-1 0 0,0 1 1 0 0,0-1 0 0 0,0 0-1 0 0,0 0 1 0 0,0 0-1 0 0,0 0 1 0 0,0 1-1 0 0,0-1 1 0 0,0 0 0 0 0,0 0 38 0 0,-4 16-372 0 0,3-16 193 0 0,0 0 1 0 0,0 0 0 0 0,-1 0-1 0 0,1 0 1 0 0,0 0-1 0 0,0 0 1 0 0,0-1-1 0 0,-1 1 1 0 0,1-1-1 0 0,0 1 1 0 0,0 0 0 0 0,0-1-1 0 0,0 0 1 0 0,0 1-1 0 0,-1-2 1 0 0,1 2 76 0 0,-1 0 0 0 0,1 0 1 0 0,0 0-1 0 0,-1 0 0 0 0,1 0 1 0 0,0 0-1 0 0,0 0 0 0 0,-1 1 0 0 0,1-1 1 0 0,0 0-1 0 0,0 1 0 0 0,-1-1 0 0 0,1 1 1 0 0,-2 1-1 0 0,2-2 116 0 0,1 0 0 0 0,-1 0 0 0 0,1 0 0 0 0,0 0 0 0 0,-1 0 0 0 0,1 1 0 0 0,-1-1 0 0 0,1 0 1 0 0,0 0-1 0 0,-1 0 0 0 0,1 1 0 0 0,-1-1 0 0 0,1 0 0 0 0,0 1 0 0 0,-1-1 0 0 0,1 0 0 0 0,0 1 0 0 0,-1-1 0 0 0,1 0 0 0 0,0 1 0 0 0,4 6 3007 0 0,8-16-2799 0 0,-11 8-184 0 0,-1 1 1 0 0,0 0-1 0 0,1 0 1 0 0,-1 0 0 0 0,0 0-1 0 0,0-1 1 0 0,1 1-1 0 0,-1 0 1 0 0,0 0 0 0 0,0 0-1 0 0,1-1 1 0 0,-1 1-1 0 0,0 0 1 0 0,0 0 0 0 0,0-1-1 0 0,1 1 1 0 0,-1 0-1 0 0,0-1 1 0 0,0 1-1 0 0,0 0 1 0 0,0-1 0 0 0,0 1-1 0 0,0 0 1 0 0,0-1-1 0 0,0 1 1 0 0,0 0 0 0 0,0-1-1 0 0,0 1 1 0 0,0 0-1 0 0,0-1 1 0 0,0 1-1 0 0,0 0 1 0 0,0-1 0 0 0,0 1-1 0 0,0 0 1 0 0,0 0-1 0 0,0-1 1 0 0,-1 1 0 0 0,1 0-1 0 0,0-1 1 0 0,0 1-1 0 0,0 0 1 0 0,0 0 0 0 0,-1-1-1 0 0,1 1 1 0 0,0 0-1 0 0,-1-1 1 0 0,0-5 2519 0 0,5 4-2498 0 0,0 0-1 0 0,0 0 0 0 0,0 0 1 0 0,0 1-1 0 0,1-1 0 0 0,-1 1 0 0 0,0 0 1 0 0,1 0-1 0 0,8 0 0 0 0,9-2 62 0 0,29-8-157 0 0,-35 6 9 0 0,-1 2 0 0 0,1 0 1 0 0,0 1-1 0 0,0 0 0 0 0,0 1 1 0 0,-1 1-1 0 0,23 2 0 0 0,-26 0-13 0 0,1-1 0 0 0,-1 0 0 0 0,1-1 0 0 0,-1 0 0 0 0,0-1-1 0 0,1 0 1 0 0,-1-1 0 0 0,0-1 0 0 0,1 0 0 0 0,-1 0-1 0 0,-1-2 1 0 0,15-5 0 0 0,-26 9 78 0 0,-1-1-87 0 0,0 0 1 0 0,-1 0 0 0 0,0 0 0 0 0,1 0 0 0 0,-1 0-1 0 0,0 0 1 0 0,0 0 0 0 0,0 1 0 0 0,0-1-1 0 0,0 1 1 0 0,-1-1 0 0 0,-1 0 0 0 0,-4-4 31 0 0,-11-3 105 0 0,18 9-71 0 0,0-1-1 0 0,-1 1 0 0 0,1-1 1 0 0,0 1-1 0 0,0-1 0 0 0,0 1 1 0 0,-1-1-1 0 0,1 0 1 0 0,0 0-1 0 0,0 1 0 0 0,0-1 1 0 0,0 0-1 0 0,0 0 0 0 0,0 0 1 0 0,1 0-1 0 0,-1 0 0 0 0,0 0 1 0 0,0 0-1 0 0,1-1 0 0 0,-1 1 1 0 0,1 0-1 0 0,-2-2 0 0 0,-12-35-15 0 0,2-1-1 0 0,-14-73 1 0 0,3-83-1463 0 0,17 105 1595 0 0,-10-79-44 0 0,14 166-169 0 0,-4 0-118 0 0,3 1 1541 0 0,5 1-1316 0 0,0-1 0 0 0,0 1-1 0 0,0 0 1 0 0,0 0 0 0 0,1 0-1 0 0,-1 0 1 0 0,0 0 0 0 0,1 0 0 0 0,-1 0-1 0 0,1 1 1 0 0,-1 0 0 0 0,1-1-1 0 0,-1 1 1 0 0,1 0 0 0 0,-1 0-1 0 0,1 0 1 0 0,-1 0 0 0 0,4 2-1 0 0,12-2 47 0 0,48 4-268 0 0,-49-2 34 0 0,0-1 0 0 0,1 0 0 0 0,19-3 0 0 0,-30 1 119 0 0,-1 0 1 0 0,1 0-1 0 0,0-1 0 0 0,-1 0 0 0 0,0-1 0 0 0,1 1 0 0 0,-1-1 1 0 0,0 0-1 0 0,0-1 0 0 0,0 0 0 0 0,8-7 0 0 0,-5 3-160 0 0,-7 5 176 0 0,0 1 0 0 0,1-1 1 0 0,-1 1-1 0 0,1 0 0 0 0,-1 0 1 0 0,1 0-1 0 0,0 0 0 0 0,0 1 0 0 0,0-1 1 0 0,0 1-1 0 0,0-1 0 0 0,6 0 0 0 0,-9 2-41 0 0,-4 0-16 0 0,-11 1 93 0 0,11 0-1 0 0,3-1-16 0 0,1 0 0 0 0,0 0 0 0 0,0 0 0 0 0,0 0 0 0 0,0 0 0 0 0,-1 0 0 0 0,1 0 0 0 0,0 0 0 0 0,0 0 0 0 0,0 0 0 0 0,0 0 0 0 0,-1 0-1 0 0,1-1 1 0 0,0 1 0 0 0,0 0 0 0 0,0 0 0 0 0,0 0 0 0 0,0 0 0 0 0,-1 0 0 0 0,1 0 0 0 0,0 0 0 0 0,0 0 0 0 0,0 0 0 0 0,0-1 0 0 0,0 1 0 0 0,0 0 0 0 0,0 0 0 0 0,0 0 0 0 0,-1 0-1 0 0,1 0 1 0 0,0-1 0 0 0,0 1 0 0 0,0 0 0 0 0,0 0 0 0 0,0 0 0 0 0,0 0 0 0 0,0-1 0 0 0,0 1 0 0 0,0 0 0 0 0,0 0 0 0 0,0 0 0 0 0,0 0 0 0 0,0-1 0 0 0,0 1 0 0 0,0 0 0 0 0,0 0-1 0 0,0 0 1 0 0,0 0 0 0 0,0-1 0 0 0,0 1 0 0 0,1 0 0 0 0,-1 0 0 0 0,0 0 0 0 0,0 0 0 0 0,0-1 0 0 0,0 0 31 0 0,-17-71 259 0 0,7 37-368 0 0,3 0 0 0 0,-5-45 0 0 0,-11-74 384 0 0,16 117-359 0 0,1 0 1 0 0,1 0 0 0 0,2 0-1 0 0,3-56 1 0 0,0 92 77 0 0,0 0-1 0 0,0 0 1 0 0,0 0 0 0 0,0 0 0 0 0,0 0-1 0 0,0 0 1 0 0,1 0 0 0 0,-1 1-1 0 0,0-1 1 0 0,1 0 0 0 0,-1 0-1 0 0,0 0 1 0 0,1 0 0 0 0,-1 1-1 0 0,1-1 1 0 0,-1 0 0 0 0,1 0-1 0 0,-1 1 1 0 0,2-2 0 0 0,-1 2-7 0 0,-1 0 1 0 0,1 0 0 0 0,0 0-1 0 0,-1 0 1 0 0,1 0 0 0 0,-1 1-1 0 0,1-1 1 0 0,-1 0-1 0 0,1 0 1 0 0,-1 0 0 0 0,1 1-1 0 0,-1-1 1 0 0,1 0 0 0 0,-1 1-1 0 0,0-1 1 0 0,1 1 0 0 0,-1-1-1 0 0,1 0 1 0 0,-1 1 0 0 0,0-1-1 0 0,1 1 1 0 0,-1-1-1 0 0,0 1 1 0 0,0-1 0 0 0,1 1-1 0 0,-1-1 1 0 0,0 1 0 0 0,0 0-1 0 0,1 1-5 0 0,-1-2 20 0 0,18-10-81 0 0,29-11-485 0 0,1 2 0 0 0,71-18 0 0 0,15 3 716 0 0,-134 34-174 0 0,1 0 1 0 0,-1-1-1 0 0,0 1 0 0 0,0 0 1 0 0,0 0-1 0 0,1 0 0 0 0,-1 0 0 0 0,0 0 1 0 0,0-1-1 0 0,1 1 0 0 0,-1 0 1 0 0,0 0-1 0 0,0 0 0 0 0,1 0 1 0 0,-1 0-1 0 0,0 0 0 0 0,0 0 1 0 0,1 0-1 0 0,-1 0 0 0 0,0 0 0 0 0,0 0 1 0 0,1 0-1 0 0,-1 0 0 0 0,0 0 1 0 0,0 0-1 0 0,1 1 0 0 0,-1-1 1 0 0,0 0-1 0 0,0 0 0 0 0,1 0 1 0 0,-1 0-1 0 0,0 0 0 0 0,0 0 0 0 0,0 1 1 0 0,1-1-1 0 0,-1 0 0 0 0,0 0 1 0 0,0 0-1 0 0,0 1 0 0 0,0-1 1 0 0,1 0-1 0 0,-1 0 0 0 0,0 0 1 0 0,0 1-1 0 0,0-1 0 0 0,0 0 0 0 0,0 0 1 0 0,0 1-1 0 0,0-1 0 0 0,0 0 1 0 0,0 0-1 0 0,0 1 0 0 0,0-1 1 0 0,-7 21 628 0 0,-23 21 40 0 0,30-42-649 0 0,4 0-217 0 0,-1-1 1 0 0,1 0 0 0 0,0 0-1 0 0,-1 0 1 0 0,1 0 0 0 0,-1 0-1 0 0,0-1 1 0 0,1 0 0 0 0,5-3-1 0 0,14-7-3546 0 0,2 6-4569 0 0,-16 3 8503 0 0,-8 2-198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2216 0 0,'-5'-1'10755'0'0,"16"59"-10157"0"0,3 0 0 0 0,22 57 0 0 0,-30-97-656 0 0,1 5 11 0 0,1 0 0 0 0,1-1 0 0 0,1 0 0 0 0,1 0 0 0 0,1-1-1 0 0,1-1 1 0 0,1 0 0 0 0,17 19 0 0 0,-27-34-156 0 0,-1-1-1 0 0,1 1 1 0 0,-1 0-1 0 0,0 0 1 0 0,4 8-1 0 0,-7-12 113 0 0,1 0 0 0 0,-1 0 0 0 0,1 0-1 0 0,-1 0 1 0 0,1 0 0 0 0,-1 0 0 0 0,0 0-1 0 0,0 0 1 0 0,0 0 0 0 0,1 1 0 0 0,-1-1 0 0 0,0 0-1 0 0,0 0 1 0 0,0 0 0 0 0,-1 0 0 0 0,1 0-1 0 0,0 0 1 0 0,0 0 0 0 0,-1 0 0 0 0,1 0 0 0 0,0 1-1 0 0,-1-1 1 0 0,1 0 0 0 0,-1-1 0 0 0,1 1-1 0 0,-1 0 1 0 0,0 0 0 0 0,1 0 0 0 0,-1 0-1 0 0,0 0 1 0 0,0 0 0 0 0,0-1 0 0 0,1 1 0 0 0,-1 0-1 0 0,-2 0 1 0 0,3-3-125 0 0,-1-1 1 0 0,1 1-1 0 0,0-1 1 0 0,0 1-1 0 0,1-1 1 0 0,-1 1-1 0 0,0-1 0 0 0,1 1 1 0 0,0-1-1 0 0,1-3 1 0 0,-1 2 338 0 0,0 1-65 0 0,0 1 0 0 0,1 0 0 0 0,-1 0 0 0 0,1 0 0 0 0,0 0 0 0 0,0 1 0 0 0,0-1 1 0 0,0 0-1 0 0,0 1 0 0 0,0-1 0 0 0,0 1 0 0 0,0 0 0 0 0,0 0 0 0 0,1 0 0 0 0,-1 0 1 0 0,0 0-1 0 0,1 0 0 0 0,-1 0 0 0 0,4 0 0 0 0,52-6 1428 0 0,-51 7-1510 0 0,9 0 325 0 0,-1 0 1 0 0,1 2-1 0 0,27 5 0 0 0,-27-3-278 0 0,1-2 0 0 0,-1 0 0 0 0,19 0-1 0 0,39-12-295 0 0,-56 7 132 0 0,1 0-1 0 0,21 0 1 0 0,-40 3 153 0 0,0 0-1 0 0,0 0 1 0 0,0 0-1 0 0,0 0 1 0 0,-1 0 0 0 0,1 1-1 0 0,0-1 1 0 0,0 0-1 0 0,0 0 1 0 0,0 0 0 0 0,0 0-1 0 0,0 0 1 0 0,0 1 0 0 0,0-1-1 0 0,0 0 1 0 0,-1 0-1 0 0,1 0 1 0 0,0 0 0 0 0,0 0-1 0 0,0 1 1 0 0,0-1-1 0 0,0 0 1 0 0,0 0 0 0 0,0 0-1 0 0,0 0 1 0 0,0 1-1 0 0,0-1 1 0 0,0 0 0 0 0,0 0-1 0 0,0 0 1 0 0,0 0 0 0 0,0 0-1 0 0,1 1 1 0 0,-1-1-1 0 0,0 0 1 0 0,0 0 0 0 0,0 0-1 0 0,0 0 1 0 0,0 0-1 0 0,0 1 1 0 0,0-1 0 0 0,0 0-1 0 0,0 0 1 0 0,1 0-1 0 0,-1 0 1 0 0,0 0 0 0 0,0 0-1 0 0,0 0 1 0 0,0 0 0 0 0,0 1-1 0 0,1-1 1 0 0,-1 0-1 0 0,0 0 1 0 0,0 0 0 0 0,0 0-1 0 0,0 0 1 0 0,0 0-1 0 0,1 0 1 0 0,-1 0 0 0 0,0 0-1 0 0,0 0 1 0 0,0 0-1 0 0,0 0 1 0 0,1 0 0 0 0,-1 0-1 0 0,-3 6-954 0 0,5 4-3593 0 0,0-8 4728 0 0,-1 0 1 0 0,1-1-1 0 0,0 1 0 0 0,0-1 0 0 0,-1 1 0 0 0,1-1 0 0 0,0 0 1 0 0,0 1-1 0 0,0-1 0 0 0,0 0 0 0 0,0 0 0 0 0,1-1 0 0 0,-1 1 1 0 0,0 0-1 0 0,0-1 0 0 0,1 1 0 0 0,-1-1 0 0 0,0 0 1 0 0,0 0-1 0 0,1 0 0 0 0,-1 0 0 0 0,0 0 0 0 0,1 0 0 0 0,-1-1 1 0 0,0 1-1 0 0,0-1 0 0 0,4-1 0 0 0,-6 2-135 0 0,1 0-1 0 0,-1 0 1 0 0,0 0-1 0 0,1 0 1 0 0,-1 0-1 0 0,0 0 1 0 0,1 0-1 0 0,-1 0 1 0 0,0 0-1 0 0,1 0 1 0 0,-1 0 0 0 0,0 0-1 0 0,1 0 1 0 0,-1 0-1 0 0,0 1 1 0 0,1-1-1 0 0,-1 0 1 0 0,0 0-1 0 0,1 0 1 0 0,-1 0-1 0 0,0 1 1 0 0,0-1-1 0 0,1 0 1 0 0,-1 0-1 0 0,0 1 1 0 0,0-1 0 0 0,1 0-1 0 0,-1 0 1 0 0,0 1-1 0 0,0-1 1 0 0,0 0-1 0 0,0 1 1 0 0,1-1-1 0 0,-1 0 1 0 0,0 1-1 0 0,0-1 1 0 0,0 0-1 0 0,0 1 1 0 0,0-1-1 0 0,0 0 1 0 0,0 1 0 0 0,0-1-1 0 0,2 28 983 0 0,-7 29-274 0 0,5-56-710 0 0,-15 100 75 0 0,2-26-754 0 0,-3 126-1 0 0,20-102-914 0 0,32 194-1 0 0,-21-119 2526 0 0,-12-115-651 0 0,11 60 0 0 0,-14-116-399 0 0,5 19 33 0 0,-5-22 12 0 0,0-1-1 0 0,0 1 1 0 0,0 0-1 0 0,0 0 0 0 0,0 0 1 0 0,1 0-1 0 0,-1-1 0 0 0,0 1 1 0 0,0 0-1 0 0,0 0 1 0 0,0 0-1 0 0,0 0 0 0 0,0 0 1 0 0,1-1-1 0 0,-1 1 0 0 0,0 0 1 0 0,0 0-1 0 0,0 0 1 0 0,0 0-1 0 0,1 0 0 0 0,-1 0 1 0 0,0 0-1 0 0,0 0 0 0 0,0 0 1 0 0,1 0-1 0 0,-1 0 0 0 0,0 0 1 0 0,0 0-1 0 0,0 0 1 0 0,0 0-1 0 0,1 0 0 0 0,-1 0 1 0 0,0 0-1 0 0,0 0 0 0 0,0 0 1 0 0,1 0-1 0 0,-1 0 1 0 0,0 0-1 0 0,0 0 0 0 0,0 0 1 0 0,0 0-1 0 0,1 0 0 0 0,-1 1 1 0 0,0-1-1 0 0,0 0 1 0 0,0 0-1 0 0,0 0 0 0 0,0 0 1 0 0,1 0-1 0 0,-1 1 0 0 0,0-1 1 0 0,0 0-1 0 0,0 0 1 0 0,0 0 216 0 0,2-1-211 0 0,0-1 1 0 0,-1 1-1 0 0,1 0 1 0 0,-1 0-1 0 0,1-1 0 0 0,-1 1 1 0 0,1-1-1 0 0,-1 1 1 0 0,2-4-1 0 0,-3 5 11 0 0,33-27-729 0 0,-31 26 686 0 0,0 0 1 0 0,0-1-1 0 0,0 1 1 0 0,1 0-1 0 0,-1 0 1 0 0,0 0-1 0 0,0 1 1 0 0,0-1-1 0 0,1 0 1 0 0,-1 1-1 0 0,0-1 1 0 0,1 1-1 0 0,-1 0 1 0 0,3 0-1 0 0,0 2 119 0 0,-1 1-1 0 0,1 0 0 0 0,0 0 0 0 0,-1 0 1 0 0,0 1-1 0 0,0-1 0 0 0,0 1 0 0 0,0 0 1 0 0,-1 0-1 0 0,4 5 0 0 0,7 6 64 0 0,-8-8-170 0 0,0-1-1 0 0,-1 1 1 0 0,1 1 0 0 0,-1-1-1 0 0,-1 1 1 0 0,1 0-1 0 0,-1 0 1 0 0,5 15 0 0 0,-9-23 71 0 0,0 0 0 0 0,0 1 0 0 0,0-1 0 0 0,1 0 0 0 0,-1 1 1 0 0,0-1-1 0 0,0 0 0 0 0,1 0 0 0 0,-1 1 0 0 0,0-1 0 0 0,1 0 0 0 0,-1 0 1 0 0,0 0-1 0 0,1 1 0 0 0,-1-1 0 0 0,0 0 0 0 0,1 0 0 0 0,-1 0 0 0 0,0 0 1 0 0,1 0-1 0 0,-1 0 0 0 0,1 0 0 0 0,-1 0 0 0 0,0 0 0 0 0,1 0 0 0 0,-1 0 1 0 0,0 0-1 0 0,1 0 0 0 0,0 0 0 0 0,-1 0-33 0 0,1 0 0 0 0,-1 0 1 0 0,1 0-1 0 0,-1-1 0 0 0,1 1 0 0 0,-1 0 1 0 0,0 1-1 0 0,1-1 0 0 0,-1 0 0 0 0,1 0 1 0 0,-1 0-1 0 0,1 0 0 0 0,-1 0 0 0 0,1 0 0 0 0,-1 0 1 0 0,1 1-1 0 0,-1-1 0 0 0,0 0 0 0 0,1 0 1 0 0,-1 1-1 0 0,1-1 0 0 0,-1 0 0 0 0,0 1 0 0 0,1-1 1 0 0,-1 0-1 0 0,0 1 0 0 0,1-1 0 0 0,-1 0 1 0 0,0 1-1 0 0,0-1 0 0 0,1 1 0 0 0,-1-1 1 0 0,0 0-1 0 0,0 1 0 0 0,0-1 0 0 0,0 1 0 0 0,1 0 1 0 0,3 73 1050 0 0,-1 0-395 0 0,53 308-391 0 0,-37-269-275 0 0,19 163 229 0 0,-41-191-656 0 0,1-67 276 0 0,1 0 1 0 0,0 0-1 0 0,2 1 0 0 0,4 27 0 0 0,48 292-238 0 0,-43-247 282 0 0,-8-61 120 0 0,8 40 0 0 0,1-41 399 0 0,-10-29-438 0 0,-1 1 0 0 0,0-1 0 0 0,1 1 1 0 0,-1-1-1 0 0,1 1 0 0 0,-1-1 0 0 0,0 1 0 0 0,1-1 1 0 0,-1 0-1 0 0,1 1 0 0 0,-1-1 0 0 0,1 0 1 0 0,-1 1-1 0 0,1-1 0 0 0,-1 0 0 0 0,1 0 0 0 0,0 0 1 0 0,-1 1-1 0 0,1-1 0 0 0,-1 0 0 0 0,1 0 0 0 0,-1 0 1 0 0,1 0-1 0 0,0 0 0 0 0,-1 0 0 0 0,1 0 1 0 0,-1 0-1 0 0,1 0 0 0 0,0 0 0 0 0,-1-1 0 0 0,1 1 1 0 0,-1 0-1 0 0,1 0 0 0 0,-1-1 0 0 0,1 1 0 0 0,-1 0 1 0 0,1 0-1 0 0,-1-1 0 0 0,1 1 0 0 0,-1-1 0 0 0,1 1 1 0 0,0-1-1 0 0,21-19-161 0 0,-14 12-16 0 0,0 1-1 0 0,1 0 1 0 0,13-8-1 0 0,-18 13 175 0 0,-1 0 0 0 0,1 1 1 0 0,-1-1-1 0 0,1 1 0 0 0,-1 0 0 0 0,1 0 0 0 0,0 0 0 0 0,0 1 0 0 0,0-1 1 0 0,-1 1-1 0 0,1 0 0 0 0,0 0 0 0 0,0 0 0 0 0,4 2 0 0 0,2-1 168 0 0,1-1-1 0 0,-1 0 1 0 0,1 0 0 0 0,0-1-1 0 0,19-4 1 0 0,-6 1-25 0 0,-24 4-104 0 0,1 0 0 0 0,-1 0-1 0 0,1 0 1 0 0,-1 0 0 0 0,1 0 0 0 0,-1 0-1 0 0,1 0 1 0 0,-1 0 0 0 0,1 0-1 0 0,-1 0 1 0 0,1 0 0 0 0,-1 0-1 0 0,1 1 1 0 0,-1-1 0 0 0,1 0-1 0 0,-1 0 1 0 0,1 0 0 0 0,-1 1-1 0 0,0-1 1 0 0,1 0 0 0 0,-1 0-1 0 0,1 1 1 0 0,-1-1 0 0 0,0 0 0 0 0,1 1-1 0 0,-1-1 1 0 0,0 1 0 0 0,1-1-1 0 0,-1 0 1 0 0,0 1 0 0 0,0-1-1 0 0,1 1 1 0 0,-1-1 0 0 0,0 1-1 0 0,0-1 1 0 0,0 1 0 0 0,1-1-1 0 0,-1 1 1 0 0,0 0 0 0 0,-2 22 232 0 0,1-16-182 0 0,1-6-1 0 0,1-2-39 0 0,0 1 46 0 0,0-1 0 0 0,0 1 0 0 0,-1 0-1 0 0,1 0 1 0 0,0-1 0 0 0,0 1 0 0 0,0 0 0 0 0,-1 0 0 0 0,1 0 0 0 0,0-1 0 0 0,0 1 0 0 0,0 0 0 0 0,0 0 0 0 0,-1 1 0 0 0,1-1 0 0 0,0 0 0 0 0,0 0 0 0 0,0 0 0 0 0,-1 0 0 0 0,2 1 0 0 0,10 1 552 0 0,-10 3 325 0 0,12 38-987 0 0,-3 1 0 0 0,-1 0 1 0 0,3 50-1 0 0,8 36-543 0 0,-16-107 513 0 0,0 3-129 0 0,0-1 1 0 0,2 0 0 0 0,18 44-1 0 0,-22-69 111 0 0,-1 0 0 0 0,1 0 0 0 0,0 0 0 0 0,0 0 0 0 0,-1 0 0 0 0,1-1 0 0 0,0 1-1 0 0,-1-1 1 0 0,1 0 0 0 0,4-2 0 0 0,14-2 83 0 0,1 1 15 0 0,39-11 0 0 0,-38 9 0 0 0,35-6 0 0 0,-49 11-13 0 0,0 0 0 0 0,0 0 0 0 0,1 1 1 0 0,-1 0-1 0 0,0 1 0 0 0,12 2 1 0 0,-16-1 86 0 0,1-1 1 0 0,0 1 0 0 0,-1 1 0 0 0,0-1-1 0 0,1 1 1 0 0,-1 0 0 0 0,0 0 0 0 0,-1 1-1 0 0,1-1 1 0 0,-1 1 0 0 0,5 5 0 0 0,4 2 286 0 0,0-1 0 0 0,24 15 0 0 0,-21-14-228 0 0,-14-10-190 0 0,0 0 0 0 0,0 1 0 0 0,0-1 0 0 0,0 1 0 0 0,0 0 0 0 0,-1-1 0 0 0,1 1 0 0 0,0 0 0 0 0,-1 0 0 0 0,0 0 0 0 0,1 0 0 0 0,-1 0 0 0 0,0 0 0 0 0,0 0 0 0 0,1 5 0 0 0,-1-5-32 0 0,-1-1 81 0 0,0-1 0 0 0,0 0 1 0 0,0 0-1 0 0,0 1 0 0 0,0-1 1 0 0,0 0-1 0 0,0 0 0 0 0,0 1 0 0 0,1-1 1 0 0,-1 0-1 0 0,0 0 0 0 0,0 1 1 0 0,0-1-1 0 0,0 0 0 0 0,0 0 1 0 0,1 0-1 0 0,-1 1 0 0 0,0-1 0 0 0,0 0 1 0 0,0 0-1 0 0,0 0 0 0 0,1 0 1 0 0,-1 1-1 0 0,0-1 0 0 0,0 0 1 0 0,1 0-1 0 0,-1 0 0 0 0,0 0 0 0 0,0 0 1 0 0,0 0-1 0 0,1 0 0 0 0,-1 0 1 0 0,0 0-1 0 0,0 0 0 0 0,1 0 0 0 0,-1 0 1 0 0,0 0-1 0 0,1 0 0 0 0,-1 0 1 0 0,0 0-1 0 0,0 0 0 0 0,0 0 1 0 0,1 0-1 0 0,-1 0 0 0 0,0 0 0 0 0,0 0 1 0 0,1 0-1 0 0,-1-1 0 0 0,0 1 1 0 0,0 0-1 0 0,0 0 0 0 0,1 0 1 0 0,-1 0-1 0 0,0-1 0 0 0,0 1 0 0 0,0 0 1 0 0,1 0-1 0 0,-1 0 0 0 0,0-1 1 0 0,0 1-1 0 0,0 0 0 0 0,0 0 0 0 0,0 0 1 0 0,0-1-1 0 0,0 1 0 0 0,2-1 31 0 0,-1 0-1 0 0,0 0 1 0 0,0 0-1 0 0,0 0 0 0 0,0 0 1 0 0,0-1-1 0 0,0 1 1 0 0,0 0-1 0 0,0 0 0 0 0,0-1 1 0 0,0 1-1 0 0,-1-1 1 0 0,1 1-1 0 0,-1 0 0 0 0,1-1 1 0 0,-1 1-1 0 0,0-1 0 0 0,1 1 1 0 0,-1-1-1 0 0,0-3 1 0 0,1 2-22 0 0,6-20-352 0 0,0 3-4033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2515 3201 0 0,'1'-4'359'0'0,"0"0"0"0"0,1 1 0 0 0,-1-1 0 0 0,1 1 1 0 0,0-1-1 0 0,0 1 0 0 0,0 0 0 0 0,4-5 0 0 0,-3 20 4585 0 0,2 16-2821 0 0,41 303-452 0 0,-45-324-1992 0 0,0 1-1 0 0,1-1 0 0 0,0 0 0 0 0,6 14 1 0 0,-8-20 269 0 0,1-1 0 0 0,-1 1 1 0 0,1 0-1 0 0,-1 0 0 0 0,1-1 0 0 0,-1 1 1 0 0,1 0-1 0 0,-1-1 0 0 0,1 1 1 0 0,-1-1-1 0 0,1 1 0 0 0,0-1 1 0 0,-1 1-1 0 0,1-1 0 0 0,0 1 1 0 0,0-1-1 0 0,-1 1 0 0 0,1-1 1 0 0,0 0-1 0 0,0 0 0 0 0,1 1 1 0 0,-1-1 23 0 0,0-1 0 0 0,0 1 1 0 0,0 0-1 0 0,1-1 0 0 0,-1 1 0 0 0,0-1 1 0 0,0 1-1 0 0,0-1 0 0 0,0 0 1 0 0,0 0-1 0 0,0 1 0 0 0,0-1 0 0 0,0 0 1 0 0,-1 0-1 0 0,1 0 0 0 0,0 0 1 0 0,0 0-1 0 0,-1 0 0 0 0,1 0 1 0 0,0-1-1 0 0,20-41-338 0 0,-20 39 390 0 0,1-1-1 0 0,-1 0 1 0 0,1 1-1 0 0,0 0 1 0 0,1-1-1 0 0,-1 1 1 0 0,1 0-1 0 0,-1 0 1 0 0,1 0-1 0 0,0 1 1 0 0,1-1-1 0 0,-1 1 1 0 0,1 0-1 0 0,-1 0 1 0 0,1 0-1 0 0,0 0 1 0 0,8-4-1 0 0,9-1 100 0 0,1 1 0 0 0,0 1 0 0 0,0 1 1 0 0,1 1-1 0 0,-1 1 0 0 0,1 0 0 0 0,0 2 0 0 0,0 1 0 0 0,25 3 0 0 0,-47-3-146 0 0,1 0-1 0 0,0 1 1 0 0,0-1-1 0 0,0 0 1 0 0,-1 0-1 0 0,1-1 1 0 0,0 1 0 0 0,0 0-1 0 0,-1-1 1 0 0,1 1-1 0 0,2-1 1 0 0,-4 0-3 0 0,1 1 1 0 0,-1 0 0 0 0,0-1 0 0 0,1 1-1 0 0,-1 0 1 0 0,1-1 0 0 0,-1 1-1 0 0,0 0 1 0 0,0-1 0 0 0,1 1-1 0 0,-1-1 1 0 0,0 1 0 0 0,0 0-1 0 0,1-1 1 0 0,-1 1 0 0 0,0-1-1 0 0,0 1 1 0 0,0-1 0 0 0,0 1 0 0 0,0-1-1 0 0,1 1 1 0 0,-1-1 0 0 0,0 1-1 0 0,0-1 1 0 0,0 1 0 0 0,-1-1-1 0 0,0-4-142 0 0,-1 0-1 0 0,1 0 0 0 0,-1 0 1 0 0,-1 0-1 0 0,1 0 0 0 0,-5-6 0 0 0,3 5 145 0 0,-3-6 78 0 0,1 0 0 0 0,0 0 0 0 0,0 0 0 0 0,1-1 0 0 0,1 0-1 0 0,0 0 1 0 0,1-1 0 0 0,1 1 0 0 0,0-1 0 0 0,0 1 0 0 0,1-1 0 0 0,2-14-1 0 0,36-361 451 0 0,-35 370-459 0 0,-1 14-25 0 0,2-23-75 0 0,-3 28 59 0 0,1-1-1 0 0,-1 0 1 0 0,0 0-1 0 0,0 1 1 0 0,0-1-1 0 0,0 0 1 0 0,0 0-1 0 0,1 1 1 0 0,-1-1-1 0 0,0 0 1 0 0,1 0-1 0 0,-1 1 1 0 0,1-1-1 0 0,-1 0 0 0 0,1 1 1 0 0,-1-1-1 0 0,1 1 1 0 0,-1-1-1 0 0,1 0 1 0 0,-1 1-1 0 0,1-1 1 0 0,0 1-1 0 0,-1 0 1 0 0,1-1-1 0 0,1 0 1 0 0,-1 3 45 0 0,0 0 0 0 0,0-1 1 0 0,1 1-1 0 0,-1-1 0 0 0,0 1 1 0 0,0 0-1 0 0,-1 0 0 0 0,1 0 1 0 0,0 0-1 0 0,0 0 0 0 0,0 3 1 0 0,-1-3-137 0 0,0-1-1 0 0,0 1 1 0 0,0-1 0 0 0,0 1 0 0 0,0-1 0 0 0,0 1 0 0 0,-1-1 0 0 0,1 1-1 0 0,-1-1 1 0 0,1 1 0 0 0,-1-1 0 0 0,1 1 0 0 0,-1-1 0 0 0,0 0-1 0 0,1 1 1 0 0,-6 4 2898 0 0,12-9-4846 0 0,-4 1 1898 0 0,1 0 1 0 0,-1 0-1 0 0,1 0 1 0 0,-1-1-1 0 0,0 1 1 0 0,0-1 0 0 0,0 1-1 0 0,0-1 1 0 0,1-3-1 0 0,1 1-168 0 0,0 2-124 0 0,1 3 1970 0 0,3-3-1418 0 0,0-1-1 0 0,-1 0 1 0 0,1 0-1 0 0,-1-1 1 0 0,0 0-1 0 0,12-10 1 0 0,30-21-206 0 0,-40 31-59 0 0,12-5 510 0 0,-2-2 0 0 0,21-14 0 0 0,-39 25-357 0 0,0 0 0 0 0,0 0-1 0 0,0 0 1 0 0,0 0 0 0 0,0 0 0 0 0,-1 0 0 0 0,1 0 0 0 0,-1 0-1 0 0,1 0 1 0 0,0 0 0 0 0,-1-1 0 0 0,0 1 0 0 0,1 0 0 0 0,-1 0 0 0 0,0 0-1 0 0,0-1 1 0 0,1 1 0 0 0,-1 0 0 0 0,0 0 0 0 0,0-1 0 0 0,0 1-1 0 0,-1 0 1 0 0,1 0 0 0 0,0-1 0 0 0,0 1 0 0 0,-1 0 0 0 0,1 0-1 0 0,0 0 1 0 0,-1-1 0 0 0,0 1 0 0 0,0-2 0 0 0,-6-25-293 0 0,5-17 173 0 0,-3 0-1 0 0,-2 0 1 0 0,-1 1 0 0 0,-22-64-1 0 0,20 66 140 0 0,6 24 367 0 0,0 0 0 0 0,-2 1 0 0 0,-10-24 0 0 0,15 37-359 0 0,0 1 0 0 0,0-1 0 0 0,0 1 0 0 0,1-1 0 0 0,0 1 0 0 0,-1-1 0 0 0,1 0 0 0 0,0 1 0 0 0,1-1 0 0 0,-1 0 0 0 0,1 1 0 0 0,1-7 0 0 0,2-19 64 0 0,-3 25-124 0 0,-1 0 0 0 0,1 1 0 0 0,1-1 0 0 0,-1 1 0 0 0,0 0 0 0 0,1-1 1 0 0,2-3-1 0 0,5-11-399 0 0,-1-4 397 0 0,-7 22 40 0 0,1 0 6 0 0,0 0 1 0 0,1 1-1 0 0,-1 0 0 0 0,0-1 0 0 0,0 1 1 0 0,1 0-1 0 0,-1 0 0 0 0,0 0 0 0 0,0 0 1 0 0,3 3-1 0 0,9 4 61 0 0,-5-4-47 0 0,0 0 0 0 0,0-1-1 0 0,0 0 1 0 0,0 0 0 0 0,1-1 0 0 0,9 1 0 0 0,-13-3-11 0 0,-1 0 1 0 0,1 0 0 0 0,-1-1-1 0 0,1 0 1 0 0,-1 0 0 0 0,1 0-1 0 0,-1-1 1 0 0,0 1 0 0 0,1-1 0 0 0,-1-1-1 0 0,9-4 1 0 0,31-18 523 0 0,-46 22-473 0 0,0-2-88 0 0,-1-1-1 0 0,1 0 1 0 0,-1 0 0 0 0,-1 1-1 0 0,-3-9 1 0 0,-2 5-132 0 0,1 0 1 0 0,0 0 0 0 0,1 0 0 0 0,0-1-1 0 0,1 0 1 0 0,0 0 0 0 0,0-1-1 0 0,1 1 1 0 0,1-1 0 0 0,0 0-1 0 0,-3-13 1 0 0,-1-20 215 0 0,-2-69 1 0 0,6 60-173 0 0,0 19 491 0 0,1 0 1 0 0,2 0-1 0 0,2 0 1 0 0,10-61-1 0 0,-10 77 300 0 0,1-4-1072 0 0,0 4 369 0 0,-3 16 8 0 0,0 1 0 0 0,0-1 0 0 0,0 0 0 0 0,0 1 0 0 0,0-1-1 0 0,1 0 1 0 0,-1 1 0 0 0,0-1 0 0 0,1 1 0 0 0,-1-1 0 0 0,1 1 0 0 0,0-1 0 0 0,0 1 0 0 0,-1-1 0 0 0,3-1 0 0 0,-4 3 10 0 0,1 1 1 0 0,0-1-1 0 0,0 1 1 0 0,0-1 0 0 0,-1 1-1 0 0,1-1 1 0 0,0 1-1 0 0,0-1 1 0 0,0 1 0 0 0,0 0-1 0 0,0-1 1 0 0,0 1-1 0 0,0-1 1 0 0,0 1 0 0 0,0-1-1 0 0,0 1 1 0 0,1-1-1 0 0,-1 1 1 0 0,0-1 0 0 0,0 1-1 0 0,0-1 1 0 0,1 1-1 0 0,-1-1 1 0 0,0 1 0 0 0,0-1-1 0 0,1 1 1 0 0,-1-1-1 0 0,0 0 1 0 0,1 1 0 0 0,-1-1-1 0 0,1 1 1 0 0,-1-1 0 0 0,1 0-1 0 0,-1 1 1 0 0,0-1-1 0 0,1 0 1 0 0,-1 0 0 0 0,1 0-1 0 0,-1 1 1 0 0,1-1-1 0 0,0 0 1 0 0,0 0 0 0 0,1 1 16 0 0,0 0 1 0 0,0 0 0 0 0,0 0-1 0 0,0 0 1 0 0,0 0 0 0 0,0-1-1 0 0,0 1 1 0 0,0-1 0 0 0,0 0-1 0 0,0 1 1 0 0,3-1 0 0 0,1-1 5 0 0,-1 1 0 0 0,1 0 0 0 0,-1 0 0 0 0,1 0 0 0 0,-1 1 0 0 0,0 0 1 0 0,1 0-1 0 0,-1 0 0 0 0,0 0 0 0 0,0 1 0 0 0,7 3 0 0 0,-8-3-4 0 0,0 0 0 0 0,1 0-1 0 0,-1-1 1 0 0,1 0 0 0 0,-1 1-1 0 0,1-2 1 0 0,0 1 0 0 0,-1 0-1 0 0,1-1 1 0 0,0 0 0 0 0,-1 0 0 0 0,1 0-1 0 0,0-1 1 0 0,0 0 0 0 0,-1 0-1 0 0,5-1 1 0 0,1-2-106 0 0,-2 0-1 0 0,1-1 1 0 0,0 0 0 0 0,-1-1-1 0 0,0 1 1 0 0,13-13 0 0 0,-21 17 93 0 0,-1-4 21 0 0,-1-1 0 0 0,1 1 0 0 0,-1 0-1 0 0,0 0 1 0 0,-1 1 0 0 0,1-1 0 0 0,-5-5 0 0 0,-7-17-262 0 0,-14-34-346 0 0,22 50 495 0 0,0 0 0 0 0,1 0 0 0 0,0 0 0 0 0,1 0 0 0 0,0-1 0 0 0,1 0 0 0 0,1 1 0 0 0,-2-18 0 0 0,0-32 197 0 0,1 24 487 0 0,2 0 1 0 0,6-62-1 0 0,-2 89-576 0 0,-1 0 0 0 0,2 0 0 0 0,0 0 0 0 0,0 1-1 0 0,1-1 1 0 0,0 1 0 0 0,9-12 0 0 0,-13 18 572 0 0,-5 9-209 0 0,-3 8-2749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90 920 0 0,'12'-15'1721'0'0,"7"4"-1071"0"0,-1 1 1 0 0,1 1 0 0 0,0 0 0 0 0,1 2 0 0 0,0 0 0 0 0,0 1 0 0 0,0 1 0 0 0,1 1 0 0 0,0 1-1 0 0,0 1 1 0 0,25 0 0 0 0,-30 2-785 0 0,1 1-1 0 0,-1 1 0 0 0,0 0 1 0 0,0 1-1 0 0,19 6 0 0 0,-23-4-2252 0 0,-2 0-740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6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45 649 5065 0 0,'-3'1'233'0'0,"0"1"1"0"0,0 0-1 0 0,0 0 0 0 0,0 0 0 0 0,1 0 1 0 0,-1 0-1 0 0,0 1 0 0 0,1-1 0 0 0,0 1 1 0 0,0 0-1 0 0,0-1 0 0 0,0 1 0 0 0,0 0 1 0 0,0 0-1 0 0,1 0 0 0 0,-1 1 0 0 0,1-1 1 0 0,0 0-1 0 0,0 1 0 0 0,-1 4 0 0 0,2-8-185 0 0,0 1-1 0 0,0-1 1 0 0,0 0-1 0 0,1 1 1 0 0,-1-1-1 0 0,0 0 0 0 0,0 1 1 0 0,0-1-1 0 0,0 0 1 0 0,1 1-1 0 0,-1-1 1 0 0,0 0-1 0 0,0 1 1 0 0,1-1-1 0 0,-1 0 0 0 0,0 0 1 0 0,0 1-1 0 0,1-1 1 0 0,-1 0-1 0 0,0 0 1 0 0,1 0-1 0 0,-1 1 0 0 0,0-1 1 0 0,1 0-1 0 0,-1 0 1 0 0,0 0-1 0 0,1 0 1 0 0,-1 0-1 0 0,1 0 0 0 0,-1 0 1 0 0,0 0-1 0 0,1 0 1 0 0,-1 0-1 0 0,0 0 1 0 0,1 0-1 0 0,-1 0 0 0 0,1 0 1 0 0,-1 0-1 0 0,0 0 1 0 0,1 0-1 0 0,-1 0 1 0 0,0 0-1 0 0,1 0 0 0 0,-1-1 1 0 0,0 1-1 0 0,1-1 1 0 0,18-7 896 0 0,-4-2-575 0 0,0 0 0 0 0,-1-1 0 0 0,0-1 0 0 0,-1-1-1 0 0,16-18 1 0 0,55-79 1057 0 0,-24 29-388 0 0,125-139 264 0 0,-141 173-2913 0 0,3 2-1 0 0,75-57 1 0 0,-105 89-3701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97 5065 0 0,'-2'-2'1110'0'0,"7"-3"-202"0"0,20-12 464 0 0,32-17 763 0 0,-45 28-1685 0 0,0 0 0 0 0,0 1-1 0 0,1 1 1 0 0,0-1 0 0 0,-1 2-1 0 0,1 0 1 0 0,1 1 0 0 0,-1 0-1 0 0,16 0 1 0 0,-20 2-301 0 0,0 1 1 0 0,0 0-1 0 0,0 1 1 0 0,0-1-1 0 0,0 2 0 0 0,0 0 1 0 0,0 0-1 0 0,-1 0 0 0 0,1 1 1 0 0,-1 0-1 0 0,0 1 1 0 0,0 0-1 0 0,-1 0 0 0 0,9 8 1 0 0,-7-6-67 0 0,0 2 0 0 0,-1-1 0 0 0,0 1-1 0 0,-1 1 1 0 0,0-1 0 0 0,0 1 0 0 0,-1 1 0 0 0,0-1 0 0 0,-1 1 0 0 0,0 0 0 0 0,-1 0 0 0 0,5 17 0 0 0,-3 1-498 0 0,-2 0 1 0 0,0 1-1 0 0,-2 54 1 0 0,-2-50-5612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6913 0 0,'26'62'5044'0'0,"-13"-29"-4310"0"0,-5-13-349 0 0,3 10 92 0 0,2-1 0 0 0,1-1 0 0 0,18 28 0 0 0,-28-50-395 0 0,0-1 1 0 0,0 1-1 0 0,0 0 1 0 0,1-1 0 0 0,0 0-1 0 0,0 0 1 0 0,0 0-1 0 0,1-1 1 0 0,-1 0 0 0 0,1 0-1 0 0,0 0 1 0 0,0-1-1 0 0,1 0 1 0 0,-1 0 0 0 0,1 0-1 0 0,-1-1 1 0 0,1 0-1 0 0,0-1 1 0 0,11 2 0 0 0,-12-3-65 0 0,-1 0 0 0 0,0 0 0 0 0,0-1 0 0 0,0 0 0 0 0,0 0 0 0 0,0-1 0 0 0,0 0 0 0 0,0 1 0 0 0,0-2 0 0 0,-1 1 0 0 0,1 0 0 0 0,-1-1 0 0 0,1 0 0 0 0,-1 0 0 0 0,0 0 0 0 0,0-1 0 0 0,0 1 0 0 0,-1-1 0 0 0,1 0 0 0 0,-1 0 0 0 0,0 0 0 0 0,0 0 0 0 0,0-1 0 0 0,-1 1 0 0 0,3-6 0 0 0,5-14-336 0 0,0 0-1 0 0,-1 0 1 0 0,9-45 0 0 0,-12 44-186 0 0,17-84-2820 0 0,-18 84 2059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3225 0 0,'-2'3'244'0'0,"-1"-1"0"0"0,1 0 0 0 0,-1 1 0 0 0,1 0 0 0 0,0-1-1 0 0,0 1 1 0 0,0 0 0 0 0,0 0 0 0 0,1 0 0 0 0,-1 0 0 0 0,1 0 0 0 0,0 0 0 0 0,-2 7 0 0 0,-7 46 2534 0 0,10-50-2506 0 0,0-1-1 0 0,1 1 1 0 0,-1 0-1 0 0,1 0 1 0 0,0-1-1 0 0,0 1 1 0 0,1-1-1 0 0,0 1 1 0 0,0-1 0 0 0,0 0-1 0 0,1 0 1 0 0,-1 1-1 0 0,1-2 1 0 0,0 1-1 0 0,1 0 1 0 0,-1-1-1 0 0,1 1 1 0 0,0-1 0 0 0,0 0-1 0 0,5 3 1 0 0,12 10 110 0 0,0-2 1 0 0,1 0 0 0 0,28 13 0 0 0,-7-4-1606 0 0,-25-13-458 0 0,1 0-3393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10594 0 0,'-4'0'472'0'0,"1"0"96"0"0,2 2-455 0 0,-1-2-113 0 0,2 1 0 0 0,0 1 272 0 0,0-1 32 0 0,0 3 8 0 0,0 2 0 0 0,2-1-152 0 0,1 2-32 0 0,1 0-8 0 0,1 2 0 0 0,5 2-32 0 0,-5 2-8 0 0,-1 2 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47 2304 0 0,'4'-6'390'0'0,"-1"1"254"0"0,0 0 1 0 0,1 0 0 0 0,-1 0 0 0 0,1 1 0 0 0,9-8 0 0 0,-13 11-547 0 0,1 1 1 0 0,-1 0-1 0 0,1-1 0 0 0,0 1 0 0 0,-1-1 0 0 0,1 1 1 0 0,0 0-1 0 0,-1 0 0 0 0,1-1 0 0 0,0 1 0 0 0,0 0 1 0 0,-1 0-1 0 0,1 0 0 0 0,0 0 0 0 0,0 0 0 0 0,-1 0 1 0 0,1 0-1 0 0,0 0 0 0 0,0 0 0 0 0,-1 0 0 0 0,2 1 1 0 0,0-1 6 0 0,-1 1 0 0 0,0 0 1 0 0,0 0-1 0 0,0 0 0 0 0,0 0 1 0 0,0 0-1 0 0,0 0 0 0 0,0 0 1 0 0,0 0-1 0 0,0 1 0 0 0,0-1 1 0 0,-1 0-1 0 0,1 1 0 0 0,0-1 1 0 0,0 3-1 0 0,4 13 161 0 0,0 1 1 0 0,-1 1-1 0 0,-1-1 0 0 0,-1 0 1 0 0,-1 1-1 0 0,0 0 0 0 0,-1-1 1 0 0,-1 1-1 0 0,-1-1 0 0 0,-6 27 1 0 0,5-37-238 0 0,0 0-1 0 0,0 1 1 0 0,-1-1 0 0 0,0-1 0 0 0,-1 1-1 0 0,1-1 1 0 0,-2 0 0 0 0,1 0-1 0 0,-1 0 1 0 0,0-1 0 0 0,-10 10 0 0 0,13-14-15 0 0,0 0 0 0 0,0 0 0 0 0,0 0 1 0 0,0 0-1 0 0,-1 0 0 0 0,1-1 0 0 0,0 1 1 0 0,-1-1-1 0 0,1 0 0 0 0,-1 0 0 0 0,1 0 1 0 0,-1-1-1 0 0,-4 1 0 0 0,5-1 12 0 0,1 0-1 0 0,-1-1 0 0 0,0 1 1 0 0,1-1-1 0 0,-1 0 1 0 0,1 0-1 0 0,-1 1 0 0 0,1-2 1 0 0,-1 1-1 0 0,1 0 0 0 0,0 0 1 0 0,-1-1-1 0 0,1 0 1 0 0,0 1-1 0 0,0-1 0 0 0,0 0 1 0 0,0 0-1 0 0,1 0 1 0 0,-1 0-1 0 0,-1-3 0 0 0,-3-4-83 0 0,1 0 0 0 0,0 0 0 0 0,1 0 0 0 0,0-1 0 0 0,0 0 0 0 0,1 0 0 0 0,1 0 0 0 0,-3-16 0 0 0,4 19-35 0 0,0 0-1 0 0,0 0 0 0 0,1 0 1 0 0,0 0-1 0 0,0 0 1 0 0,0 0-1 0 0,1 1 1 0 0,0-1-1 0 0,1 0 0 0 0,0 0 1 0 0,0 0-1 0 0,0 1 1 0 0,5-11-1 0 0,-5 15 141 0 0,0-1 0 0 0,0 1 0 0 0,0 0 0 0 0,0 0 0 0 0,0 0 0 0 0,1 0 0 0 0,-1 0 0 0 0,0 1-1 0 0,1-1 1 0 0,0 1 0 0 0,-1-1 0 0 0,1 1 0 0 0,0 0 0 0 0,0 0 0 0 0,-1 0 0 0 0,1 0 0 0 0,0 1 0 0 0,0-1 0 0 0,0 1 0 0 0,0 0 0 0 0,0 0 0 0 0,0 0 0 0 0,0 0-1 0 0,0 0 1 0 0,0 0 0 0 0,0 1 0 0 0,0 0 0 0 0,-1-1 0 0 0,1 1 0 0 0,0 0 0 0 0,0 1 0 0 0,3 1 0 0 0,2 1 213 0 0,1 0 0 0 0,-1 1 1 0 0,0 0-1 0 0,0 0 0 0 0,-1 0 0 0 0,0 1 1 0 0,0 1-1 0 0,0-1 0 0 0,7 10 1 0 0,4 10 191 0 0,-2 2 0 0 0,0 0 1 0 0,18 50-1 0 0,13 21-6217 0 0,-33-72 267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68 138 2761 0 0,'-3'0'162'0'0,"1"1"1"0"0,0-1-1 0 0,-1 0 1 0 0,1 0-1 0 0,-1 0 1 0 0,1 0-1 0 0,0 0 1 0 0,-1-1-1 0 0,1 1 1 0 0,0-1-1 0 0,-1 1 1 0 0,1-1-1 0 0,0 0 1 0 0,0 0-1 0 0,0 0 1 0 0,-1 0-1 0 0,1 0 1 0 0,0-1-1 0 0,0 1 1 0 0,1 0-1 0 0,-1-1 1 0 0,0 0-1 0 0,0 1 1 0 0,1-1-1 0 0,-1 0 1 0 0,1 0-1 0 0,0 0 1 0 0,-1 0-1 0 0,1 0 1 0 0,0 0-1 0 0,0 0 1 0 0,0-1-1 0 0,1 1 1 0 0,-1 0-1 0 0,0 0 1 0 0,1-1-1 0 0,-1 1 1 0 0,1 0-1 0 0,0-1 1 0 0,0 1-1 0 0,0-1 1 0 0,0 1-1 0 0,1-4 1 0 0,-1 2 21 0 0,1 1 1 0 0,-1 0-1 0 0,1 0 0 0 0,-1-1 1 0 0,1 1-1 0 0,0 0 0 0 0,0 0 0 0 0,0 0 1 0 0,1 0-1 0 0,-1 0 0 0 0,1 0 1 0 0,0 1-1 0 0,0-1 0 0 0,0 0 1 0 0,0 1-1 0 0,0 0 0 0 0,0-1 0 0 0,1 1 1 0 0,-1 0-1 0 0,1 0 0 0 0,-1 0 1 0 0,1 0-1 0 0,0 1 0 0 0,0-1 1 0 0,0 1-1 0 0,0 0 0 0 0,0-1 0 0 0,0 2 1 0 0,0-1-1 0 0,0 0 0 0 0,5 0 1 0 0,-5 1-111 0 0,1 1 0 0 0,-1 0 0 0 0,0 0 0 0 0,0 0 0 0 0,0 0 0 0 0,0 0 0 0 0,0 0-1 0 0,0 1 1 0 0,0 0 0 0 0,-1 0 0 0 0,1-1 0 0 0,0 1 0 0 0,-1 1 0 0 0,1-1 0 0 0,-1 0 0 0 0,0 1 0 0 0,0-1 0 0 0,0 1 0 0 0,0-1 0 0 0,0 1 0 0 0,1 3 0 0 0,6 10 2 0 0,-1 1-1 0 0,9 25 1 0 0,-14-33-45 0 0,9 24-24 0 0,-6-12-10 0 0,17 34-1 0 0,-21-51 3 0 0,1 0 0 0 0,-1 0 1 0 0,0 0-1 0 0,1 0 0 0 0,0 0 0 0 0,0 0 1 0 0,0-1-1 0 0,1 1 0 0 0,-1-1 1 0 0,1 0-1 0 0,0 0 0 0 0,0-1 0 0 0,7 5 1 0 0,-9-6-15 0 0,0-1 0 0 0,0 1 0 0 0,0 0-1 0 0,0-1 1 0 0,0 0 0 0 0,1 0 0 0 0,-1 1 0 0 0,0-1 0 0 0,0-1 0 0 0,0 1 0 0 0,0 0 0 0 0,0 0 0 0 0,0-1 0 0 0,1 1 0 0 0,-1-1-1 0 0,3-1 1 0 0,34-22-534 0 0,-36 21 508 0 0,0 0-1 0 0,1 1 0 0 0,-1-1 0 0 0,1 1 0 0 0,0 0 0 0 0,-1 0 0 0 0,1 0 0 0 0,0 0 0 0 0,0 1 0 0 0,1-1 0 0 0,-1 1 0 0 0,0 0 0 0 0,0 0 0 0 0,1 1 0 0 0,4-1 0 0 0,-7 2 24 0 0,-1-1 0 0 0,1 1 0 0 0,0 0-1 0 0,-1 0 1 0 0,1 0 0 0 0,-1 0-1 0 0,1 0 1 0 0,-1 0 0 0 0,0 0-1 0 0,1 1 1 0 0,-1-1 0 0 0,0 0-1 0 0,0 1 1 0 0,0-1 0 0 0,0 1-1 0 0,0-1 1 0 0,0 1 0 0 0,0-1 0 0 0,-1 1-1 0 0,1 0 1 0 0,-1-1 0 0 0,1 1-1 0 0,-1 0 1 0 0,1 0 0 0 0,-1-1-1 0 0,0 3 1 0 0,4 51-864 0 0,-4-51 793 0 0,0 32-1549 0 0,1-22-3120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0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73 6913 0 0,'-14'4'625'0'0,"10"-2"-451"0"0,0 0 0 0 0,0-1 0 0 0,-1 0 1 0 0,1 0-1 0 0,-1 0 0 0 0,1 0 0 0 0,-1-1 0 0 0,1 1 0 0 0,-1-1 0 0 0,1-1 0 0 0,-6 0 0 0 0,10 1-100 0 0,-1-1 0 0 0,1 1-1 0 0,0-1 1 0 0,0 1-1 0 0,0-1 1 0 0,0 1-1 0 0,-1-1 1 0 0,1 1-1 0 0,0-1 1 0 0,0 1 0 0 0,0-1-1 0 0,0 1 1 0 0,0-1-1 0 0,1 1 1 0 0,-1-1-1 0 0,0 1 1 0 0,0-1-1 0 0,0 1 1 0 0,0-1 0 0 0,0 1-1 0 0,1-1 1 0 0,-1 1-1 0 0,0-1 1 0 0,0 1-1 0 0,1-1 1 0 0,-1 1-1 0 0,0-1 1 0 0,1 1 0 0 0,-1 0-1 0 0,1-1 1 0 0,-1 1-1 0 0,0 0 1 0 0,1-1-1 0 0,0 1 1 0 0,16-16 908 0 0,-10 9-759 0 0,0 1 0 0 0,1 1 0 0 0,0-1 0 0 0,0 1 0 0 0,1 1 1 0 0,0-1-1 0 0,-1 1 0 0 0,1 1 0 0 0,11-3 0 0 0,-15 5-115 0 0,0 1-1 0 0,0-1 1 0 0,-1 1 0 0 0,1 0 0 0 0,0 0 0 0 0,0 1 0 0 0,0 0 0 0 0,-1-1-1 0 0,1 2 1 0 0,0-1 0 0 0,-1 0 0 0 0,1 1 0 0 0,-1 0 0 0 0,1 0 0 0 0,-1 0-1 0 0,0 1 1 0 0,0 0 0 0 0,0-1 0 0 0,0 1 0 0 0,4 5 0 0 0,16 15 286 0 0,-2 2 0 0 0,-1 0 1 0 0,22 35-1 0 0,-28-38-338 0 0,1 0 0 0 0,1-1 0 0 0,1 0 0 0 0,0-2 0 0 0,42 35 1 0 0,-36-39-274 0 0,-16-10-483 0 0,1 0 0 0 0,-1 1 0 0 0,-1 0 1 0 0,1 0-1 0 0,12 15 0 0 0,-14-12-667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4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0 478 3225 0 0,'5'-18'288'0'0,"-1"7"-288"0"0,0-1 0 0 0,1-1 0 0 0,-1 4-464 0 0,2-1-144 0 0,1-5-33 0 0,7-11-7 0 0,6-11 584 0 0,9-16 64 0 0,4-4 112 0 0,-1 3-24 0 0,-3 7-24 0 0,-2 3-64 0 0,-1 6 96 0 0,-6 5-16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13 118 10594 0 0,'-1'0'-8'0'0,"1"0"1"0"0,-1 0-1 0 0,1 0 0 0 0,-1 0 0 0 0,1 0 0 0 0,-1 0 1 0 0,1-1-1 0 0,-1 1 0 0 0,1 0 0 0 0,-1 0 0 0 0,1-1 1 0 0,-1 1-1 0 0,1 0 0 0 0,-1-1 0 0 0,1 1 0 0 0,0 0 1 0 0,-1-1-1 0 0,1 1 0 0 0,0-1 0 0 0,-1 1 0 0 0,1 0 0 0 0,0-1 1 0 0,-1 1-1 0 0,1-1 0 0 0,0 1 0 0 0,0-1 0 0 0,0 1 1 0 0,-1-1-1 0 0,1 1 0 0 0,0-2 0 0 0,-1-22 486 0 0,2 18-212 0 0,0 0 0 0 0,0 0 0 0 0,0 1 0 0 0,1-1 0 0 0,0 1 0 0 0,3-8 0 0 0,-4 10-113 0 0,1 1 0 0 0,-1 0 0 0 0,1-1 0 0 0,0 1 0 0 0,-1 0 0 0 0,1 0 0 0 0,0 0 0 0 0,0 0 0 0 0,1 0 0 0 0,-1 1 0 0 0,0-1 0 0 0,1 1 0 0 0,-1-1 0 0 0,1 1 0 0 0,-1 0 0 0 0,1 0 0 0 0,-1 0 0 0 0,1 0 0 0 0,0 1 0 0 0,0-1 0 0 0,-1 1 0 0 0,6-1 0 0 0,-4 1 5 0 0,0 1-1 0 0,0 0 1 0 0,-1 0 0 0 0,1 0 0 0 0,-1 1-1 0 0,1-1 1 0 0,-1 1 0 0 0,0 0-1 0 0,1 0 1 0 0,-1 0 0 0 0,0 0 0 0 0,0 0-1 0 0,0 1 1 0 0,-1-1 0 0 0,1 1-1 0 0,3 5 1 0 0,10 14 41 0 0,-2 0-1 0 0,0 1 0 0 0,-2 0 1 0 0,0 1-1 0 0,11 35 1 0 0,-8-21-18 0 0,22 41 1 0 0,-36-78-147 0 0,-1 0 1 0 0,1 0 0 0 0,-1 1-1 0 0,1-1 1 0 0,0 0 0 0 0,0 0-1 0 0,-1 0 1 0 0,1 0 0 0 0,0 0-1 0 0,0 0 1 0 0,0 0 0 0 0,0 0-1 0 0,0 0 1 0 0,0-1 0 0 0,0 1-1 0 0,1 0 1 0 0,-1-1 0 0 0,0 1-1 0 0,2 0 1 0 0,-2-1-17 0 0,-1 0 0 0 0,1 0 0 0 0,0-1 0 0 0,0 1 0 0 0,-1 0 0 0 0,1-1 1 0 0,0 1-1 0 0,-1 0 0 0 0,1-1 0 0 0,0 1 0 0 0,-1-1 0 0 0,1 1 0 0 0,-1-1 0 0 0,1 1 0 0 0,0-1 0 0 0,-1 1 0 0 0,0-1 1 0 0,1 0-1 0 0,-1 1 0 0 0,1-1 0 0 0,-1 0 0 0 0,0 1 0 0 0,1-1 0 0 0,-1-1 0 0 0,4-9 43 0 0,0 0-1 0 0,-1 0 0 0 0,2-17 0 0 0,-2 14-179 0 0,19-102-1674 0 0,-17 84 641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6913 0 0,'0'0'139'0'0,"0"0"-1"0"0,-1 0 0 0 0,1 1 0 0 0,-1-1 0 0 0,1 0 0 0 0,0 0 1 0 0,-1 0-1 0 0,1 1 0 0 0,0-1 0 0 0,-1 0 0 0 0,1 1 0 0 0,0-1 0 0 0,-1 0 1 0 0,1 1-1 0 0,0-1 0 0 0,0 0 0 0 0,0 1 0 0 0,-1-1 0 0 0,1 1 1 0 0,0-1-1 0 0,0 0 0 0 0,0 1 0 0 0,0-1 0 0 0,0 1 0 0 0,-1-1 1 0 0,1 1-1 0 0,0-1 0 0 0,0 1 0 0 0,0-1 0 0 0,0 0 0 0 0,0 1 0 0 0,1 0 1 0 0,5 22 2037 0 0,19 24-352 0 0,-22-42-1351 0 0,11 17 538 0 0,1 0-1 0 0,1-1 1 0 0,1 0-1 0 0,21 19 1 0 0,85 65-1952 0 0,-104-90-3978 0 0,-1 0-1594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0,'0'3'228'0'0,"0"-1"-1"0"0,0 0 0 0 0,0 0 1 0 0,0 1-1 0 0,0-1 0 0 0,1 0 1 0 0,-1 1-1 0 0,1-1 1 0 0,-1 0-1 0 0,1 0 0 0 0,0 0 1 0 0,0 0-1 0 0,0 0 1 0 0,2 3-1 0 0,18 29 3090 0 0,-18-29-2946 0 0,6 7 498 0 0,1 0-1 0 0,0 0 1 0 0,1 0 0 0 0,0-2 0 0 0,1 1-1 0 0,0-1 1 0 0,1-1 0 0 0,15 9-1 0 0,12 4-686 0 0,62 23 0 0 0,-81-37-657 0 0,11 10-2480 0 0,-18-10-1830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0,'5'11'422'0'0,"1"0"0"0"0,0-1-1 0 0,1 0 1 0 0,0 0 0 0 0,0 0 0 0 0,1-1-1 0 0,1 0 1 0 0,-1-1 0 0 0,11 9 0 0 0,2 3 596 0 0,59 47 1619 0 0,-55-48-4190 0 0,33 32-1 0 0,-40-33 325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48 8754 0 0,'3'-1'776'0'0,"-2"0"-616"0"0,1-1-160 0 0,-1 1 0 0 0,-1-1-288 0 0,0 0-80 0 0,2-2-16 0 0,0-1-8 0 0,0-1 392 0 0,0 0 0 0 0,1 1 0 0 0,-1-1 96 0 0,0 3-528 0 0,0 1-112 0 0,0 0-17 0 0,-6 2-7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0 354 2304 0 0,'3'-5'201'0'0,"0"1"-201"0"0,0 2 0 0 0,-2-1 0 0 0,2 1 104 0 0,-1-3-16 0 0,5-3-8 0 0,2-6 8 0 0,0-4-88 0 0</inkml:trace>
  <inkml:trace contextRef="#ctx0" brushRef="#br0" timeOffset="1">242 60 14283 0 0,'14'-9'1329'0'0,"12"-3"-3839"0"0,-2 0 1251 0 0,-15 6 1180 0 0,13-10-677 0 0,-21 16 620 0 0,-1-1 1 0 0,1 1-1 0 0,-1-1 0 0 0,1 1 1 0 0,-1 0-1 0 0,1-1 1 0 0,0 1-1 0 0,-1 0 0 0 0,1 0 1 0 0,0-1-1 0 0,-1 1 1 0 0,1 0-1 0 0,0 0 0 0 0,-1 0 1 0 0,1 0-1 0 0,0 0 0 0 0,0 0 1 0 0,-1 0-1 0 0,1 0 1 0 0,0 0-1 0 0,-1 0 0 0 0,1 0 1 0 0,0 0-1 0 0,1 1 1 0 0,-2 2-177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4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2321 6913 0 0,'-10'18'-468'0'0,"1"1"0"0"0,1 0-1 0 0,-6 22 1 0 0,-7 18 980 0 0,12-37-181 0 0,-3 6 703 0 0,-18 33 0 0 0,26-54-802 0 0,0-1-1 0 0,0 1 1 0 0,-1-1-1 0 0,0 0 1 0 0,-1 0 0 0 0,1 0-1 0 0,-1-1 1 0 0,0 0-1 0 0,0 0 1 0 0,-7 4-1 0 0,12-9-206 0 0,1 1 0 0 0,-1-1-1 0 0,0 1 1 0 0,1-1 0 0 0,-1 0 0 0 0,0 0-1 0 0,1 1 1 0 0,-1-1 0 0 0,0 0 0 0 0,1 0-1 0 0,-1 0 1 0 0,0 0 0 0 0,1 0-1 0 0,-1 0 1 0 0,0 0 0 0 0,0 0 0 0 0,1 0-1 0 0,-1 0 1 0 0,0 0 0 0 0,1 0 0 0 0,-1-1-1 0 0,0 1 1 0 0,1 0 0 0 0,-1 0-1 0 0,0-1 1 0 0,1 1 0 0 0,-1 0 0 0 0,0-1-1 0 0,0-1-4 0 0,-1 1 0 0 0,1-1 0 0 0,0 1 0 0 0,0-1 0 0 0,0 1 0 0 0,0-1 0 0 0,1 0 0 0 0,-1 0 0 0 0,0 1 0 0 0,0-4 0 0 0,-5-49-198 0 0,5 50 165 0 0,2-135-875 0 0,30-232 0 0 0,-13 210 702 0 0,78-554-230 0 0,-71 594 466 0 0,5 2 0 0 0,5 1 0 0 0,94-210 0 0 0,-99 265-101 0 0,3 1 1 0 0,69-100-1 0 0,-87 143 97 0 0,0 1 0 0 0,1 0 0 0 0,1 1 0 0 0,1 1 0 0 0,0 0 0 0 0,1 1 0 0 0,0 1 0 0 0,1 1 0 0 0,1 1 0 0 0,0 1 0 0 0,40-15 0 0 0,-47 21-12 0 0,1 1 1 0 0,0 0-1 0 0,0 0 0 0 0,0 2 0 0 0,1 0 1 0 0,-1 1-1 0 0,0 0 0 0 0,1 1 0 0 0,-1 1 0 0 0,1 1 1 0 0,-1 0-1 0 0,0 0 0 0 0,0 2 0 0 0,0 0 1 0 0,0 1-1 0 0,-1 0 0 0 0,1 1 0 0 0,-1 1 1 0 0,-1 0-1 0 0,1 1 0 0 0,-1 0 0 0 0,-1 1 1 0 0,0 1-1 0 0,16 15 0 0 0,-7-3-91 0 0,-2 1-1 0 0,-1 0 1 0 0,0 2 0 0 0,-2 0-1 0 0,-1 1 1 0 0,-1 0-1 0 0,-1 1 1 0 0,16 49-1 0 0,-1 20 207 0 0,20 125-1 0 0,-29-129 144 0 0,58 329 799 0 0,29 126-367 0 0,168 361-550 0 0,-243-819-92 0 0,43 123 621 0 0,9-3 0 0 0,218 388 0 0 0,-226-468-115 0 0,45 72-5 0 0,-99-172-633 0 0,1 0-1 0 0,2-2 1 0 0,1 0 0 0 0,1-2 0 0 0,1 0 0 0 0,2-2-1 0 0,0-2 1 0 0,1 0 0 0 0,1-2 0 0 0,43 20 0 0 0,-43-23 30 0 0,-14-7 4 0 0,0-1 0 0 0,0 0-1 0 0,1-1 1 0 0,0 0 0 0 0,36 7-1 0 0,-50-14-17 0 0,0-1-1 0 0,0 1 1 0 0,0 0-1 0 0,0-1 1 0 0,-1 0-1 0 0,1 0 1 0 0,0 0-1 0 0,-1 0 1 0 0,1-1 0 0 0,0 1-1 0 0,-1-1 1 0 0,0 0-1 0 0,1 0 1 0 0,-1 0-1 0 0,0-1 1 0 0,0 1-1 0 0,0-1 1 0 0,-1 0-1 0 0,1 1 1 0 0,-1-1-1 0 0,1 0 1 0 0,2-6-1 0 0,6-8-237 0 0,-1 0 0 0 0,-1 0 0 0 0,8-23 0 0 0,-10 24 185 0 0,96-207-200 0 0,70-177 1161 0 0,-3-86-837 0 0,-80 247 352 0 0,122-231-1 0 0,-176 394-206 0 0,-3-2-1 0 0,-4-1 1 0 0,26-109-1 0 0,-40 127-2339 0 0,-9 38-2652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5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1 431 3225 0 0,'3'-1'-160'0'0,"1"0"1"0"0,0 0 0 0 0,-1 0-1 0 0,1 0 1 0 0,-1 0 0 0 0,1-1 0 0 0,3-2-1 0 0,1 0 418 0 0,377-117 4535 0 0,-376 119-4754 0 0,21-4 71 0 0,0 1 0 0 0,1 1 0 0 0,-1 2-1 0 0,36 2 1 0 0,40-2 109 0 0,205-24 375 0 0,-25 13-255 0 0,-93 8-65 0 0,296-47 822 0 0,76-4-509 0 0,334-8 165 0 0,-423 9-533 0 0,-436 53-180 0 0,0 2-1 0 0,0 2 1 0 0,0 2-1 0 0,70 15 1 0 0,151 57 416 0 0,-141-38-839 0 0,-90-30-3883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6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1840 0 0,'0'-2'139'0'0,"0"-2"65"0"0,0 0 0 0 0,-1 0 0 0 0,2-1 0 0 0,-1 1 0 0 0,0 0 0 0 0,1 0 0 0 0,0 0 0 0 0,0 0 0 0 0,0 0 0 0 0,0 0 0 0 0,1 0 1 0 0,-1 0-1 0 0,4-4 0 0 0,-5 8-154 0 0,1 0 1 0 0,-1 0-1 0 0,1 0 1 0 0,-1 0-1 0 0,1 0 1 0 0,0 0-1 0 0,-1 0 1 0 0,1 0-1 0 0,-1 1 1 0 0,1-1-1 0 0,-1 0 1 0 0,1 0-1 0 0,-1 0 1 0 0,1 0-1 0 0,-1 1 1 0 0,1-1-1 0 0,-1 0 1 0 0,1 1-1 0 0,-1-1 1 0 0,1 0-1 0 0,-1 1 1 0 0,1-1-1 0 0,-1 1 1 0 0,0-1-1 0 0,1 0 1 0 0,-1 1-1 0 0,0-1 1 0 0,1 1-1 0 0,-1-1 1 0 0,0 1-1 0 0,0-1 1 0 0,0 1-1 0 0,1-1 1 0 0,-1 1-1 0 0,0 0 1 0 0,0 0-1 0 0,10 25 507 0 0,-9-24-456 0 0,88 324 2207 0 0,-65-227-1848 0 0,22 116 413 0 0,-25-106-812 0 0,5-2 0 0 0,45 121 0 0 0,-69-224-207 0 0,-1-1 25 0 0,-1 0 0 0 0,1 0-1 0 0,0 0 1 0 0,0-1-1 0 0,0 1 1 0 0,1-1-1 0 0,-1 1 1 0 0,1-1 0 0 0,-1 1-1 0 0,5 3 1 0 0,-5-17-1256 0 0,-2 2 683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37 140 1840 0 0,'-1'0'64'0'0,"-1"0"-1"0"0,1 1 0 0 0,0-1 0 0 0,-1 0 0 0 0,1 0 0 0 0,0 0 1 0 0,-1 1-1 0 0,1-1 0 0 0,0 1 0 0 0,0-1 0 0 0,-1 1 0 0 0,1-1 1 0 0,0 1-1 0 0,0 0 0 0 0,0 0 0 0 0,0-1 0 0 0,0 1 0 0 0,0 0 1 0 0,0 0-1 0 0,0 0 0 0 0,0 0 0 0 0,-1 2 0 0 0,0 0 3 0 0,1 0-1 0 0,0 0 1 0 0,0 0 0 0 0,0 0-1 0 0,0 0 1 0 0,0 0-1 0 0,1 0 1 0 0,0 0-1 0 0,-1 5 1 0 0,2 8 95 0 0,0-1 0 0 0,1 1 0 0 0,5 18 0 0 0,-6-26 31 0 0,2 3-53 0 0,0 0 0 0 0,0 0 1 0 0,1 0-1 0 0,0 0 0 0 0,1-1 0 0 0,0 0 0 0 0,10 14 1 0 0,-14-22-119 0 0,0 0 0 0 0,1 0 1 0 0,-1-1-1 0 0,1 1 1 0 0,-1 0-1 0 0,1-1 1 0 0,0 0-1 0 0,0 1 0 0 0,0-1 1 0 0,0 0-1 0 0,0 0 1 0 0,0 0-1 0 0,0 0 1 0 0,0 0-1 0 0,0-1 0 0 0,0 1 1 0 0,0 0-1 0 0,3-1 1 0 0,-3 0-18 0 0,1 0 1 0 0,0-1 0 0 0,-1 0 0 0 0,1 1 0 0 0,0-1-1 0 0,-1 0 1 0 0,1 0 0 0 0,-1-1 0 0 0,0 1 0 0 0,1 0-1 0 0,-1-1 1 0 0,0 1 0 0 0,0-1 0 0 0,0 0-1 0 0,0 0 1 0 0,0 0 0 0 0,0 0 0 0 0,-1 0 0 0 0,3-2-1 0 0,3-7 120 0 0,-1 1 0 0 0,1-1 1 0 0,-2 0-1 0 0,1 0 0 0 0,-2 0 0 0 0,1-1 0 0 0,-2 0 0 0 0,0 0 0 0 0,3-17 0 0 0,-3 7 191 0 0,0 0 0 0 0,-2 1 0 0 0,-1-1 0 0 0,-3-32 0 0 0,3 53-307 0 0,-10-53 602 0 0,9 51-589 0 0,1 0 0 0 0,-1-1 0 0 0,0 1 0 0 0,0 0 0 0 0,-1 0 0 0 0,1 1 1 0 0,-1-1-1 0 0,1 0 0 0 0,-1 0 0 0 0,0 1 0 0 0,0-1 0 0 0,0 1 0 0 0,0-1 0 0 0,-4-2 0 0 0,6 5-49 0 0,-1 0 0 0 0,1 0 0 0 0,-1 0 0 0 0,1-1 0 0 0,-1 1 0 0 0,1 0 0 0 0,-1 0 0 0 0,1 0 0 0 0,-1 0 0 0 0,1 0 0 0 0,-1 0 0 0 0,1 0 0 0 0,-1 0 0 0 0,0 0 0 0 0,1 0 0 0 0,-1 0 0 0 0,1 0 0 0 0,-1 0 0 0 0,1 1 0 0 0,-1-1 0 0 0,1 0 0 0 0,-1 0 0 0 0,1 0 0 0 0,-1 1-1 0 0,1-1 1 0 0,0 0 0 0 0,-1 1 0 0 0,1-1 0 0 0,-1 0 0 0 0,1 1 0 0 0,0-1 0 0 0,-1 1 0 0 0,1-1 0 0 0,0 1 0 0 0,-1-1 0 0 0,1 0 0 0 0,0 1 0 0 0,-1 0 0 0 0,-4 9-3245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5 2304 0 0,'0'0'106'0'0,"-1"-1"-1"0"0,1 1 0 0 0,0 0 0 0 0,-1-1 0 0 0,1 1 1 0 0,0 0-1 0 0,-1-1 0 0 0,1 1 0 0 0,-1 0 0 0 0,1 0 0 0 0,-1-1 1 0 0,1 1-1 0 0,-1 0 0 0 0,1 0 0 0 0,0 0 0 0 0,-1-1 1 0 0,1 1-1 0 0,-1 0 0 0 0,1 0 0 0 0,-1 0 0 0 0,0 0 0 0 0,1 0 1 0 0,-1 0-1 0 0,1 0 0 0 0,-1 0 0 0 0,1 0 0 0 0,-1 0 1 0 0,1 1-1 0 0,-1-1 0 0 0,1 0 0 0 0,-1 0 0 0 0,1 0 0 0 0,0 1 1 0 0,-1-1-1 0 0,1 0 0 0 0,-1 0 0 0 0,1 1 0 0 0,-1-1 0 0 0,1 0 1 0 0,0 1-1 0 0,-1-1 0 0 0,1 1 0 0 0,0-1 0 0 0,-1 0 1 0 0,1 1-1 0 0,0-1 0 0 0,0 1 0 0 0,-1-1 0 0 0,1 1 0 0 0,0-1 1 0 0,0 1-1 0 0,0-1 0 0 0,0 1 0 0 0,0-1 0 0 0,0 1 1 0 0,0-1-1 0 0,0 2 0 0 0,-6 32 1144 0 0,5 72 534 0 0,20 176 1 0 0,44 102-1090 0 0,62 113-549 0 0,-47-214 109 0 0,6 25-1424 0 0,-82-302 580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49 3225 0 0,'-1'1'-83'0'0,"-1"0"1"0"0,1 0-1 0 0,0 0 1 0 0,-1 0 0 0 0,1 1-1 0 0,0-1 1 0 0,0 0-1 0 0,0 1 1 0 0,0-1 0 0 0,0 0-1 0 0,0 1 1 0 0,1-1-1 0 0,-1 1 1 0 0,0 0-1 0 0,1-1 1 0 0,-1 1 0 0 0,1 0-1 0 0,0-1 1 0 0,-1 3-1 0 0,-5 40 347 0 0,5-32 130 0 0,1-10-335 0 0,-5 59 1710 0 0,5-57-1532 0 0,0-1 1 0 0,0 1-1 0 0,1 0 0 0 0,-1-1 0 0 0,1 1 0 0 0,-1-1 1 0 0,1 1-1 0 0,0-1 0 0 0,0 1 0 0 0,1-1 0 0 0,-1 0 1 0 0,1 0-1 0 0,0 0 0 0 0,2 5 0 0 0,-3-8-194 0 0,-1 0-1 0 0,0 1 0 0 0,1-1 1 0 0,-1 0-1 0 0,0 1 1 0 0,1-1-1 0 0,-1 0 1 0 0,0 0-1 0 0,1 1 0 0 0,-1-1 1 0 0,1 0-1 0 0,-1 0 1 0 0,0 0-1 0 0,1 1 0 0 0,-1-1 1 0 0,1 0-1 0 0,-1 0 1 0 0,1 0-1 0 0,-1 0 0 0 0,0 0 1 0 0,1 0-1 0 0,-1 0 1 0 0,1 0-1 0 0,-1 0 0 0 0,1 0 1 0 0,-1 0-1 0 0,1 0 1 0 0,-1 0-1 0 0,0-1 0 0 0,1 1 1 0 0,-1 0-1 0 0,1 0 1 0 0,0-1-1 0 0,10-15 439 0 0,0-23-408 0 0,-11 38-47 0 0,3-12 11 0 0,-2 0 0 0 0,0 1-1 0 0,0-1 1 0 0,-1 0 0 0 0,-1 0 0 0 0,-3-21 0 0 0,3 29-84 0 0,1 0 1 0 0,-1 0 0 0 0,-1 1 0 0 0,1-1 0 0 0,-1 0 0 0 0,1 1 0 0 0,-1-1 0 0 0,-1 1 0 0 0,1 0-1 0 0,-1 0 1 0 0,1 0 0 0 0,-1 0 0 0 0,0 0 0 0 0,-1 1 0 0 0,1-1 0 0 0,0 1 0 0 0,-1 0 0 0 0,0 0-1 0 0,0 0 1 0 0,-8-4 0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1 456 0 0,'-5'1'345'0'0,"0"1"-1"0"0,1 0 1 0 0,0 0 0 0 0,-1 0-1 0 0,1 0 1 0 0,0 1 0 0 0,0 0-1 0 0,0-1 1 0 0,1 1 0 0 0,-1 1-1 0 0,1-1 1 0 0,-1 1-1 0 0,1-1 1 0 0,0 1 0 0 0,1 0-1 0 0,-1 0 1 0 0,1 0 0 0 0,-1 0-1 0 0,1 1 1 0 0,0-1 0 0 0,1 1-1 0 0,-1-1 1 0 0,1 1 0 0 0,0 0-1 0 0,0-1 1 0 0,0 1 0 0 0,1 9-1 0 0,0 34 84 0 0,2 1-1 0 0,2-1 1 0 0,19 87 0 0 0,-12-79-314 0 0,21 127-194 0 0,139 717-897 0 0,-49-219 2122 0 0,-87-468-989 0 0,-33-201-229 0 0,-1-5-16 0 0,0 0 1 0 0,0 0-1 0 0,1 0 0 0 0,0 0 1 0 0,0 0-1 0 0,0 0 1 0 0,6 9-1 0 0,-8-15 56 0 0,0-1 0 0 0,0 0 0 0 0,0 1 1 0 0,1-1-1 0 0,-1 0 0 0 0,0 0 0 0 0,0 1 0 0 0,0-1 0 0 0,1 0 0 0 0,-1 0 0 0 0,0 1 1 0 0,0-1-1 0 0,1 0 0 0 0,-1 0 0 0 0,0 0 0 0 0,1 1 0 0 0,-1-1 0 0 0,0 0 0 0 0,0 0 1 0 0,1 0-1 0 0,-1 0 0 0 0,0 0 0 0 0,1 0 0 0 0,-1 0 0 0 0,0 0 0 0 0,1 0 0 0 0,-1 0 1 0 0,0 0-1 0 0,1 0 0 0 0,-1 0 0 0 0,0 0 0 0 0,1 0 0 0 0,-1 0 0 0 0,0 0 0 0 0,1 0 1 0 0,-1 0-1 0 0,0 0 0 0 0,1 0 0 0 0,-1-1 0 0 0,10-14-1545 0 0,1-21-1018 0 0,-10 28 2252 0 0,0-1 0 0 0,-1 1 0 0 0,0-1 0 0 0,-2-15 0 0 0,-6-11 225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16 2288 0 0,'-1'-1'26'0'0,"-1"-1"0"0"0,1 1-1 0 0,-1 0 1 0 0,1 0-1 0 0,-1 0 1 0 0,1 0-1 0 0,-1 0 1 0 0,0 0-1 0 0,1 0 1 0 0,-1 0-1 0 0,0 0 1 0 0,0 1-1 0 0,1-1 1 0 0,-1 1-1 0 0,0 0 1 0 0,0-1-1 0 0,0 1 1 0 0,0 0-1 0 0,0 0 1 0 0,0 0-1 0 0,-3 1 1 0 0,1 0 176 0 0,0 0 1 0 0,0 1 0 0 0,0-1 0 0 0,0 1-1 0 0,1 0 1 0 0,-1 0 0 0 0,0 1 0 0 0,-5 4-1 0 0,-2 3-28 0 0,0 0 0 0 0,1 0-1 0 0,0 0 1 0 0,1 2 0 0 0,0-1-1 0 0,0 1 1 0 0,2 0-1 0 0,-1 1 1 0 0,2 0 0 0 0,-10 23-1 0 0,13-28-33 0 0,1 0 0 0 0,0 0 0 0 0,0 0 0 0 0,0 0 0 0 0,1 1 0 0 0,1-1 0 0 0,-1 0 0 0 0,1 1 0 0 0,0-1 0 0 0,1 0 0 0 0,0 0 0 0 0,1 1 0 0 0,-1-1 0 0 0,2 0 0 0 0,-1 0 0 0 0,1-1 0 0 0,0 1 0 0 0,0 0-1 0 0,1-1 1 0 0,5 8 0 0 0,-8-14-93 0 0,0 1 0 0 0,-1-1-1 0 0,1 1 1 0 0,0-1-1 0 0,1 0 1 0 0,-1 1 0 0 0,0-1-1 0 0,0 0 1 0 0,0 0 0 0 0,1 0-1 0 0,-1 0 1 0 0,1 0-1 0 0,-1 0 1 0 0,0 0 0 0 0,1 0-1 0 0,0-1 1 0 0,-1 1-1 0 0,1 0 1 0 0,-1-1 0 0 0,1 0-1 0 0,0 1 1 0 0,-1-1 0 0 0,1 0-1 0 0,0 0 1 0 0,0 0-1 0 0,-1 0 1 0 0,1 0 0 0 0,0 0-1 0 0,-1 0 1 0 0,1-1-1 0 0,0 1 1 0 0,-1 0 0 0 0,1-1-1 0 0,0 0 1 0 0,-1 1 0 0 0,1-1-1 0 0,-1 0 1 0 0,1 0-1 0 0,-1 0 1 0 0,1 0 0 0 0,-1 0-1 0 0,0 0 1 0 0,0 0-1 0 0,1 0 1 0 0,-1-1 0 0 0,0 1-1 0 0,1-3 1 0 0,6-6 111 0 0,0 0-1 0 0,-1 0 1 0 0,-1-1-1 0 0,0 0 1 0 0,6-14 0 0 0,57-174-646 0 0,-53 148-750 0 0,-16 48 1052 0 0,7-7-1323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16 3249 0 0,'-2'-2'125'0'0,"0"1"0"0"0,-1-1 0 0 0,1 0 0 0 0,-1 1 0 0 0,0 0 0 0 0,1-1 0 0 0,-1 1 0 0 0,0 0 0 0 0,0 0 0 0 0,1 1 0 0 0,-1-1 0 0 0,-5 0 0 0 0,8 1-31 0 0,-1 0 0 0 0,1 1 0 0 0,-1-1 0 0 0,0 0 0 0 0,1 0 0 0 0,-1 0 0 0 0,1 1 0 0 0,-1-1 0 0 0,1 0 0 0 0,-1 1 0 0 0,1-1 0 0 0,0 0 0 0 0,-1 1 0 0 0,1-1 0 0 0,-1 1 0 0 0,1-1 0 0 0,0 1 0 0 0,-1-1 0 0 0,1 1 0 0 0,0-1 0 0 0,-1 1 0 0 0,1-1 0 0 0,0 1 0 0 0,-3 25 1288 0 0,56 440 1988 0 0,-25-267-3055 0 0,-25-153-844 0 0,-2 0 1 0 0,-1 0-1 0 0,-8 53 0 0 0,5 24-3630 0 0,3-109 1869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7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 1120 2272 0 0,'0'0'0'0'0,"0"1"0"0"0,2-2 0 0 0,-2-2 0 0 0</inkml:trace>
  <inkml:trace contextRef="#ctx0" brushRef="#br0" timeOffset="1">119 124 3209 0 0,'-1'-3'-56'0'0,"-3"-7"249"0"0,0 1 0 0 0,-1-1 1 0 0,0 1-1 0 0,-12-15 0 0 0,17 23-113 0 0,-1 0 0 0 0,0 0 1 0 0,0 0-1 0 0,0 0 0 0 0,0 0 0 0 0,0 0 0 0 0,0 0 1 0 0,0 1-1 0 0,-1-1 0 0 0,1 0 0 0 0,0 1 1 0 0,0-1-1 0 0,-1 1 0 0 0,1-1 0 0 0,0 1 0 0 0,0 0 1 0 0,-1-1-1 0 0,1 1 0 0 0,-2 0 0 0 0,1 1 29 0 0,1-1 0 0 0,-1 1 1 0 0,0-1-1 0 0,1 1 0 0 0,-1 0 0 0 0,1 0 0 0 0,-1 0 0 0 0,1 0 0 0 0,0 0 0 0 0,-1 0 0 0 0,1 0 0 0 0,0 0 0 0 0,0 1 0 0 0,-1-1 0 0 0,1 0 0 0 0,0 1 0 0 0,0-1 0 0 0,1 1 0 0 0,-2 1 0 0 0,-4 9 70 0 0,1 1 0 0 0,1-1-1 0 0,0 1 1 0 0,0-1 0 0 0,1 1 0 0 0,1 0-1 0 0,0 0 1 0 0,1 1 0 0 0,1-1-1 0 0,0 0 1 0 0,0 0 0 0 0,4 21 0 0 0,-4-33-172 0 0,0 0 0 0 0,0 0 0 0 0,0 0 1 0 0,0-1-1 0 0,0 1 0 0 0,0 0 1 0 0,1 0-1 0 0,-1 0 0 0 0,0 0 1 0 0,0 0-1 0 0,1 0 0 0 0,-1-1 1 0 0,0 1-1 0 0,1 0 0 0 0,-1 0 1 0 0,1-1-1 0 0,-1 1 0 0 0,1 0 0 0 0,0 0 1 0 0,-1-1-1 0 0,1 1 0 0 0,-1-1 1 0 0,1 1-1 0 0,0 0 0 0 0,0-1 1 0 0,-1 1-1 0 0,1-1 0 0 0,0 0 1 0 0,0 1-1 0 0,1 0 0 0 0,0-2 14 0 0,-1 1 0 0 0,1-1 0 0 0,-1 1 0 0 0,1-1 0 0 0,-1 0 0 0 0,1 0 0 0 0,-1 1 0 0 0,0-1 0 0 0,1 0 0 0 0,-1 0 0 0 0,0 0 0 0 0,0-1 0 0 0,0 1 0 0 0,0 0 0 0 0,1-2 0 0 0,6-7 85 0 0,-1 0 0 0 0,0-1 0 0 0,7-13 0 0 0,-7 8-11 0 0,-1-1-1 0 0,0 0 0 0 0,5-30 1 0 0,-9 37-132 0 0,0 0 0 0 0,-1 1 0 0 0,-1-1 0 0 0,0 0 0 0 0,0 0 0 0 0,-1 0-1 0 0,0 0 1 0 0,-3-11 0 0 0,-2 10-1491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2761 0 0,'2'7'7813'0'0,"6"7"-6114"0"0,9 21-1332 0 0,-2 23-19 0 0,-2 0 0 0 0,-3 1 0 0 0,4 99-1 0 0,-1-7-560 0 0,-10-127 210 0 0,3 27-2286 0 0,22 91 0 0 0,-22-125 1270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3225 0 0,'-1'2'-60'0'0,"-1"-1"1"0"0,1 1 0 0 0,0-1-1 0 0,0 1 1 0 0,0 0-1 0 0,0 0 1 0 0,0 0 0 0 0,1-1-1 0 0,-1 1 1 0 0,0 0 0 0 0,1 0-1 0 0,0 0 1 0 0,-1 0-1 0 0,1 0 1 0 0,0 4 0 0 0,-1 38-1187 0 0,2-33 1492 0 0,-1 3-19 0 0,0 0 1 0 0,1 0 0 0 0,1-1-1 0 0,0 1 1 0 0,5 13-1 0 0,-7-25-101 0 0,1 1-1 0 0,-1-1 1 0 0,1 0 0 0 0,0 1-1 0 0,0-1 1 0 0,0 0 0 0 0,0 0-1 0 0,0 1 1 0 0,1-1 0 0 0,-1 0-1 0 0,1 0 1 0 0,-1-1 0 0 0,1 1-1 0 0,0 0 1 0 0,-1 0 0 0 0,1-1-1 0 0,0 1 1 0 0,0-1 0 0 0,0 0-1 0 0,0 1 1 0 0,1-1 0 0 0,-1 0-1 0 0,0 0 1 0 0,0 0 0 0 0,1-1-1 0 0,-1 1 1 0 0,0 0 0 0 0,1-1-1 0 0,-1 0 1 0 0,1 0 0 0 0,-1 1-1 0 0,1-1 1 0 0,-1-1 0 0 0,1 1-1 0 0,-1 0 1 0 0,4-1 0 0 0,-3 0 22 0 0,0 0 1 0 0,-1-1-1 0 0,1 1 0 0 0,-1-1 1 0 0,1 1-1 0 0,-1-1 1 0 0,0 0-1 0 0,1 1 1 0 0,-1-1-1 0 0,0 0 1 0 0,0-1-1 0 0,0 1 1 0 0,0 0-1 0 0,-1 0 1 0 0,1-1-1 0 0,-1 1 1 0 0,1-1-1 0 0,-1 0 1 0 0,0 1-1 0 0,0-1 1 0 0,0 0-1 0 0,-1 0 1 0 0,1 1-1 0 0,0-1 1 0 0,-1 0-1 0 0,0 0 0 0 0,0-5 1 0 0,1 2-63 0 0,-1 0 1 0 0,0-1-1 0 0,-1 1 0 0 0,0 0 1 0 0,1-1-1 0 0,-2 1 0 0 0,1 0 0 0 0,-1 0 1 0 0,0 0-1 0 0,0 0 0 0 0,-7-10 1 0 0,9 15-151 0 0,0 1-1 0 0,0-1 1 0 0,0 1 0 0 0,-1-1 0 0 0,1 1 0 0 0,0-1 0 0 0,-1 1 0 0 0,1-1-1 0 0,0 1 1 0 0,-1 0 0 0 0,1-1 0 0 0,-1 1 0 0 0,1-1 0 0 0,0 1 0 0 0,-1 0-1 0 0,1 0 1 0 0,-1-1 0 0 0,1 1 0 0 0,-1 0 0 0 0,1 0 0 0 0,-1-1 0 0 0,1 1-1 0 0,-1 0 1 0 0,1 0 0 0 0,-1 0 0 0 0,1 0 0 0 0,-1 0 0 0 0,0 0 0 0 0,1 0-1 0 0,-1 0 1 0 0,1 0 0 0 0,-1 0 0 0 0,1 0 0 0 0,-1 0 0 0 0,1 0 0 0 0,-1 1-1 0 0,1-1 1 0 0,-1 0 0 0 0,1 0 0 0 0,-1 0 0 0 0,0 1 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1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5 1840 0 0,'-1'-1'184'0'0,"1"1"-1"0"0,-1-1 1 0 0,0 1-1 0 0,0-1 1 0 0,0 1-1 0 0,0 0 1 0 0,0-1-1 0 0,0 1 1 0 0,0 0-1 0 0,1 0 1 0 0,-1-1-1 0 0,0 1 1 0 0,0 0-1 0 0,0 0 1 0 0,0 0-1 0 0,0 0 1 0 0,0 1-1 0 0,0-1 1 0 0,0 0-1 0 0,0 0 1 0 0,0 0-1 0 0,0 1 1 0 0,0-1-1 0 0,0 0 0 0 0,0 1 1 0 0,1-1-1 0 0,-1 1 1 0 0,0-1-1 0 0,0 1 1 0 0,0 0-1 0 0,1-1 1 0 0,-1 1-1 0 0,0 0 1 0 0,1-1-1 0 0,-1 1 1 0 0,0 0-1 0 0,1 0 1 0 0,-1 0-1 0 0,1 0 1 0 0,0-1-1 0 0,-1 1 1 0 0,1 0-1 0 0,-1 0 1 0 0,1 0-1 0 0,0 0 1 0 0,0 0-1 0 0,0 0 1 0 0,0 0-1 0 0,0 1 1 0 0,-2 9 184 0 0,1 0 1 0 0,1 0 0 0 0,1 20 0 0 0,-1-15-188 0 0,37 1049-120 0 0,3-637-2432 0 0,-28-323 1540 0 0,2 101-472 0 0,-7-69 310 0 0,-5-121 760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0,'0'34'385'0'0,"9"66"1"0"0,-8-91-175 0 0,1 0 1 0 0,0 0-1 0 0,0 0 1 0 0,1-1-1 0 0,0 1 1 0 0,1-1-1 0 0,0 1 1 0 0,0-1-1 0 0,1 0 1 0 0,0-1-1 0 0,0 1 1 0 0,10 9-1 0 0,-14-15-132 0 0,1 0-1 0 0,0 0 1 0 0,0-1-1 0 0,-1 1 1 0 0,1-1 0 0 0,0 1-1 0 0,1-1 1 0 0,-1 0-1 0 0,0 0 1 0 0,0 0-1 0 0,0 0 1 0 0,1 0-1 0 0,-1 0 1 0 0,0-1-1 0 0,1 1 1 0 0,-1-1-1 0 0,1 0 1 0 0,-1 1-1 0 0,1-1 1 0 0,-1 0 0 0 0,4-1-1 0 0,-4 0-3 0 0,1 0 0 0 0,0 0-1 0 0,-1 0 1 0 0,1-1 0 0 0,-1 1 0 0 0,0-1 0 0 0,1 0-1 0 0,-1 0 1 0 0,0 0 0 0 0,0 0 0 0 0,0 0 0 0 0,0 0-1 0 0,0 0 1 0 0,0 0 0 0 0,1-4 0 0 0,4-6 80 0 0,-1-1 1 0 0,-1 0-1 0 0,1 0 0 0 0,-2-1 1 0 0,6-26-1 0 0,-3-11-1336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4 112 1376 0 0,'-2'-7'407'0'0,"1"0"0"0"0,1 0 1 0 0,0 0-1 0 0,0 0 0 0 0,0 0 0 0 0,1 0 0 0 0,0 0 0 0 0,0 0 0 0 0,0 1 0 0 0,1-1 0 0 0,4-9 0 0 0,-6 15-224 0 0,1 0-1 0 0,-1 0 0 0 0,0 0 1 0 0,0 0-1 0 0,1 0 1 0 0,-1 0-1 0 0,1 0 0 0 0,-1 0 1 0 0,1 0-1 0 0,-1 0 0 0 0,1 0 1 0 0,0 0-1 0 0,-1 0 1 0 0,1 1-1 0 0,0-1 0 0 0,0 0 1 0 0,0 0-1 0 0,-1 1 0 0 0,1-1 1 0 0,0 1-1 0 0,0-1 1 0 0,1 0-1 0 0,-1 1-90 0 0,0 1-1 0 0,-1-1 1 0 0,1 1-1 0 0,0-1 1 0 0,-1 0-1 0 0,1 1 1 0 0,0-1 0 0 0,-1 1-1 0 0,1-1 1 0 0,-1 1-1 0 0,1 0 1 0 0,-1-1-1 0 0,1 1 1 0 0,-1 0-1 0 0,1-1 1 0 0,-1 1 0 0 0,0 0-1 0 0,1-1 1 0 0,-1 1-1 0 0,0 0 1 0 0,1 1-1 0 0,11 50 1170 0 0,39 291 1342 0 0,16 173-2862 0 0,-61-462-90 0 0,15 116-729 0 0,-14-136-306 0 0,0-1 0 0 0,23 62 0 0 0,-21-78-2551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2761 0 0,'-2'12'225'0'0,"1"0"0"0"0,0 0 1 0 0,1 1-1 0 0,0-1 0 0 0,1 0 1 0 0,0 0-1 0 0,1 1 1 0 0,1-1-1 0 0,0-1 0 0 0,0 1 1 0 0,2 0-1 0 0,-1-1 1 0 0,1 0-1 0 0,1 0 0 0 0,0 0 1 0 0,0 0-1 0 0,9 9 0 0 0,-14-18-127 0 0,1 0-1 0 0,-1 0 0 0 0,1 0 0 0 0,-1-1 0 0 0,1 1 1 0 0,0-1-1 0 0,-1 1 0 0 0,1-1 0 0 0,0 0 0 0 0,0 1 1 0 0,0-1-1 0 0,0 0 0 0 0,1 0 0 0 0,-1 0 0 0 0,0-1 1 0 0,0 1-1 0 0,1-1 0 0 0,-1 1 0 0 0,0-1 0 0 0,0 0 1 0 0,1 1-1 0 0,-1-1 0 0 0,0 0 0 0 0,1-1 0 0 0,-1 1 1 0 0,0 0-1 0 0,1-1 0 0 0,-1 1 0 0 0,0-1 0 0 0,0 0 1 0 0,1 0-1 0 0,-1 0 0 0 0,0 0 0 0 0,0 0 0 0 0,0 0 1 0 0,0 0-1 0 0,0-1 0 0 0,-1 1 0 0 0,1-1 0 0 0,2-2 1 0 0,3-4 136 0 0,-1 1 1 0 0,0-1-1 0 0,0-1 1 0 0,-1 1-1 0 0,0-1 1 0 0,0 0-1 0 0,6-18 1 0 0,1-4-1812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0,'0'-1'101'0'0,"0"1"-1"0"0,1 0 0 0 0,-1-1 0 0 0,1 1 0 0 0,-1-1 1 0 0,1 1-1 0 0,-1 0 0 0 0,1-1 0 0 0,-1 1 0 0 0,1 0 1 0 0,-1 0-1 0 0,1 0 0 0 0,0-1 0 0 0,-1 1 0 0 0,1 0 0 0 0,-1 0 1 0 0,1 0-1 0 0,0 0 0 0 0,-1 0 0 0 0,1 0 0 0 0,-1 0 1 0 0,1 0-1 0 0,0 0 0 0 0,-1 0 0 0 0,1 0 0 0 0,-1 0 1 0 0,1 1-1 0 0,0-1 0 0 0,-1 0 0 0 0,1 0 0 0 0,-1 1 0 0 0,1-1 1 0 0,-1 0-1 0 0,1 1 0 0 0,0 0 0 0 0,24 10 1551 0 0,-14-3-1191 0 0,0 1 0 0 0,-1 0 1 0 0,0 1-1 0 0,0 0 0 0 0,-1 0 1 0 0,-1 1-1 0 0,15 22 0 0 0,42 93 644 0 0,-43-80-832 0 0,16 34-296 0 0,36 70-722 0 0,-17-53-3220 0 0,-47-80 718 0 0,-2-2-764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6913 0 0,'4'-6'84'0'0,"1"0"-1"0"0,1 0 1 0 0,-1 1-1 0 0,1-1 1 0 0,0 1-1 0 0,0 1 1 0 0,0-1-1 0 0,1 1 1 0 0,-1 0-1 0 0,10-4 1 0 0,-12 7-29 0 0,0 0 1 0 0,0 0-1 0 0,1 0 1 0 0,-1 0 0 0 0,0 1-1 0 0,0 0 1 0 0,0 0-1 0 0,0 0 1 0 0,1 0 0 0 0,-1 1-1 0 0,0-1 1 0 0,0 1-1 0 0,0 0 1 0 0,0 0 0 0 0,0 1-1 0 0,0-1 1 0 0,0 1-1 0 0,0 0 1 0 0,-1 0 0 0 0,7 4-1 0 0,4 4-75 0 0,-1 2 0 0 0,1-1 0 0 0,-2 1-1 0 0,0 1 1 0 0,0 1 0 0 0,-1-1 0 0 0,-1 2-1 0 0,9 16 1 0 0,-12-20-72 0 0,-1 1 1 0 0,0-1-1 0 0,-1 1 1 0 0,0 1-1 0 0,-1-1 0 0 0,0 1 1 0 0,-1-1-1 0 0,-1 1 1 0 0,0 0-1 0 0,-1 0 0 0 0,0 20 1 0 0,-2-24 77 0 0,0 0 0 0 0,-1 0 0 0 0,0 0 0 0 0,-1 0 0 0 0,0 0 0 0 0,0-1 0 0 0,-8 14 0 0 0,7-15-2735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0,'1'3'251'0'0,"0"0"0"0"0,1 0-1 0 0,-1 0 1 0 0,1-1 0 0 0,0 1-1 0 0,0 0 1 0 0,0-1 0 0 0,0 1-1 0 0,0-1 1 0 0,4 3 0 0 0,4 6 355 0 0,86 126 3106 0 0,-40-41-6996 0 0,-47-79 2165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10594 0 0,'-2'-2'944'0'0,"1"1"-751"0"0,5 0-1802 0 0,0 3 1353 0 0,2 1 40 0 0,2 1 8 0 0,2 3 0 0 0,1 3-528 0 0,1-1-96 0 0,3 2-33 0 0,2-1 1 0 0,-1-2 712 0 0,-1 0 152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48 167 3681 0 0,'0'-1'62'0'0,"0"1"0"0"0,0-1 1 0 0,-1 0-1 0 0,1 1 0 0 0,0-1 1 0 0,-1 1-1 0 0,1-1 0 0 0,-1 0 1 0 0,1 1-1 0 0,-1-1 0 0 0,1 1 1 0 0,-1-1-1 0 0,1 1 0 0 0,-1 0 1 0 0,0-1-1 0 0,1 1 0 0 0,-1 0 0 0 0,0-1 1 0 0,1 1-1 0 0,-1 0 0 0 0,0-1 1 0 0,1 1-1 0 0,-1 0 0 0 0,0 0 1 0 0,1 0-1 0 0,-1 0 0 0 0,0 0 1 0 0,0 0-1 0 0,0 0 0 0 0,-1 1 63 0 0,1 0 0 0 0,0 0 0 0 0,0 0 0 0 0,0 0 0 0 0,0 0 0 0 0,0 0 0 0 0,0 0 0 0 0,0 0 0 0 0,0 0 0 0 0,0 1 1 0 0,0-1-1 0 0,1 0 0 0 0,-1 1 0 0 0,0 2 0 0 0,-3 8 70 0 0,0 1 0 0 0,2 0 0 0 0,-1 0 1 0 0,2 0-1 0 0,0 0 0 0 0,0 0 0 0 0,1 0 1 0 0,1 0-1 0 0,4 25 0 0 0,-5-36-199 0 0,0-1-1 0 0,1 0 1 0 0,-1 1-1 0 0,1-1 1 0 0,-1 0-1 0 0,1 0 1 0 0,-1 1-1 0 0,1-1 1 0 0,0 0-1 0 0,-1 0 1 0 0,1 0 0 0 0,0 0-1 0 0,0 0 1 0 0,1 2-1 0 0,-2-3-1 0 0,1 0 0 0 0,0 1 0 0 0,-1-1-1 0 0,1 0 1 0 0,-1 0 0 0 0,1 1 0 0 0,-1-1-1 0 0,1 0 1 0 0,0 0 0 0 0,-1 0 0 0 0,1 0-1 0 0,-1 0 1 0 0,1 0 0 0 0,0 0 0 0 0,-1 0 0 0 0,1 0-1 0 0,-1 0 1 0 0,1 0 0 0 0,0 0 0 0 0,-1 0-1 0 0,1-1 1 0 0,0 1 0 0 0,1-1-5 0 0,0 0 0 0 0,0 0 0 0 0,-1-1 0 0 0,1 1 1 0 0,0-1-1 0 0,-1 1 0 0 0,1-1 0 0 0,-1 1 0 0 0,0-1 0 0 0,1 0 0 0 0,-1 1 0 0 0,0-1 1 0 0,0 0-1 0 0,0 0 0 0 0,1-3 0 0 0,1-5 220 0 0,3-7 192 0 0,0 1-1 0 0,1-1 1 0 0,0 1 0 0 0,2 0-1 0 0,14-21 1 0 0,-21 34-330 0 0,0 0 1 0 0,1 1 0 0 0,-1-1 0 0 0,1 0 0 0 0,0 1 0 0 0,0-1 0 0 0,0 1 0 0 0,0 0 0 0 0,0 0-1 0 0,1 0 1 0 0,-1 1 0 0 0,0-1 0 0 0,1 1 0 0 0,-1 0 0 0 0,1 0 0 0 0,0 0 0 0 0,-1 0 0 0 0,1 1 0 0 0,0-1-1 0 0,-1 1 1 0 0,1 0 0 0 0,0 0 0 0 0,0 0 0 0 0,-1 1 0 0 0,1-1 0 0 0,0 1 0 0 0,-1 0 0 0 0,1 0-1 0 0,-1 0 1 0 0,1 0 0 0 0,-1 1 0 0 0,5 2 0 0 0,2 2-22 0 0,-1 0 0 0 0,1 0 0 0 0,-2 1 1 0 0,1 0-1 0 0,-1 1 0 0 0,0-1 0 0 0,0 2 0 0 0,-1-1 0 0 0,0 1 0 0 0,7 13 1 0 0,-8-13-72 0 0,-1 0 0 0 0,0 0 0 0 0,-1 1 0 0 0,0-1 0 0 0,0 1 0 0 0,-1 0 1 0 0,0 0-1 0 0,-1 0 0 0 0,0 1 0 0 0,-1-1 0 0 0,0 15 0 0 0,-1-21-87 0 0,0 1 0 0 0,-1-1 0 0 0,0 1 0 0 0,0-1-1 0 0,0 1 1 0 0,0-1 0 0 0,-4 8 0 0 0,3-10-688 0 0</inkml:trace>
  <inkml:trace contextRef="#ctx0" brushRef="#br0" timeOffset="1">391 1 7834 0 0,'3'0'233'0'0,"-1"1"1"0"0,1-1-1 0 0,-1 1 1 0 0,1 0-1 0 0,-1 0 1 0 0,1 0-1 0 0,-1 0 1 0 0,0 0-1 0 0,1 1 1 0 0,-1-1 0 0 0,0 1-1 0 0,0-1 1 0 0,0 1-1 0 0,0 0 1 0 0,1 2-1 0 0,31 36 2175 0 0,-25-27-1405 0 0,5 6 69 0 0,21 41 1 0 0,-1-3-6191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83 240 6913 0 0,'-14'-15'277'0'0,"6"7"28"0"0,0-1-1 0 0,0 0 1 0 0,1 0 0 0 0,0-1-1 0 0,1 0 1 0 0,0 0-1 0 0,0-1 1 0 0,-6-18-1 0 0,12 29-275 0 0,1 0 0 0 0,-1 0-1 0 0,1 0 1 0 0,-1 0-1 0 0,1 0 1 0 0,-1 0-1 0 0,1 0 1 0 0,-1 0-1 0 0,1 0 1 0 0,-1 1-1 0 0,1-1 1 0 0,-1 0 0 0 0,1 0-1 0 0,-1 1 1 0 0,1-1-1 0 0,-1 0 1 0 0,1 0-1 0 0,-1 1 1 0 0,0-1-1 0 0,1 1 1 0 0,-1-1-1 0 0,1 0 1 0 0,-1 1-1 0 0,0-1 1 0 0,1 1 0 0 0,-1-1-1 0 0,0 1 1 0 0,0-1-1 0 0,1 1 1 0 0,17 18-603 0 0,-15-15 72 0 0,1 1-1 0 0,0-1 1 0 0,0-1 0 0 0,0 1-1 0 0,0 0 1 0 0,0-1-1 0 0,1 0 1 0 0,0 0-1 0 0,0 0 1 0 0,9 3 0 0 0,3 1-33 0 0</inkml:trace>
  <inkml:trace contextRef="#ctx0" brushRef="#br0" timeOffset="1">249 16 5065 0 0,'0'0'24'0'0,"4"-15"6449"0"0,-3 17-6302 0 0,0 1 0 0 0,0-1 0 0 0,0 1 0 0 0,0-1 0 0 0,0 1 0 0 0,0-1 0 0 0,1 0 0 0 0,-1 0 0 0 0,3 3 0 0 0,5 9 592 0 0,14 32 158 0 0,2-2 1 0 0,36 49-1 0 0,-45-72-1524 0 0,2 0 1 0 0,0-2-1 0 0,0 0 0 0 0,2-1 0 0 0,0-1 1 0 0,24 15-1 0 0,-27-21-4087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21 2745 0 0,'2'-20'1191'0'0,"-2"20"-1146"0"0,0 0 0 0 0,0 0 0 0 0,-1 0 1 0 0,1 0-1 0 0,0 0 0 0 0,0 0 0 0 0,0 0 1 0 0,0 0-1 0 0,0 0 0 0 0,0 0 0 0 0,-1 0 1 0 0,1 0-1 0 0,0 0 0 0 0,0 0 0 0 0,0 0 1 0 0,0 0-1 0 0,0 0 0 0 0,0 0 0 0 0,-1 0 1 0 0,1 0-1 0 0,0 0 0 0 0,0 0 1 0 0,0 0-1 0 0,-1 1 498 0 0,1-1-498 0 0,0 0 0 0 0,-1 0 1 0 0,1 0-1 0 0,0 0 0 0 0,0 1 0 0 0,0-1 1 0 0,0 0-1 0 0,0 0 0 0 0,0 0 0 0 0,0 0 1 0 0,0 0-1 0 0,0 1 0 0 0,-2 1 141 0 0,0 1-1 0 0,1 0 1 0 0,-1 0-1 0 0,1 0 1 0 0,0 0-1 0 0,0 1 1 0 0,0-1-1 0 0,0 0 1 0 0,0 4-1 0 0,-1 10-117 0 0,2 0-1 0 0,0 0 0 0 0,1 0 0 0 0,1 0 1 0 0,0-1-1 0 0,1 1 0 0 0,1 0 1 0 0,7 17-1 0 0,-11-33-113 0 0,1 1 0 0 0,0 0 0 0 0,0 0 0 0 0,0 0 0 0 0,0 0 0 0 0,1-1 0 0 0,-1 1 0 0 0,0-1 0 0 0,1 1 0 0 0,-1-1 0 0 0,1 1-1 0 0,-1-1 1 0 0,1 0 0 0 0,0 0 0 0 0,0 0 0 0 0,-1 0 0 0 0,1 0 0 0 0,3 1 0 0 0,-4-2 25 0 0,0 0 0 0 0,0 0 0 0 0,0 0 0 0 0,1 0 0 0 0,-1 0-1 0 0,0 0 1 0 0,0 0 0 0 0,0 0 0 0 0,0 0 0 0 0,0-1 0 0 0,0 1 0 0 0,0 0 0 0 0,0-1-1 0 0,0 1 1 0 0,0-1 0 0 0,0 1 0 0 0,0-1 0 0 0,0 0 0 0 0,0 1 0 0 0,-1-1 0 0 0,1 0-1 0 0,0 0 1 0 0,0 1 0 0 0,-1-1 0 0 0,1 0 0 0 0,0 0 0 0 0,-1 0 0 0 0,1 0 0 0 0,-1 0-1 0 0,1 0 1 0 0,-1 0 0 0 0,0 0 0 0 0,1 0 0 0 0,-1 0 0 0 0,0 0 0 0 0,0-2-1 0 0,3-10 250 0 0,-1 0-1 0 0,0 0 1 0 0,-1-1-1 0 0,0 1 0 0 0,-3-23 1 0 0,2-35 692 0 0,0 70-832 0 0,0 0 0 0 0,0-1 1 0 0,0 1-1 0 0,1 0 0 0 0,-1-1 0 0 0,0 1 0 0 0,0 0 1 0 0,1 0-1 0 0,-1-1 0 0 0,1 1 0 0 0,-1 0 0 0 0,1 0 1 0 0,0 0-1 0 0,-1-1 0 0 0,1 1 0 0 0,0 0 0 0 0,0 0 1 0 0,0 0-1 0 0,1-1 0 0 0,-1 2-31 0 0,-1 0 0 0 0,1 0 0 0 0,0 0 0 0 0,0 0 0 0 0,-1 0 0 0 0,1 0 0 0 0,0 0 0 0 0,0 0 0 0 0,-1 0 0 0 0,1 0 0 0 0,0 0 0 0 0,0 1 0 0 0,-1-1 0 0 0,1 0 0 0 0,0 0 0 0 0,0 1 0 0 0,-1-1 0 0 0,1 1 0 0 0,0-1 0 0 0,-1 0 0 0 0,1 1 0 0 0,-1-1 0 0 0,2 2 0 0 0,6 6 377 0 0,0 1 1 0 0,-1 0-1 0 0,10 15 1 0 0,-6-8-40 0 0,-9-13-412 0 0,7 8-23 0 0,1 0 0 0 0,15 14 0 0 0,-21-21-604 0 0,0-1 0 0 0,0 0 0 0 0,1 0 0 0 0,-1-1 0 0 0,1 1 0 0 0,6 1 0 0 0,8 2-3609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4609 0 0,'10'14'6283'0'0,"5"18"-2738"0"0,7 10-1620 0 0,119 149 1584 0 0,-39-70-8014 0 0,-80-96-1227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9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89 201 3225 0 0,'-7'1'84'0'0,"1"-1"0"0"0,0 1 1 0 0,-1 1-1 0 0,-10 3 1 0 0,-28 0 7251 0 0,45-6-7256 0 0,0 1 0 0 0,0 0 0 0 0,-1 0 0 0 0,1 0 0 0 0,0-1 0 0 0,0 1 0 0 0,0 0 0 0 0,0 0 1 0 0,0 0-1 0 0,0 0 0 0 0,0-1 0 0 0,1 1 0 0 0,-1 0 0 0 0,0 0 0 0 0,0-1 0 0 0,5-13 1325 0 0,10-11-231 0 0,-6 14-1465 0 0,1 0 1 0 0,0 1-1 0 0,0 0 0 0 0,0 0 1 0 0,23-14-1 0 0,65-33-3074 0 0,-63 38 1197 0 0,1-1-1101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2413 2761 0 0,'-57'70'2816'0'0,"-59"93"-1"0"0,130-167-2469 0 0,8-9-279 0 0,231-197 1389 0 0,-185 151-1267 0 0,204-199 1086 0 0,-76 70-741 0 0,216-216 567 0 0,-134 127-667 0 0,-73 77-260 0 0,202-193 21 0 0,20 27-1182 0 0,-109 104-3507 0 0,-307 254 3312 0 0,-4 5-1653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0 5529 0 0,'-32'5'871'0'0,"31"-5"-774"0"0,0 0 1 0 0,0 0-1 0 0,0 1 1 0 0,0-1-1 0 0,-1 0 1 0 0,1 1 0 0 0,0-1-1 0 0,0 1 1 0 0,1-1-1 0 0,-1 1 1 0 0,0-1-1 0 0,0 1 1 0 0,0 0-1 0 0,0 0 1 0 0,0-1 0 0 0,1 1-1 0 0,-1 0 1 0 0,0 0-1 0 0,1 0 1 0 0,-1 0-1 0 0,0 0 1 0 0,1 0-1 0 0,-1 0 1 0 0,1 0 0 0 0,0 0-1 0 0,-1 0 1 0 0,1 1-1 0 0,0-2-21 0 0,0 1-1 0 0,1 0 1 0 0,-1-1-1 0 0,0 0 1 0 0,1 1 0 0 0,-1-1-1 0 0,1 1 1 0 0,-1-1-1 0 0,1 1 1 0 0,-1-1-1 0 0,0 0 1 0 0,1 1-1 0 0,0-1 1 0 0,-1 0-1 0 0,1 0 1 0 0,-1 1 0 0 0,1-1-1 0 0,-1 0 1 0 0,1 0-1 0 0,-1 0 1 0 0,1 0-1 0 0,0 1 1 0 0,-1-1-1 0 0,1 0 1 0 0,-1 0 0 0 0,1 0-1 0 0,0 0 1 0 0,-1-1-1 0 0,1 1 1 0 0,0 0-1 0 0,22-2 568 0 0,-22 2-634 0 0,43-7 267 0 0,135-13 2202 0 0,-156 18-2136 0 0,-1 2 1 0 0,0 1-1 0 0,0 1 1 0 0,1 0 0 0 0,40 12-1 0 0,-57-12-308 0 0,0 0 0 0 0,0 0 0 0 0,0 0 0 0 0,0 1 0 0 0,-1 0 0 0 0,1 0 0 0 0,-1 1 0 0 0,0-1 0 0 0,0 1 0 0 0,0 0 0 0 0,-1 1 0 0 0,1-1-1 0 0,-1 1 1 0 0,0 0 0 0 0,-1 0 0 0 0,5 7 0 0 0,-4-3-109 0 0,0 1 0 0 0,0-1-1 0 0,-1 1 1 0 0,-1-1 0 0 0,0 1-1 0 0,0 0 1 0 0,-1 0 0 0 0,0 0 0 0 0,-1 14-1 0 0,-3 41-2038 0 0,1-33-3240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81 139 4145 0 0,'-1'-1'117'0'0,"0"1"-1"0"0,-1-1 1 0 0,1 1 0 0 0,-1 0-1 0 0,1-1 1 0 0,-1 1-1 0 0,1 0 1 0 0,-1 0 0 0 0,1 0-1 0 0,-1 0 1 0 0,1 0 0 0 0,-1 1-1 0 0,1-1 1 0 0,-1 0 0 0 0,1 1-1 0 0,0-1 1 0 0,-1 1 0 0 0,1-1-1 0 0,-1 1 1 0 0,1 0 0 0 0,0-1-1 0 0,0 1 1 0 0,-1 0 0 0 0,1 0-1 0 0,0 0 1 0 0,0 0 0 0 0,-1 1-1 0 0,-3 1 154 0 0,1 1 0 0 0,0-1 0 0 0,0 1 0 0 0,0 0 0 0 0,1 0-1 0 0,-1 1 1 0 0,-2 4 0 0 0,4-4-117 0 0,1 0 1 0 0,-1 0-1 0 0,1 0 0 0 0,0 1 1 0 0,1-1-1 0 0,0 0 0 0 0,-1 1 0 0 0,2-1 1 0 0,-1 0-1 0 0,1 1 0 0 0,-1-1 1 0 0,1 0-1 0 0,1 0 0 0 0,-1 0 1 0 0,1 0-1 0 0,0 0 0 0 0,3 6 1 0 0,6 12 256 0 0,1 0 0 0 0,17 23 1 0 0,-27-42-369 0 0,2 2 24 0 0,1 1-1 0 0,0-1 1 0 0,1 0 0 0 0,-1-1-1 0 0,1 1 1 0 0,0-1 0 0 0,0 0-1 0 0,1 0 1 0 0,0-1 0 0 0,-1 0 0 0 0,2 0-1 0 0,-1-1 1 0 0,0 1 0 0 0,1-2-1 0 0,-1 1 1 0 0,11 1 0 0 0,-13-3-71 0 0,-1 0 1 0 0,1-1 0 0 0,-1 0 0 0 0,0 0-1 0 0,1 0 1 0 0,-1 0 0 0 0,1-1-1 0 0,-1 0 1 0 0,0 0 0 0 0,1 0 0 0 0,-1 0-1 0 0,0-1 1 0 0,0 0 0 0 0,0 1 0 0 0,0-2-1 0 0,0 1 1 0 0,0 0 0 0 0,-1-1-1 0 0,1 0 1 0 0,-1 1 0 0 0,1-1 0 0 0,-1-1-1 0 0,0 1 1 0 0,0 0 0 0 0,-1-1 0 0 0,1 0-1 0 0,-1 1 1 0 0,0-1 0 0 0,1 0-1 0 0,1-6 1 0 0,0-3 1 0 0,0 0 1 0 0,0 0-1 0 0,-1 0 0 0 0,-1-1 1 0 0,0 1-1 0 0,-1-1 0 0 0,0 1 0 0 0,-1-1 1 0 0,-1 1-1 0 0,0-1 0 0 0,0 0 1 0 0,-2 1-1 0 0,0 0 0 0 0,0-1 0 0 0,-1 1 1 0 0,-1 1-1 0 0,0-1 0 0 0,-1 1 1 0 0,0 0-1 0 0,-1 0 0 0 0,0 0 0 0 0,-1 1 1 0 0,0 0-1 0 0,-1 1 0 0 0,0 0 1 0 0,-1 0-1 0 0,-11-9 0 0 0,15 15-198 0 0,1 0-1 0 0,0 1 1 0 0,-1-1-1 0 0,1 1 1 0 0,-1 0-1 0 0,0 1 1 0 0,0-1-1 0 0,0 1 1 0 0,-1 0-1 0 0,1 1 1 0 0,0-1 0 0 0,-1 1-1 0 0,1 1 1 0 0,-10-1-1 0 0,0 4-4053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1840 0 0,'0'0'15'0'0,"0"0"0"0"0,0 0 1 0 0,0 0-1 0 0,0 0 0 0 0,0 0 0 0 0,0-1 0 0 0,0 1 0 0 0,0 0 0 0 0,1 0 0 0 0,-1 0 0 0 0,0 0 0 0 0,0 0 0 0 0,0 0 0 0 0,0-1 0 0 0,0 1 0 0 0,0 0 0 0 0,0 0 0 0 0,0 0 0 0 0,1 0 0 0 0,-1 0 0 0 0,0 0 1 0 0,0 0-1 0 0,0 0 0 0 0,0 0 0 0 0,0 0 0 0 0,0 0 0 0 0,1 0 0 0 0,-1 0 0 0 0,0 0 0 0 0,0 0 0 0 0,0 0 0 0 0,0 0 0 0 0,0 0 0 0 0,1 0 0 0 0,-1 0 0 0 0,0 0 0 0 0,0 0 0 0 0,0 0 0 0 0,0 0 0 0 0,0 0 0 0 0,1 0 1 0 0,-1 0-1 0 0,0 0 0 0 0,0 0 0 0 0,0 0 0 0 0,0 0 0 0 0,0 0 0 0 0,0 0 0 0 0,0 0 0 0 0,1 0 0 0 0,-1 1 0 0 0,0-1 0 0 0,0 0 0 0 0,0 0 0 0 0,0 0 0 0 0,0 0 0 0 0,0 0 0 0 0,14 12 955 0 0,13 17 508 0 0,-18-14-704 0 0,-1 1 0 0 0,10 27 0 0 0,-15-32-294 0 0,1 0 0 0 0,1 0 0 0 0,0 0 0 0 0,0-1 0 0 0,1 0 0 0 0,0 0 0 0 0,1-1 0 0 0,12 14 0 0 0,2-8 393 0 0,-10-12-534 0 0,-11-4-329 0 0,0 1-1 0 0,0 0 1 0 0,0 0-1 0 0,1 0 1 0 0,-1 0-1 0 0,0 0 1 0 0,0 0-1 0 0,0 0 1 0 0,0-1-1 0 0,0 1 0 0 0,1 0 1 0 0,-1 0-1 0 0,0 0 1 0 0,0 0-1 0 0,0-1 1 0 0,0 1-1 0 0,0 0 1 0 0,0 0-1 0 0,0 0 0 0 0,1-1 1 0 0,-1 1-1 0 0,0 0 1 0 0,0 0-1 0 0,0 0 1 0 0,0-1-1 0 0,0 1 1 0 0,0 0-1 0 0,0 0 0 0 0,0 0 1 0 0,0-1-1 0 0,0 1 1 0 0,0 0-1 0 0,0 0 1 0 0,0 0-1 0 0,0-1 1 0 0,-1 1-1 0 0,1 0 1 0 0,0 0-1 0 0,0 0 0 0 0,0-1 1 0 0,-1 0 26 0 0,0-1-1 0 0,0 1 1 0 0,0 0 0 0 0,0-1-1 0 0,0 1 1 0 0,0 0-1 0 0,0 0 1 0 0,0 0 0 0 0,-1 0-1 0 0,1 0 1 0 0,0 0 0 0 0,-1 0-1 0 0,1 0 1 0 0,-1 1 0 0 0,1-1-1 0 0,-2 0 1 0 0,2 1-143 0 0,1-1-1 0 0,-1 1 1 0 0,0-1 0 0 0,1 1-1 0 0,-1 0 1 0 0,0 0 0 0 0,0-1 0 0 0,1 1-1 0 0,-1 0 1 0 0,0 0 0 0 0,0 0-1 0 0,1 0 1 0 0,-1 0 0 0 0,0 0-1 0 0,0 0 1 0 0,1 0 0 0 0,-1 0-1 0 0,0 0 1 0 0,0 0 0 0 0,1 1-1 0 0,-1-1 1 0 0,0 0 0 0 0,0 0-1 0 0,1 1 1 0 0,-1-1 0 0 0,0 1-1 0 0,1-1 1 0 0,-1 0 0 0 0,1 1-1 0 0,-1-1 1 0 0,0 1 0 0 0,1-1 0 0 0,-1 1-1 0 0,0 1 1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5529 0 0,'-1'1'222'0'0,"1"1"-1"0"0,-1-1 0 0 0,1 0 1 0 0,-1 1-1 0 0,1-1 0 0 0,-1 0 1 0 0,1 1-1 0 0,0-1 0 0 0,-1 1 1 0 0,1-1-1 0 0,0 1 0 0 0,0-1 1 0 0,0 1-1 0 0,0-1 1 0 0,1 1-1 0 0,-1-1 0 0 0,1 3 1 0 0,8 31 806 0 0,-6-25-437 0 0,7 21 425 0 0,2 0 0 0 0,0-1 1 0 0,2 0-1 0 0,30 46 0 0 0,-17-36-1521 0 0,32 38 1 0 0,-33-49-4971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8 6913 0 0,'0'-1'10'0'0,"-1"0"-1"0"0,1 1 1 0 0,-1-1-1 0 0,1 1 0 0 0,-1-1 1 0 0,0 1-1 0 0,1-1 1 0 0,-1 1-1 0 0,0 0 0 0 0,0-1 1 0 0,1 1-1 0 0,-1 0 1 0 0,0-1-1 0 0,0 1 0 0 0,0 0 1 0 0,1 0-1 0 0,-1 0 1 0 0,0 0-1 0 0,0-1 0 0 0,0 1 1 0 0,1 1-1 0 0,-1-1 0 0 0,0 0 1 0 0,0 0-1 0 0,0 0 1 0 0,1 0-1 0 0,-1 0 0 0 0,0 1 1 0 0,0-1-1 0 0,1 0 1 0 0,-1 1-1 0 0,0-1 0 0 0,0 1 1 0 0,1-1-1 0 0,-1 0 1 0 0,0 1-1 0 0,1 0 0 0 0,-1-1 1 0 0,1 1-1 0 0,-1-1 1 0 0,0 2-1 0 0,-1 0 111 0 0,0 0 1 0 0,0 0-1 0 0,0 1 0 0 0,0-1 1 0 0,0 1-1 0 0,1-1 1 0 0,-1 1-1 0 0,1 0 0 0 0,0 0 1 0 0,0-1-1 0 0,-1 5 1 0 0,0 7 153 0 0,1 1 0 0 0,0 0 1 0 0,1 0-1 0 0,1 0 0 0 0,3 16 1 0 0,17 74 956 0 0,-19-94-1118 0 0,1 0 0 0 0,1 1 0 0 0,0-1-1 0 0,0-1 1 0 0,1 1 0 0 0,8 13-1 0 0,-11-21-111 0 0,0-1 1 0 0,0 1-1 0 0,0-1 0 0 0,0 0 0 0 0,0 1 0 0 0,0-1 0 0 0,1 0 1 0 0,-1 0-1 0 0,1 0 0 0 0,0-1 0 0 0,-1 1 0 0 0,1-1 0 0 0,0 1 1 0 0,0-1-1 0 0,0 0 0 0 0,0 0 0 0 0,0 0 0 0 0,0-1 0 0 0,1 1 1 0 0,-1-1-1 0 0,0 0 0 0 0,0 1 0 0 0,0-2 0 0 0,0 1 0 0 0,1 0 1 0 0,-1 0-1 0 0,6-2 0 0 0,-5 0-66 0 0,1 1 0 0 0,0 0 0 0 0,0-1 0 0 0,-1 0 0 0 0,1 0 0 0 0,-1 0 0 0 0,0 0 0 0 0,0-1 0 0 0,0 0 0 0 0,0 0 0 0 0,0 0 0 0 0,0 0 0 0 0,-1-1 1 0 0,1 1-1 0 0,-1-1 0 0 0,0 0 0 0 0,0 0 0 0 0,-1 0 0 0 0,1-1 0 0 0,-1 1 0 0 0,4-9 0 0 0,-4 6-134 0 0,-1 0 1 0 0,1 0 0 0 0,-1 0-1 0 0,-1 0 1 0 0,1 0 0 0 0,-1 0-1 0 0,0 0 1 0 0,-1 0-1 0 0,0 0 1 0 0,0 0 0 0 0,0 0-1 0 0,-1 0 1 0 0,0 0-1 0 0,-5-11 1 0 0,0 3-2776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6449 0 0,'-2'1'104'0'0,"1"0"-1"0"0,0 0 0 0 0,0 0 0 0 0,0 0 0 0 0,0 1 1 0 0,0-1-1 0 0,0 0 0 0 0,0 1 0 0 0,0-1 0 0 0,1 0 1 0 0,-1 1-1 0 0,0-1 0 0 0,1 1 0 0 0,-1-1 0 0 0,1 1 1 0 0,0 0-1 0 0,-1-1 0 0 0,1 1 0 0 0,0 1 0 0 0,-3 34 1019 0 0,3-18-737 0 0,2-1-1 0 0,-1 0 1 0 0,2 1-1 0 0,1-1 1 0 0,0 0-1 0 0,1 0 1 0 0,1-1-1 0 0,0 0 0 0 0,2 0 1 0 0,13 25-1 0 0,-17-38-361 0 0,-1 0 0 0 0,1 0 0 0 0,-1 0 0 0 0,1-1 0 0 0,0 1-1 0 0,1-1 1 0 0,-1 0 0 0 0,1 0 0 0 0,-1 0 0 0 0,1-1 0 0 0,0 0 0 0 0,0 0 0 0 0,0 0-1 0 0,0 0 1 0 0,0-1 0 0 0,0 0 0 0 0,0 0 0 0 0,0 0 0 0 0,1-1 0 0 0,-1 1-1 0 0,0-1 1 0 0,11-2 0 0 0,-13 2-21 0 0,1-1-1 0 0,0 0 1 0 0,-1 0 0 0 0,1 0-1 0 0,-1 0 1 0 0,1-1-1 0 0,-1 1 1 0 0,0-1 0 0 0,1 0-1 0 0,-1 0 1 0 0,0 0-1 0 0,0 0 1 0 0,0-1 0 0 0,-1 1-1 0 0,1-1 1 0 0,0 0-1 0 0,-1 0 1 0 0,0 0 0 0 0,0 0-1 0 0,0 0 1 0 0,0 0-1 0 0,0 0 1 0 0,-1-1 0 0 0,1 1-1 0 0,-1-1 1 0 0,0 1-1 0 0,0-1 1 0 0,0 0 0 0 0,0 1-1 0 0,-1-1 1 0 0,0 0-1 0 0,0-6 1 0 0,0 0 37 0 0,-2 0-1 0 0,1 0 1 0 0,-1 0-1 0 0,-1 1 0 0 0,0-1 1 0 0,0 1-1 0 0,-1 0 1 0 0,0 0-1 0 0,-1 0 1 0 0,0 0-1 0 0,0 1 1 0 0,-11-14-1 0 0,6 10-404 0 0,0 0 0 0 0,-1 1-1 0 0,0 0 1 0 0,-1 1 0 0 0,0 0 0 0 0,0 1-1 0 0,-21-11 1 0 0,19 14-1370 0 0,2 1-2172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46 2304 0 0,'-20'-21'305'0'0,"19"21"-104"0"0,0-1 0 0 0,1 0 0 0 0,-1 0 1 0 0,0 0-1 0 0,0 0 0 0 0,1 0 0 0 0,-1 0 0 0 0,0 0 0 0 0,1-1 1 0 0,-1 1-1 0 0,1 0 0 0 0,-1 0 0 0 0,1 0 0 0 0,0-1 0 0 0,0 1 1 0 0,-1 0-1 0 0,1 0 0 0 0,0-1 0 0 0,0 1 0 0 0,0-2 0 0 0,2 4 64 0 0,0 0 0 0 0,-1 1 0 0 0,1-1-1 0 0,-1 0 1 0 0,0 0 0 0 0,1 0 0 0 0,-1 1-1 0 0,0-1 1 0 0,0 1 0 0 0,0-1-1 0 0,2 3 1 0 0,41 70 2929 0 0,65 151-1 0 0,-14-25-4247 0 0,-75-163-4471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0,'0'15'1720'0'0,"2"0"0"0"0,0 1-1 0 0,7 27 1 0 0,4-1-2035 0 0,20 44-1 0 0,-25-71-600 0 0,0 0-1 0 0,1 0 1 0 0,0-1-1 0 0,1 0 1 0 0,1-1-1 0 0,15 15 0 0 0,-12-11 365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17 148 3225 0 0,'-3'8'405'0'0,"0"0"1"0"0,1-1 0 0 0,-1 1-1 0 0,2 0 1 0 0,-1 0 0 0 0,1 0-1 0 0,0 0 1 0 0,1 0 0 0 0,-1 1 0 0 0,2-1-1 0 0,-1 0 1 0 0,1 0 0 0 0,0 0-1 0 0,4 11 1 0 0,-1-7-57 0 0,0-1-1 0 0,1 0 1 0 0,0 0 0 0 0,1-1-1 0 0,1 0 1 0 0,-1 0-1 0 0,1 0 1 0 0,15 15 0 0 0,-17-20-247 0 0,-1 0 0 0 0,1 0 0 0 0,0-1 0 0 0,1 0 1 0 0,-1 0-1 0 0,1 0 0 0 0,0-1 0 0 0,-1 1 0 0 0,1-1 1 0 0,1-1-1 0 0,-1 1 0 0 0,0-1 0 0 0,1 0 0 0 0,-1-1 1 0 0,1 0-1 0 0,0 0 0 0 0,6 1 0 0 0,-10-2-92 0 0,-1-1 1 0 0,1 1-1 0 0,-1 0 1 0 0,0-1-1 0 0,1 1 0 0 0,-1-1 1 0 0,1 0-1 0 0,-1 0 1 0 0,0 0-1 0 0,0 0 0 0 0,0 0 1 0 0,1 0-1 0 0,-1-1 1 0 0,0 1-1 0 0,0-1 0 0 0,-1 0 1 0 0,1 1-1 0 0,2-4 1 0 0,-1 1-15 0 0,-1 1-1 0 0,0-1 1 0 0,0 0 0 0 0,0 1 0 0 0,-1-1 0 0 0,0 0 0 0 0,1 0-1 0 0,-1 0 1 0 0,-1-1 0 0 0,2-4 0 0 0,-2-4 35 0 0,1 0 1 0 0,-2 0-1 0 0,1 1 1 0 0,-2-1-1 0 0,0 0 1 0 0,-4-13-1 0 0,-1-1 229 0 0,-1 0 0 0 0,-1 1 0 0 0,-1 0 0 0 0,-1 0 0 0 0,-2 1 0 0 0,-1 1 1 0 0,-26-36-1 0 0,39 57-366 0 0,-1 1 0 0 0,1 0 0 0 0,-1 0 0 0 0,0 0 0 0 0,0 0 0 0 0,0 1 0 0 0,0-1 0 0 0,0 0 0 0 0,0 1 0 0 0,0-1 0 0 0,0 1 0 0 0,-1 0 0 0 0,1 0 0 0 0,0 0 0 0 0,-1 0 0 0 0,1 0 0 0 0,-1 0 0 0 0,1 1 0 0 0,-1-1 0 0 0,0 1 0 0 0,1 0 0 0 0,-1-1 0 0 0,1 1 0 0 0,-5 1 0 0 0,-7 5-5078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86 5065 0 0,'-6'-15'8536'0'0,"5"19"-8127"0"0,0 0 1 0 0,0 0-1 0 0,0 0 0 0 0,1 0 1 0 0,0 0-1 0 0,0 7 0 0 0,1-1-356 0 0,0-1-1 0 0,1 1 1 0 0,1 0-1 0 0,0-1 1 0 0,0 1-1 0 0,1-1 1 0 0,0 0-1 0 0,0 0 1 0 0,1-1 0 0 0,0 1-1 0 0,1-1 1 0 0,0 0-1 0 0,0 0 1 0 0,0-1-1 0 0,10 8 1 0 0,-12-11-114 0 0,1 0 0 0 0,-1-1 0 0 0,1 0 0 0 0,0 1 0 0 0,0-1 0 0 0,0-1 0 0 0,1 1 0 0 0,-1-1 1 0 0,1 0-1 0 0,-1 0 0 0 0,1-1 0 0 0,-1 0 0 0 0,1 0 0 0 0,0 0 0 0 0,0 0 0 0 0,0-1 0 0 0,0 0 0 0 0,-1-1 0 0 0,1 1 0 0 0,0-1 1 0 0,0 0-1 0 0,0 0 0 0 0,-1-1 0 0 0,1 0 0 0 0,-1 0 0 0 0,10-5 0 0 0,-10 4 23 0 0,-1 0 0 0 0,1 0-1 0 0,-1-1 1 0 0,0 0 0 0 0,-1 0 0 0 0,1 0 0 0 0,-1 0-1 0 0,1 0 1 0 0,-1-1 0 0 0,-1 0 0 0 0,1 0 0 0 0,-1 1-1 0 0,1-1 1 0 0,-1-1 0 0 0,-1 1 0 0 0,1 0 0 0 0,-1 0-1 0 0,0-1 1 0 0,0 1 0 0 0,0 0 0 0 0,-1-1 0 0 0,0 1 0 0 0,0-1-1 0 0,-2-10 1 0 0,2 8 28 0 0,-1 1 0 0 0,0-1-1 0 0,-1 1 1 0 0,0-1 0 0 0,0 1 0 0 0,0 0 0 0 0,-1-1-1 0 0,0 1 1 0 0,-1 0 0 0 0,1 1 0 0 0,-1-1-1 0 0,-1 1 1 0 0,1-1 0 0 0,-1 1 0 0 0,0 1 0 0 0,0-1-1 0 0,-9-6 1 0 0,9 9-166 0 0,0 0-1 0 0,0 1 1 0 0,-1 0-1 0 0,1 1 1 0 0,0-1-1 0 0,-1 1 1 0 0,1 0-1 0 0,-1 0 0 0 0,1 0 1 0 0,-1 1-1 0 0,0 0 1 0 0,1 0-1 0 0,-9 1 1 0 0,-11 3-4234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9218 0 0,'0'0'48'0'0,"1"0"-1"0"0,-1 0 1 0 0,0 0 0 0 0,1 0-1 0 0,-1 0 1 0 0,1 0 0 0 0,-1 0-1 0 0,1 0 1 0 0,-1 0 0 0 0,1 0-1 0 0,-1 0 1 0 0,1 0 0 0 0,-1 1 0 0 0,0-1-1 0 0,1 0 1 0 0,-1 0 0 0 0,1 0-1 0 0,-1 1 1 0 0,0-1 0 0 0,1 0-1 0 0,-1 1 1 0 0,0-1 0 0 0,1 0-1 0 0,-1 1 1 0 0,0-1 0 0 0,1 1-1 0 0,-1-1 1 0 0,0 0 0 0 0,0 1-1 0 0,0-1 1 0 0,1 1 0 0 0,-1-1 0 0 0,0 1-1 0 0,0-1 1 0 0,0 0 0 0 0,0 1-1 0 0,0-1 1 0 0,0 1 0 0 0,0 0-1 0 0,6 27 815 0 0,-5-21-630 0 0,3 11 365 0 0,1 12 525 0 0,15 41-1 0 0,-18-65-1070 0 0,1 1-1 0 0,-1-1 1 0 0,1 0-1 0 0,0 1 1 0 0,1-1-1 0 0,0-1 1 0 0,0 1-1 0 0,0 0 0 0 0,0-1 1 0 0,1 0-1 0 0,0 0 1 0 0,7 5-1 0 0,-11-9-60 0 0,0 0 0 0 0,0 0 0 0 0,0 0-1 0 0,1-1 1 0 0,-1 1 0 0 0,0 0 0 0 0,1-1-1 0 0,-1 1 1 0 0,1-1 0 0 0,-1 1 0 0 0,0-1-1 0 0,1 0 1 0 0,-1 1 0 0 0,1-1-1 0 0,-1 0 1 0 0,1 0 0 0 0,-1 0 0 0 0,1 0-1 0 0,-1 0 1 0 0,1-1 0 0 0,-1 1 0 0 0,1 0-1 0 0,-1-1 1 0 0,1 1 0 0 0,1-1 0 0 0,-2-1-14 0 0,1 1 1 0 0,0-1 0 0 0,0 0 0 0 0,-1 0 0 0 0,1 1 0 0 0,-1-1 0 0 0,1 0-1 0 0,-1 0 1 0 0,0 0 0 0 0,0-1 0 0 0,0 1 0 0 0,0 0 0 0 0,0 0-1 0 0,0-3 1 0 0,2-5-6 0 0,-1 0-1 0 0,-1 0 0 0 0,0 0 1 0 0,0 0-1 0 0,-1 0 0 0 0,-1-15 1 0 0,-1 11-258 0 0,-1 0 0 0 0,0 0 0 0 0,-2 0-1 0 0,1 1 1 0 0,-1 0 0 0 0,-1-1 0 0 0,-1 2 0 0 0,0-1 0 0 0,0 1 0 0 0,-13-16 0 0 0,6 12-4047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0 231 10594 0 0,'1'-3'-87'0'0,"-1"1"-1"0"0,1-1 1 0 0,0 1 0 0 0,0 0-1 0 0,0-1 1 0 0,0 1-1 0 0,0 0 1 0 0,0 0-1 0 0,1 0 1 0 0,-1 0 0 0 0,1 0-1 0 0,2-3 1 0 0,27-26 878 0 0,-21 21-476 0 0,128-110-2506 0 0,-115 101 1206 0 0,-1 1 631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0,'12'21'939'0'0,"1"-1"0"0"0,19 24 1 0 0,-6-9-497 0 0,314 405 3610 0 0,-316-414-3696 0 0,1 0 0 0 0,1-2 0 0 0,1-2 0 0 0,45 30 0 0 0,-53-40-436 0 0,0-2 0 0 0,1 0 0 0 0,24 8 0 0 0,-28-13-684 0 0,0 0 1 0 0,0-1-1 0 0,1-1 0 0 0,29 1 0 0 0,-13-3-3934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6 314 7834 0 0,'-1'-2'127'0'0,"0"0"1"0"0,0 0-1 0 0,1 0 0 0 0,-1 0 1 0 0,0 0-1 0 0,1 0 1 0 0,0 0-1 0 0,-1 0 0 0 0,1 0 1 0 0,0-1-1 0 0,0 1 1 0 0,0 0-1 0 0,1 0 0 0 0,0-4 1 0 0,6-31 780 0 0,-3 25-752 0 0,0 1 0 0 0,1-1 1 0 0,0 1-1 0 0,1 0 0 0 0,0 1 1 0 0,1-1-1 0 0,0 1 0 0 0,0 0 0 0 0,1 1 1 0 0,1 0-1 0 0,9-9 0 0 0,-3 5-549 0 0,1 1 0 0 0,1 1 0 0 0,-1 0 0 0 0,2 1 0 0 0,0 1 0 0 0,19-8 0 0 0,-22 12 1797 0 0,0-1 0 0 0,28-5 0 0 0,-37 10-1308 0 0,1 0 1 0 0,0 1-1 0 0,0-1 1 0 0,0 1 0 0 0,0 1-1 0 0,-1-1 1 0 0,1 1-1 0 0,0 0 1 0 0,0 1 0 0 0,9 3-1 0 0,1 3 184 0 0,-1 0 1 0 0,1 2-1 0 0,-1 0 0 0 0,-1 1 0 0 0,0 0 0 0 0,0 1 0 0 0,-1 1 1 0 0,-1 0-1 0 0,17 22 0 0 0,7 14 624 0 0,48 82 1 0 0,-56-82-599 0 0,24 55 0 0 0,-47-90-282 0 0,0 1 1 0 0,0 0-1 0 0,-2 1 0 0 0,0-1 0 0 0,-1 1 1 0 0,0 0-1 0 0,-1 0 0 0 0,-1 27 0 0 0,-4-27-187 0 0,0 0 0 0 0,-2 0 0 0 0,0 0-1 0 0,0 0 1 0 0,-2-1 0 0 0,0 0 0 0 0,-16 26 0 0 0,-9 20-2072 0 0,14-23 230 0 0,-2 5-75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8:57.9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1 8754 0 0,'-6'37'185'0'0,"1"2"0"0"0,3-1 1 0 0,1 0-1 0 0,4 44 0 0 0,-1-24 20 0 0,-16 589 1340 0 0,-32 3-289 0 0,-2 31-691 0 0,4 94-53 0 0,-10 205 72 0 0,10 946 186 0 0,30-947-526 0 0,46 1122-1218 0 0,5-1355 1123 0 0,51 734 2033 0 0,-13-767-1533 0 0,13 174 92 0 0,-75-714-508 0 0,7-1 0 0 0,50 199 0 0 0,-67-359-1983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54 5985 0 0,'-1'-3'126'0'0,"0"0"-1"0"0,-1 0 0 0 0,1 0 1 0 0,1 0-1 0 0,-1 0 0 0 0,0 0 1 0 0,0-6-1 0 0,-4-15 5764 0 0,10 48-1396 0 0,-5 21-3430 0 0,-1-16-480 0 0,3 103 673 0 0,12 246-2137 0 0,-13-369 498 0 0,0 6-588 0 0,0 0 0 0 0,1 0 0 0 0,1-1 0 0 0,0 1 0 0 0,1-1 0 0 0,6 15 0 0 0,-5-21-534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27 6913 0 0,'-5'-26'7147'0'0,"9"40"-6516"0"0,0 2-2191 0 0,-1 1 0 0 0,-1-1 0 0 0,-1 1 0 0 0,-1 23 0 0 0,-2-7 870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8754 0 0,'12'13'579'0'0,"0"0"1"0"0,-2 2 0 0 0,1-1-1 0 0,-2 1 1 0 0,0 1-1 0 0,-1-1 1 0 0,9 27 0 0 0,-3-3 93 0 0,-2 1 0 0 0,6 44 0 0 0,-11-41-889 0 0,9 35-1134 0 0,-17-102 994 0 0,1 0 0 0 0,1-1-1 0 0,4-23 1 0 0,-5 47 356 0 0,4-37 15 0 0,10-38 1 0 0,-11 63-3 0 0,1 1 0 0 0,0 0 0 0 0,1-1 0 0 0,0 2-1 0 0,0-1 1 0 0,15-20 0 0 0,-18 29 65 0 0,0-1 0 0 0,0 2-1 0 0,1-1 1 0 0,-1 0 0 0 0,1 0 0 0 0,0 1 0 0 0,0-1-1 0 0,0 1 1 0 0,0 0 0 0 0,0 0 0 0 0,0 0-1 0 0,0 0 1 0 0,1 1 0 0 0,-1-1 0 0 0,1 1 0 0 0,-1 0-1 0 0,1 0 1 0 0,0 0 0 0 0,0 1 0 0 0,-1-1 0 0 0,1 1-1 0 0,0 0 1 0 0,0 0 0 0 0,5 1 0 0 0,-4 0 96 0 0,0 0 0 0 0,0 1 0 0 0,0 0 0 0 0,-1 0 1 0 0,1 0-1 0 0,-1 1 0 0 0,0 0 0 0 0,0-1 0 0 0,0 1 0 0 0,0 1 1 0 0,0-1-1 0 0,0 1 0 0 0,-1-1 0 0 0,0 1 0 0 0,0 0 0 0 0,0 0 1 0 0,4 8-1 0 0,5 10-101 0 0,-2 0 1 0 0,0 1-1 0 0,12 44 1 0 0,-1 29-6217 0 0,-16-65 1061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6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1 110 6913 0 0,'0'-2'9'0'0,"6"-15"6881"0"0,27 123-1263 0 0,-23-66-5134 0 0,1 5-165 0 0,17 44 0 0 0,-24-78-337 0 0,1 0 1 0 0,0 0-1 0 0,1 0 1 0 0,0-1-1 0 0,0 0 1 0 0,1 0-1 0 0,0-1 1 0 0,1 0 0 0 0,11 10-1 0 0,-17-17 5 0 0,1 0 0 0 0,-1 0-1 0 0,1 0 1 0 0,-1-1 0 0 0,1 1 0 0 0,0-1-1 0 0,0 0 1 0 0,-1 0 0 0 0,1 0 0 0 0,0 0-1 0 0,6 1 1 0 0,-8-2 14 0 0,0 0 0 0 0,0 0 0 0 0,0 0 0 0 0,0-1-1 0 0,0 1 1 0 0,0 0 0 0 0,0 0 0 0 0,0 0 0 0 0,0-1 0 0 0,0 1-1 0 0,0-1 1 0 0,0 1 0 0 0,0-1 0 0 0,0 1 0 0 0,0-1 0 0 0,-1 1-1 0 0,1-1 1 0 0,0 0 0 0 0,0 1 0 0 0,-1-1 0 0 0,1 0 0 0 0,0 0-1 0 0,-1 0 1 0 0,1 0 0 0 0,-1 1 0 0 0,1-1 0 0 0,-1 0-1 0 0,1 0 1 0 0,-1 0 0 0 0,0 0 0 0 0,1 0 0 0 0,-1 0 0 0 0,0 0-1 0 0,0 0 1 0 0,0 0 0 0 0,0 0 0 0 0,0-2 0 0 0,3-45 405 0 0,-5-63 1 0 0,2-31-1270 0 0,2 113 101 0 0,8-36 0 0 0,-7 52-576 0 0,1 0-1 0 0,8-21 1 0 0,-2 15-4410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0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1 446 3225 0 0,'3'3'173'0'0,"0"0"0"0"0,0 0 0 0 0,0 0 0 0 0,1 0 0 0 0,-1 0 0 0 0,1-1 0 0 0,0 1 0 0 0,0-1 0 0 0,0 0 1 0 0,0 0-1 0 0,0-1 0 0 0,0 1 0 0 0,0-1 0 0 0,1 0 0 0 0,-1 0 0 0 0,0 0 0 0 0,1-1 0 0 0,-1 1 0 0 0,1-1 0 0 0,-1 0 0 0 0,0-1 0 0 0,1 1 1 0 0,-1-1-1 0 0,1 0 0 0 0,-1 0 0 0 0,0 0 0 0 0,1 0 0 0 0,-1-1 0 0 0,0 0 0 0 0,0 0 0 0 0,0 0 0 0 0,5-4 0 0 0,1 0 221 0 0,-1-1 0 0 0,0 0 0 0 0,0 0 0 0 0,-1-1 0 0 0,0 0 0 0 0,-1 0 0 0 0,1-1 0 0 0,-2 0 0 0 0,1 0 0 0 0,-1 0 0 0 0,-1-1 0 0 0,6-11 0 0 0,-5 2-184 0 0,0-1 0 0 0,-1 1 0 0 0,0-1 0 0 0,-2 0 0 0 0,0 0 0 0 0,-2-1 0 0 0,0 1 0 0 0,-1 0 0 0 0,-1 0 0 0 0,-1-1 0 0 0,-1 1 0 0 0,-1 0 0 0 0,-10-33 0 0 0,14 51-219 0 0,-1 1 0 0 0,1-1 0 0 0,-1 0 0 0 0,1 1 0 0 0,-1-1 1 0 0,0 1-1 0 0,0-1 0 0 0,0 1 0 0 0,0-1 0 0 0,0 1 0 0 0,0 0 0 0 0,0-1 0 0 0,0 1 0 0 0,0 0 0 0 0,-1 0 0 0 0,1 0 0 0 0,-1 0 0 0 0,1 0 0 0 0,-1 0 0 0 0,1 0 0 0 0,-1 0 0 0 0,1 1 0 0 0,-1-1 0 0 0,0 1 0 0 0,-2-1 0 0 0,2 1-66 0 0,1 0 1 0 0,-1 1-1 0 0,0-1 0 0 0,0 1 0 0 0,0 0 0 0 0,0-1 0 0 0,1 1 0 0 0,-1 0 0 0 0,0 0 1 0 0,1 0-1 0 0,-1 1 0 0 0,1-1 0 0 0,-1 0 0 0 0,1 0 0 0 0,0 1 0 0 0,-1-1 0 0 0,1 1 1 0 0,0-1-1 0 0,0 1 0 0 0,0 0 0 0 0,0-1 0 0 0,-1 5 0 0 0,-3 3-212 0 0,1 1 0 0 0,0-1 0 0 0,1 1 0 0 0,0 0 0 0 0,0 0-1 0 0,1 1 1 0 0,-1 19 0 0 0,3-17 358 0 0,0 1 0 0 0,1-1 0 0 0,0 1-1 0 0,2-1 1 0 0,-1 0 0 0 0,2 0 0 0 0,-1 0-1 0 0,2 0 1 0 0,9 19 0 0 0,-7-18-67 0 0,0-1 1 0 0,1 0-1 0 0,1 0 1 0 0,0-1-1 0 0,1 0 1 0 0,0-1-1 0 0,1 0 1 0 0,17 13-1 0 0,-18-16-501 0 0,0-2-1 0 0,0 1 1 0 0,1-1-1 0 0,0 0 1 0 0,0-1-1 0 0,17 5 0 0 0,-5-4-3808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4 299 7834 0 0,'-1'-1'178'0'0,"1"0"1"0"0,-1 0-1 0 0,1-1 0 0 0,0 1 1 0 0,-1 0-1 0 0,1 0 1 0 0,0 0-1 0 0,-1-1 1 0 0,1 1-1 0 0,0 0 0 0 0,0 0 1 0 0,0-1-1 0 0,0 1 1 0 0,1 0-1 0 0,-1 0 1 0 0,0 0-1 0 0,0-1 1 0 0,1 1-1 0 0,-1 0 0 0 0,0 0 1 0 0,1 0-1 0 0,0 0 1 0 0,-1 0-1 0 0,1 0 1 0 0,-1 0-1 0 0,1 0 0 0 0,0 0 1 0 0,0 0-1 0 0,0 0 1 0 0,0 0-1 0 0,-1 0 1 0 0,1 0-1 0 0,2-1 1 0 0,-1 2-28 0 0,0-1 0 0 0,-1 1 0 0 0,1 0 1 0 0,0 0-1 0 0,-1-1 0 0 0,1 1 1 0 0,0 0-1 0 0,0 1 0 0 0,-1-1 1 0 0,1 0-1 0 0,0 0 0 0 0,-1 1 0 0 0,1-1 1 0 0,0 1-1 0 0,-1-1 0 0 0,1 1 1 0 0,0 0-1 0 0,-1-1 0 0 0,1 1 1 0 0,-1 0-1 0 0,1 0 0 0 0,-1 0 0 0 0,2 2 1 0 0,19 19-28 0 0,-2 1 1 0 0,-1 1 0 0 0,-1 0-1 0 0,-1 2 1 0 0,22 43 0 0 0,17 24-1108 0 0,-45-74 846 0 0,-9-14 115 0 0,1-1 0 0 0,-1 1 0 0 0,1 0 0 0 0,1-1 0 0 0,-1 0 0 0 0,0 0 0 0 0,9 7 0 0 0,-15-47 1583 0 0,-3 2-978 0 0,-8-43 598 0 0,-5-112 0 0 0,18 167-1754 0 0,1 1 0 0 0,1-1-1 0 0,1 0 1 0 0,1 1 0 0 0,1 0 0 0 0,1 0 0 0 0,0 0 0 0 0,2 0 0 0 0,0 1 0 0 0,13-23 0 0 0,-8 22-5115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7370 0 0,'29'138'9370'0'0,"-3"19"-5777"0"0,52 245-2900 0 0,-33-231-5081 0 0,-40-143-1760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4817 0 0,'31'-26'761'0'0,"57"-36"0"0"0,-78 56-679 0 0,0 1-1 0 0,0-1 1 0 0,0 2-1 0 0,1 0 0 0 0,-1 0 1 0 0,1 0-1 0 0,0 2 1 0 0,0-1-1 0 0,1 2 0 0 0,21-2 1 0 0,-27 3-190 0 0,-1 1 0 0 0,1 0 0 0 0,0 0 0 0 0,0 0 0 0 0,-1 1 0 0 0,1 0 0 0 0,-1 0 0 0 0,0 0 0 0 0,1 1 0 0 0,-1 0 0 0 0,0 0 0 0 0,8 7 0 0 0,-3-2-171 0 0,-1 1 0 0 0,0 0 0 0 0,-1 0 0 0 0,14 20 0 0 0,-15-16 268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88 420 6449 0 0,'7'8'716'0'0,"0"0"1"0"0,-1 1-1 0 0,0 0 0 0 0,-1 0 0 0 0,0 1 0 0 0,-1-1 0 0 0,0 1 0 0 0,0 0 0 0 0,3 16 1 0 0,2 11 1449 0 0,4 49 1 0 0,-9-52-1793 0 0,18 133 1425 0 0,-4-56-5150 0 0,-15-94-2789 0 0</inkml:trace>
  <inkml:trace contextRef="#ctx0" brushRef="#br0" timeOffset="1">10 79 11058 0 0,'-1'-2'96'0'0,"0"0"1"0"0,-1 0-1 0 0,1 0 0 0 0,1 0 0 0 0,-1 0 0 0 0,0 0 0 0 0,0 0 0 0 0,1 0 0 0 0,-1 0 0 0 0,1 0 1 0 0,0 0-1 0 0,-1 0 0 0 0,1-1 0 0 0,0 1 0 0 0,0 0 0 0 0,1 0 0 0 0,-1 0 0 0 0,0 0 0 0 0,1-1 1 0 0,-1 1-1 0 0,1 0 0 0 0,0 0 0 0 0,0 0 0 0 0,-1 0 0 0 0,1 0 0 0 0,1 0 0 0 0,1-2 0 0 0,-3 3-176 0 0,1 0 0 0 0,0-1 0 0 0,0 1 0 0 0,-1 0 0 0 0,1 0 0 0 0,0 0 0 0 0,0 0 0 0 0,0 0 0 0 0,0 0 0 0 0,1 0 0 0 0,-1 0 0 0 0,0 1 0 0 0,0-1 0 0 0,0 0 0 0 0,1 1 0 0 0,-1-1 0 0 0,0 1 0 0 0,1-1 0 0 0,-1 1 0 0 0,0 0-1 0 0,1-1 1 0 0,-1 1 0 0 0,1 0 0 0 0,-1 0 0 0 0,0 0 0 0 0,1 0 0 0 0,-1 0 0 0 0,1 0 0 0 0,-1 1 0 0 0,0-1 0 0 0,1 0 0 0 0,-1 1 0 0 0,1-1 0 0 0,-1 1 0 0 0,0-1 0 0 0,0 1 0 0 0,1 0 0 0 0,-1-1 0 0 0,0 1 0 0 0,0 0 0 0 0,0 0 0 0 0,0 0 0 0 0,0 0 0 0 0,1 2-1 0 0,22 26-288 0 0,-15-11 369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 4609 0 0,'0'-1'48'0'0,"1"0"1"0"0,-1 1-1 0 0,1-1 0 0 0,-1 0 1 0 0,1 0-1 0 0,-1 0 0 0 0,1 1 1 0 0,0-1-1 0 0,-1 0 0 0 0,1 0 1 0 0,0 1-1 0 0,0-1 0 0 0,-1 1 1 0 0,1-1-1 0 0,0 1 0 0 0,0-1 1 0 0,0 1-1 0 0,0-1 0 0 0,0 1 1 0 0,0 0-1 0 0,-1-1 0 0 0,1 1 1 0 0,0 0-1 0 0,0 0 0 0 0,0 0 1 0 0,0 0-1 0 0,0 0 0 0 0,0 0 1 0 0,0 0-1 0 0,0 0 0 0 0,0 0 1 0 0,1 1-1 0 0,2 0 209 0 0,-1 1-1 0 0,0 0 1 0 0,0 1 0 0 0,-1-1-1 0 0,1 0 1 0 0,0 1 0 0 0,-1-1-1 0 0,3 5 1 0 0,3 3 465 0 0,0 0 0 0 0,-1 1 0 0 0,0 0 1 0 0,-1 1-1 0 0,0-1 0 0 0,6 19 0 0 0,18 77 1155 0 0,-26-86-2013 0 0,0 0 0 0 0,2-1-1 0 0,1 0 1 0 0,0 0 0 0 0,1 0 0 0 0,1-1 0 0 0,20 31-1 0 0,-28-49 92 0 0,-1 0-1 0 0,1 0 0 0 0,-1-1 0 0 0,1 1 0 0 0,-1 0 1 0 0,1 0-1 0 0,-1-1 0 0 0,1 1 0 0 0,0 0 0 0 0,0-1 0 0 0,-1 1 1 0 0,1-1-1 0 0,0 1 0 0 0,0-1 0 0 0,0 1 0 0 0,-1-1 1 0 0,1 1-1 0 0,0-1 0 0 0,0 0 0 0 0,0 0 0 0 0,0 1 1 0 0,0-1-1 0 0,0 0 0 0 0,0 0 0 0 0,0 0 0 0 0,0 0 0 0 0,0 0 1 0 0,0 0-1 0 0,1-1 0 0 0,0 0 31 0 0,-1 0 0 0 0,1 0 1 0 0,-1 0-1 0 0,0 0 0 0 0,1-1 0 0 0,-1 1 1 0 0,0 0-1 0 0,0-1 0 0 0,0 1 0 0 0,0-1 0 0 0,0 0 1 0 0,0 1-1 0 0,0-1 0 0 0,0-2 0 0 0,4-9 176 0 0,0-1-1 0 0,4-27 1 0 0,-9 38-184 0 0,10-45 146 0 0,15-48 1 0 0,-20 81-55 0 0,1 0 0 0 0,0 0 0 0 0,1 1 0 0 0,0 0 1 0 0,1 0-1 0 0,1 1 0 0 0,12-16 0 0 0,-19 28-43 0 0,-1-1 1 0 0,0 1-1 0 0,0-1 0 0 0,1 1 1 0 0,-1 0-1 0 0,1-1 0 0 0,-1 1 1 0 0,1 0-1 0 0,0 0 0 0 0,-1 0 1 0 0,1 0-1 0 0,0 1 0 0 0,0-1 1 0 0,-1 0-1 0 0,1 1 0 0 0,0-1 1 0 0,0 1-1 0 0,0 0 0 0 0,3-1 1 0 0,-3 2 23 0 0,-1-1 0 0 0,1 1 0 0 0,0-1 0 0 0,0 1 0 0 0,-1 0 0 0 0,1-1-1 0 0,-1 1 1 0 0,1 0 0 0 0,0 0 0 0 0,-1 0 0 0 0,0 1 0 0 0,1-1 0 0 0,-1 0 0 0 0,0 0 0 0 0,0 1 0 0 0,3 2 0 0 0,2 7 226 0 0,0 0 0 0 0,0 1 0 0 0,-1-1 0 0 0,7 22-1 0 0,-8-21-225 0 0,60 160-3503 0 0,-54-146-1476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8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136 165 5985 0 0,'4'-32'132'0'0,"-2"20"595"0"0,0 0 1 0 0,-1 0-1 0 0,0 0 0 0 0,-1 1 0 0 0,0-1 0 0 0,-1 0 0 0 0,-5-22 1 0 0,6 33-599 0 0,0 1 0 0 0,0-1 0 0 0,0 0 1 0 0,-1 0-1 0 0,1 1 0 0 0,0-1 1 0 0,-1 0-1 0 0,1 1 0 0 0,0-1 0 0 0,-1 0 1 0 0,1 1-1 0 0,-1-1 0 0 0,1 1 1 0 0,0-1-1 0 0,-1 1 0 0 0,0-1 0 0 0,1 1 1 0 0,-1-1-1 0 0,1 1 0 0 0,-1-1 0 0 0,0 1 1 0 0,1 0-1 0 0,-1-1 0 0 0,0 1 1 0 0,1 0-1 0 0,-1-1 0 0 0,0 1 0 0 0,-1 0 1 0 0,1 0-7 0 0,0 1 0 0 0,0-1 1 0 0,-1 0-1 0 0,1 1 0 0 0,0 0 1 0 0,0-1-1 0 0,0 1 0 0 0,0-1 1 0 0,0 1-1 0 0,0 0 0 0 0,0 0 1 0 0,0 0-1 0 0,0 0 0 0 0,-1 2 1 0 0,-25 39 1066 0 0,11-10-974 0 0,1 0-1 0 0,2 1 1 0 0,-10 36 0 0 0,20-57-359 0 0,0-1 0 0 0,1 1 1 0 0,0 0-1 0 0,1 0 1 0 0,0 0-1 0 0,1 0 1 0 0,0 0-1 0 0,1 0 0 0 0,0 0 1 0 0,1 0-1 0 0,0-1 1 0 0,8 22-1 0 0,-9-30-1 0 0,0 0 1 0 0,1 0-1 0 0,-1 0 0 0 0,1 0 0 0 0,0-1 1 0 0,0 1-1 0 0,0-1 0 0 0,0 1 0 0 0,0-1 1 0 0,0 0-1 0 0,1 0 0 0 0,-1 0 0 0 0,1 0 0 0 0,-1 0 1 0 0,1-1-1 0 0,5 3 0 0 0,-6-3 69 0 0,-1-1-1 0 0,1 0 0 0 0,-1 0 1 0 0,1 0-1 0 0,-1 0 1 0 0,1 0-1 0 0,0 0 1 0 0,-1 0-1 0 0,1 0 0 0 0,-1-1 1 0 0,1 1-1 0 0,-1-1 1 0 0,1 1-1 0 0,-1-1 1 0 0,1 0-1 0 0,-1 1 0 0 0,0-1 1 0 0,1 0-1 0 0,-1 0 1 0 0,0 0-1 0 0,0 0 1 0 0,0 0-1 0 0,1 0 0 0 0,-1 0 1 0 0,0-1-1 0 0,0 1 1 0 0,-1 0-1 0 0,1-1 0 0 0,0 1 1 0 0,0 0-1 0 0,-1-1 1 0 0,1 1-1 0 0,-1-1 1 0 0,2-2-1 0 0,4-15 221 0 0,-1 0 0 0 0,0 0 0 0 0,-1 0 0 0 0,1-26 0 0 0,-4 29 459 0 0,1-1 1 0 0,1 1 0 0 0,0 0-1 0 0,1 1 1 0 0,0-1-1 0 0,14-29 1 0 0,-18 45-562 0 0,0-1 0 0 0,1 0 0 0 0,-1 1-1 0 0,0-1 1 0 0,1 1 0 0 0,-1-1 0 0 0,0 0 0 0 0,1 1 0 0 0,-1-1-1 0 0,1 1 1 0 0,-1-1 0 0 0,1 1 0 0 0,-1-1 0 0 0,1 1 0 0 0,-1-1-1 0 0,1 1 1 0 0,0 0 0 0 0,-1-1 0 0 0,1 1 0 0 0,0 0 0 0 0,-1 0-1 0 0,1-1 1 0 0,0 1 0 0 0,-1 0 0 0 0,1 0 0 0 0,0 0 0 0 0,-1 0-1 0 0,1 0 1 0 0,0 0 0 0 0,0 0 0 0 0,1 0 0 0 0,-1 1 23 0 0,1 0 1 0 0,-1 0-1 0 0,1 0 1 0 0,-1 0-1 0 0,1 0 1 0 0,-1 0-1 0 0,0 0 1 0 0,0 0-1 0 0,1 1 1 0 0,-1-1 0 0 0,0 1-1 0 0,1 1 1 0 0,22 48 836 0 0,-5 8-634 0 0,-3 1 0 0 0,-2 0 0 0 0,-4 1 0 0 0,-1 1 0 0 0,-1 94 0 0 0,-8-107-185 0 0,-3 0 0 0 0,-2 0-1 0 0,-1-1 1 0 0,-4 0 0 0 0,-14 47 0 0 0,12-55-399 0 0,-3-1 1 0 0,-1-1-1 0 0,-1-1 1 0 0,-2 0-1 0 0,-2-1 1 0 0,-32 42-1 0 0,32-52-7113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115 138 6913 0 0,'-5'-2'248'0'0,"0"-1"0"0"0,1-1 0 0 0,0 1-1 0 0,0-1 1 0 0,0 1 0 0 0,0-1-1 0 0,0 0 1 0 0,1-1 0 0 0,-7-8-1 0 0,-5-6 687 0 0,9 13-500 0 0,4 3-138 0 0,0 0 1 0 0,-1 0-1 0 0,1 1 0 0 0,-1-1 1 0 0,0 1-1 0 0,0 0 0 0 0,0-1 1 0 0,0 1-1 0 0,0 1 0 0 0,0-1 0 0 0,-5-1 1 0 0,8 3-221 0 0,-1 0 0 0 0,1 0 0 0 0,-1 1 0 0 0,0-1-1 0 0,1 1 1 0 0,-1-1 0 0 0,1 0 0 0 0,-1 1 0 0 0,1-1 0 0 0,0 1 0 0 0,-1-1 0 0 0,1 1 0 0 0,-1 0 0 0 0,1-1 0 0 0,0 1 0 0 0,-1-1 0 0 0,1 1 0 0 0,0 0 0 0 0,0-1 0 0 0,0 1 0 0 0,-1-1 0 0 0,1 1 0 0 0,0 0 0 0 0,0-1-1 0 0,0 1 1 0 0,0 0 0 0 0,0-1 0 0 0,0 1 0 0 0,0 0 0 0 0,0-1 0 0 0,0 1 0 0 0,1 1 0 0 0,1 29 413 0 0,-1-27-341 0 0,6 45 112 0 0,2 0 0 0 0,3-1 0 0 0,1 0 1 0 0,3-1-1 0 0,22 46 0 0 0,123 219-248 0 0,-134-264-50 0 0,-19-33 44 0 0,43 71-34 0 0,-45-77 70 0 0,1 0 0 0 0,0 0 0 0 0,1-1-1 0 0,0 0 1 0 0,0 0 0 0 0,15 11 0 0 0,-22-18-14 0 0,0-1 0 0 0,0 1 0 0 0,0 0 0 0 0,0 0 0 0 0,0 0 0 0 0,0-1 0 0 0,0 1 0 0 0,1 0 0 0 0,-1-1 0 0 0,0 1 0 0 0,0-1 0 0 0,0 0 0 0 0,1 1 0 0 0,-1-1 0 0 0,0 0 0 0 0,1 0 0 0 0,-1 0 0 0 0,0 0 0 0 0,0 0 0 0 0,1 0 0 0 0,-1 0 0 0 0,0 0 0 0 0,1 0 0 0 0,-1-1 0 0 0,0 1 0 0 0,0 0 0 0 0,1-1 0 0 0,-1 1 0 0 0,0-1 1 0 0,0 1-1 0 0,0-1 0 0 0,0 0 0 0 0,0 0 0 0 0,0 1 0 0 0,0-1 0 0 0,0 0 0 0 0,0 0 0 0 0,0 0 0 0 0,0 0 0 0 0,0 0 0 0 0,-1 0 0 0 0,1 0 0 0 0,0 0 0 0 0,-1 0 0 0 0,1-1 0 0 0,-1 1 0 0 0,1 0 0 0 0,-1 0 0 0 0,1-3 0 0 0,1-6 121 0 0,0 1-1 0 0,0-1 1 0 0,-1 0-1 0 0,-1 0 1 0 0,0-13-1 0 0,-31-305 157 0 0,5 94-1954 0 0,22 172-783 0 0,7-110-1 0 0,2 131-1585 0 0,0 9-893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39 151 7370 0 0,'-1'-1'-42'0'0,"-16"-28"3479"0"0,17 29-3334 0 0,0 0 0 0 0,-1 0 0 0 0,1-1 0 0 0,0 1 0 0 0,0 0 1 0 0,-1 0-1 0 0,1-1 0 0 0,0 1 0 0 0,-1 0 0 0 0,1 0 0 0 0,0-1 0 0 0,-1 1 0 0 0,1 0 1 0 0,0 0-1 0 0,-1 0 0 0 0,1 0 0 0 0,0 0 0 0 0,-1 0 0 0 0,1 0 0 0 0,0 0 1 0 0,-1-1-1 0 0,1 1 0 0 0,0 0 0 0 0,-1 0 0 0 0,1 1 0 0 0,-1-1 0 0 0,0 0 0 0 0,1 0 3 0 0,-1 1-1 0 0,1 0 0 0 0,-1 0 0 0 0,0-1 1 0 0,1 1-1 0 0,-1 0 0 0 0,1 0 1 0 0,0 0-1 0 0,-1 0 0 0 0,1 0 0 0 0,0-1 1 0 0,-1 1-1 0 0,1 0 0 0 0,0 0 0 0 0,0 0 1 0 0,0 2-1 0 0,-3 13 185 0 0,2 0 1 0 0,0 1 0 0 0,1-1-1 0 0,1 1 1 0 0,4 29-1 0 0,-4-40-286 0 0,0 0 0 0 0,0 0 0 0 0,1-1 0 0 0,-1 1 0 0 0,1-1 0 0 0,1 1 0 0 0,-1-1 0 0 0,1 0-1 0 0,0 0 1 0 0,0 0 0 0 0,0 0 0 0 0,0-1 0 0 0,1 1 0 0 0,0-1 0 0 0,0 0 0 0 0,0 0 0 0 0,1 0 0 0 0,-1 0 0 0 0,10 5 0 0 0,-12-8 21 0 0,1 0-1 0 0,-1 0 1 0 0,0-1 0 0 0,1 1 0 0 0,-1 0 0 0 0,1-1 0 0 0,-1 0 0 0 0,1 1 0 0 0,-1-1 0 0 0,1 0 0 0 0,-1 0-1 0 0,1 0 1 0 0,-1-1 0 0 0,0 1 0 0 0,1-1 0 0 0,-1 1 0 0 0,1-1 0 0 0,-1 0 0 0 0,5-2 0 0 0,-4 1 12 0 0,0 0 0 0 0,0-1 1 0 0,1 1-1 0 0,-1-1 1 0 0,-1 0-1 0 0,1 0 0 0 0,0 0 1 0 0,-1 0-1 0 0,1-1 1 0 0,-1 1-1 0 0,2-5 1 0 0,0-1 36 0 0,0-1 1 0 0,0 1-1 0 0,-1-1 1 0 0,0 0-1 0 0,-1 0 1 0 0,0 0-1 0 0,-1 0 1 0 0,0 0 0 0 0,0-10-1 0 0,-3 8-33 0 0,0 0 0 0 0,0 0 0 0 0,-1 0 0 0 0,-1 0 0 0 0,0 0 0 0 0,-1 1 0 0 0,0-1 0 0 0,0 1 0 0 0,-8-11 0 0 0,8 15-163 0 0,1 0-1 0 0,-1 0 1 0 0,0 0-1 0 0,-1 1 0 0 0,0 0 1 0 0,0 0-1 0 0,0 0 1 0 0,-1 1-1 0 0,1 0 1 0 0,-1 0-1 0 0,-1 0 1 0 0,1 1-1 0 0,-16-6 0 0 0,21 9-106 0 0,-1 0 0 0 0,0 1-1 0 0,1 0 1 0 0,-1-1 0 0 0,0 1-1 0 0,1 0 1 0 0,-1 0-1 0 0,0 0 1 0 0,-3 1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6913 0 0,'1'0'85'0'0,"1"0"0"0"0,-1 1 0 0 0,1 0 0 0 0,-1-1 0 0 0,1 1 0 0 0,-1 0 0 0 0,1 0-1 0 0,-1-1 1 0 0,1 1 0 0 0,-1 0 0 0 0,0 1 0 0 0,0-1 0 0 0,0 0 0 0 0,1 0-1 0 0,-1 0 1 0 0,0 1 0 0 0,0-1 0 0 0,-1 1 0 0 0,1-1 0 0 0,0 0 0 0 0,0 1 0 0 0,-1 0-1 0 0,1-1 1 0 0,0 2 0 0 0,13 48 2084 0 0,-11-39-1345 0 0,4 22 517 0 0,11 34-99 0 0,-17-63-1167 0 0,1-1 0 0 0,-1 1 0 0 0,2-1 0 0 0,-1 0 0 0 0,0 0 0 0 0,1 1 0 0 0,-1-2 0 0 0,1 1 0 0 0,0 0 0 0 0,1-1 0 0 0,5 6 0 0 0,-9-9-85 0 0,1 1 0 0 0,0-1 0 0 0,-1 1-1 0 0,1-1 1 0 0,0 1 0 0 0,-1-1 0 0 0,1 0-1 0 0,0 1 1 0 0,-1-1 0 0 0,1 0 0 0 0,0 0 0 0 0,0 0-1 0 0,-1 1 1 0 0,1-1 0 0 0,0 0 0 0 0,0 0-1 0 0,-1 0 1 0 0,1 0 0 0 0,0 0 0 0 0,0 0 0 0 0,0-1-1 0 0,-1 1 1 0 0,1 0 0 0 0,0 0 0 0 0,0 0-1 0 0,-1-1 1 0 0,1 1 0 0 0,0 0 0 0 0,0-1-1 0 0,1-1-26 0 0,-1 1-1 0 0,1-1 1 0 0,-1 1-1 0 0,0-1 1 0 0,1 0-1 0 0,-1 0 1 0 0,0 0-1 0 0,0 1 0 0 0,0-1 1 0 0,1-4-1 0 0,2-6-153 0 0,-1 0-1 0 0,3-23 1 0 0,-6 33 185 0 0,4-28-281 0 0,13-68-417 0 0,-14 88 698 0 0,0 0-1 0 0,0 1 0 0 0,1-1 0 0 0,0 0 0 0 0,1 1 0 0 0,0 0 0 0 0,8-11 0 0 0,-12 18 58 0 0,0 0 0 0 0,0 1 0 0 0,0-1 0 0 0,1 1 0 0 0,-1 0 0 0 0,0-1 0 0 0,1 1 0 0 0,-1 0 0 0 0,1 0 0 0 0,-1 0 0 0 0,1 0 0 0 0,-1 0 0 0 0,1 0 0 0 0,0 0 0 0 0,0 1 0 0 0,-1-1 0 0 0,1 0-1 0 0,0 1 1 0 0,0 0 0 0 0,3-1 0 0 0,-3 1 44 0 0,0 1-1 0 0,0-1 1 0 0,0 1 0 0 0,-1 0-1 0 0,1-1 1 0 0,0 1-1 0 0,-1 0 1 0 0,1 0-1 0 0,0 0 1 0 0,-1 0 0 0 0,1 1-1 0 0,-1-1 1 0 0,0 0-1 0 0,1 1 1 0 0,-1-1 0 0 0,0 0-1 0 0,1 3 1 0 0,6 8 421 0 0,-2 0 1 0 0,1 0-1 0 0,-2 1 0 0 0,7 19 1 0 0,-8-22-490 0 0,4 13 252 0 0,2 0 1 0 0,17 30 0 0 0,-22-44-816 0 0,1-1 1 0 0,0 0-1 0 0,0 0 1 0 0,1 0-1 0 0,0-1 1 0 0,0 0-1 0 0,1-1 0 0 0,14 11 1 0 0,-9-9-4901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3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6913 0 0,'3'-8'1266'0'0,"4"15"367"0"0,4 14 974 0 0,30 159 3855 0 0,-32-127-5790 0 0,3 0-1 0 0,34 94 0 0 0,1-51-1540 0 0,-12-34-2751 0 0,-22-38-2464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12 344 9674 0 0,'0'1'54'0'0,"-1"-1"1"0"0,1 0-1 0 0,0 0 0 0 0,0 0 0 0 0,-1 1 1 0 0,1-1-1 0 0,0 0 0 0 0,0 0 0 0 0,-1 0 1 0 0,1 0-1 0 0,0 0 0 0 0,-1 0 0 0 0,1 0 1 0 0,0 1-1 0 0,0-1 0 0 0,-1 0 0 0 0,1 0 1 0 0,0 0-1 0 0,-1 0 0 0 0,1 0 0 0 0,0 0 1 0 0,0 0-1 0 0,-1-1 0 0 0,1 1 0 0 0,0 0 1 0 0,-1 0-1 0 0,1 0 0 0 0,0 0 0 0 0,0 0 1 0 0,-1 0-1 0 0,1 0 0 0 0,0-1 0 0 0,0 1 1 0 0,-1 0-1 0 0,1 0 0 0 0,0 0 0 0 0,0-1 1 0 0,0 1-1 0 0,-1 0 0 0 0,1 0 0 0 0,0-1 1 0 0,0 1-1 0 0,0 0 0 0 0,0 0 0 0 0,0-1 1 0 0,-1 1-1 0 0,1 0 0 0 0,0 0 0 0 0,0-1 1 0 0,0 1-1 0 0,0-1 0 0 0,12-16 1637 0 0,25-17 81 0 0,19-3-1551 0 0,-46 31-638 0 0,0 1 0 0 0,1 1-1 0 0,-1 0 1 0 0,1 1 0 0 0,0 0 0 0 0,0 0-1 0 0,0 1 1 0 0,0 1 0 0 0,0-1-1 0 0,1 2 1 0 0,18 1 0 0 0,2 2 303 0 0</inkml:trace>
  <inkml:trace contextRef="#ctx0" brushRef="#br0" timeOffset="1">852 36 10594 0 0,'0'1'6'0'0,"0"0"0"0"0,-1-1-1 0 0,1 1 1 0 0,0 0 0 0 0,-1 0 0 0 0,1 0-1 0 0,0-1 1 0 0,0 1 0 0 0,0 0 0 0 0,-1 0-1 0 0,1 0 1 0 0,0-1 0 0 0,0 1 0 0 0,0 0-1 0 0,1 0 1 0 0,-1 0 0 0 0,0 0-1 0 0,0-1 1 0 0,0 1 0 0 0,1 1 0 0 0,-1-2-5 0 0,1 0 1 0 0,-1 1-1 0 0,1-1 1 0 0,-1 0 0 0 0,1 0-1 0 0,-1 0 1 0 0,1 0-1 0 0,-1 0 1 0 0,1 1-1 0 0,-1-1 1 0 0,1 0 0 0 0,-1 0-1 0 0,1 0 1 0 0,0 0-1 0 0,-1-1 1 0 0,1 1-1 0 0,-1 0 1 0 0,1 0 0 0 0,-1 0-1 0 0,1 0 1 0 0,-1 0-1 0 0,1-1 1 0 0,0 1 0 0 0,44-27-57 0 0,-18 10 15 0 0,-4 9 28 0 0,-14 7-48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1 195 5985 0 0,'1'0'129'0'0,"0"0"1"0"0,0 1-1 0 0,0-1 0 0 0,0 0 0 0 0,0 0 0 0 0,1 0 0 0 0,-1 0 0 0 0,0 0 0 0 0,0-1 1 0 0,0 1-1 0 0,0 0 0 0 0,0 0 0 0 0,0-1 0 0 0,0 1 0 0 0,1-1 0 0 0,-1 1 0 0 0,0-1 1 0 0,1 0-1 0 0,25-14 895 0 0,-24 13-870 0 0,25-17 690 0 0,39-32 0 0 0,-45 32-2338 0 0,1 2 1 0 0,44-27-1 0 0,-46 33 306 0 0,-4-1 713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3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39 135 10138 0 0,'-8'6'199'0'0,"5"-4"-109"0"0,0 0 0 0 0,0 0-1 0 0,0 0 1 0 0,0 0 0 0 0,1 0-1 0 0,-1 1 1 0 0,1-1 0 0 0,0 1 0 0 0,-4 5-1 0 0,6-7-42 0 0,0-1-1 0 0,0 1 1 0 0,0-1-1 0 0,0 1 1 0 0,0-1-1 0 0,0 0 1 0 0,0 1-1 0 0,1-1 1 0 0,-1 1-1 0 0,0-1 1 0 0,0 1-1 0 0,0-1 0 0 0,1 0 1 0 0,-1 1-1 0 0,0-1 1 0 0,1 0-1 0 0,-1 1 1 0 0,0-1-1 0 0,1 0 1 0 0,-1 1-1 0 0,0-1 1 0 0,1 0-1 0 0,-1 0 1 0 0,0 1-1 0 0,1-1 1 0 0,-1 0-1 0 0,1 0 0 0 0,-1 0 1 0 0,1 1-1 0 0,-1-1 1 0 0,1 0-1 0 0,-1 0 1 0 0,0 0-1 0 0,2 0 1 0 0,17 3 878 0 0,-5-5-471 0 0,1 0 1 0 0,-1-1-1 0 0,1-1 0 0 0,-1 0 1 0 0,0 0-1 0 0,0-2 1 0 0,20-10-1 0 0,91-60 1204 0 0,-100 60-1469 0 0,33-20-849 0 0,-30 22-368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7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8 5065 0 0,'-4'-1'224'0'0,"0"-1"-1"0"0,0 1 1 0 0,0 0 0 0 0,0 0-1 0 0,0 0 1 0 0,0 1-1 0 0,-1-1 1 0 0,1 1 0 0 0,0 0-1 0 0,0 0 1 0 0,-1 1-1 0 0,1-1 1 0 0,-8 3 0 0 0,5-1 305 0 0,0 1 0 0 0,0 0 0 0 0,0 1 0 0 0,0 0 1 0 0,0 0-1 0 0,-10 8 0 0 0,12-7-244 0 0,-1 0-1 0 0,1 0 1 0 0,1 0 0 0 0,-1 0-1 0 0,1 1 1 0 0,0-1 0 0 0,0 1-1 0 0,0 0 1 0 0,1 0 0 0 0,0 1-1 0 0,-3 7 1 0 0,3-2 31 0 0,-1 1 0 0 0,2-1 0 0 0,-1 1 0 0 0,2 0 0 0 0,-1 19 0 0 0,4 7 243 0 0,1 0 1 0 0,17 75 0 0 0,-7-59-91 0 0,3 0 1 0 0,25 60 0 0 0,56 98 24 0 0,-51-117-436 0 0,-32-65-892 0 0,-1 1-1 0 0,-2 0 1 0 0,12 51-1 0 0,-19-56-820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68 5065 0 0,'0'-2'182'0'0,"1"0"-1"0"0,0 0 1 0 0,0 0-1 0 0,-1 0 0 0 0,1 1 1 0 0,1-1-1 0 0,-1 0 1 0 0,0 0-1 0 0,0 1 1 0 0,1-1-1 0 0,-1 1 1 0 0,1-1-1 0 0,-1 1 1 0 0,1 0-1 0 0,-1 0 1 0 0,4-2-1 0 0,31-17 2199 0 0,-28 16-2064 0 0,0 1-1 0 0,0 0 1 0 0,1 1-1 0 0,-1 0 1 0 0,1 0-1 0 0,0 1 1 0 0,-1 0-1 0 0,1 1 1 0 0,0 0-1 0 0,-1 0 1 0 0,1 1-1 0 0,0 0 1 0 0,8 2-1 0 0,-12-2-324 0 0,1 1 0 0 0,-1 0 0 0 0,0 0 0 0 0,0 1 0 0 0,0-1 1 0 0,0 1-1 0 0,-1 0 0 0 0,1 0 0 0 0,-1 1 0 0 0,1 0 0 0 0,-1-1 0 0 0,0 1 0 0 0,-1 0 0 0 0,1 1 0 0 0,-1-1 1 0 0,0 1-1 0 0,0 0 0 0 0,0-1 0 0 0,-1 1 0 0 0,1 0 0 0 0,1 8 0 0 0,0-1-292 0 0,-1 1 1 0 0,-1-1-1 0 0,0 1 0 0 0,-1-1 1 0 0,0 1-1 0 0,-1 0 0 0 0,-1 0 1 0 0,0 0-1 0 0,0-1 0 0 0,-1 1 1 0 0,-1-1-1 0 0,0 1 0 0 0,-9 21 1 0 0,-6 9 502 0 0,-3-1 0 0 0,-35 56 0 0 0,46-81 543 0 0,8-15-454 0 0,0 1-1 0 0,1 0 1 0 0,-1 0-1 0 0,1 0 1 0 0,0 0 0 0 0,-1 0-1 0 0,1 0 1 0 0,1 0-1 0 0,-2 4 1 0 0,2-7-235 0 0,0 0 0 0 0,0 1 0 0 0,0-1 0 0 0,0 0 0 0 0,1 0-1 0 0,-1 1 1 0 0,0-1 0 0 0,0 0 0 0 0,0 1 0 0 0,0-1 0 0 0,0 0 0 0 0,1 0 0 0 0,-1 1 0 0 0,0-1 0 0 0,0 0 0 0 0,0 0-1 0 0,1 1 1 0 0,-1-1 0 0 0,0 0 0 0 0,0 0 0 0 0,1 0 0 0 0,-1 1 0 0 0,0-1 0 0 0,0 0 0 0 0,1 0 0 0 0,-1 0 0 0 0,0 0 0 0 0,1 0-1 0 0,-1 0 1 0 0,0 0 0 0 0,1 0 0 0 0,-1 0 0 0 0,23-3 1042 0 0,12-7-729 0 0,0 1 1 0 0,1 3-1 0 0,0 0 0 0 0,45 0 0 0 0,-47 6-2258 0 0,0 1 1 0 0,48 8 0 0 0,-57-4 224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51 3225 0 0,'-3'-3'18'0'0,"0"-2"52"0"0,0-1 0 0 0,-1 1-1 0 0,0 0 1 0 0,0 0-1 0 0,-5-4 1 0 0,7 7 84 0 0,0 1 1 0 0,-1-1 0 0 0,1 1-1 0 0,0 0 1 0 0,0 0 0 0 0,-1 0 0 0 0,1 0-1 0 0,0 0 1 0 0,-1 1 0 0 0,1-1-1 0 0,-1 1 1 0 0,1 0 0 0 0,-1-1 0 0 0,1 1-1 0 0,-1 0 1 0 0,-3 1 0 0 0,1-1 119 0 0,1 1 0 0 0,-1-1-1 0 0,1 1 1 0 0,-1 1 0 0 0,1-1 0 0 0,0 0 0 0 0,-1 1 0 0 0,1 0 0 0 0,0 0 0 0 0,0 0 0 0 0,0 1 0 0 0,0-1 0 0 0,1 1 0 0 0,-1 0 0 0 0,1 0 0 0 0,-4 4 0 0 0,3-1 46 0 0,-1 0 1 0 0,1 0 0 0 0,0 0 0 0 0,1 1 0 0 0,0-1 0 0 0,0 1 0 0 0,0 0 0 0 0,1 0-1 0 0,-2 9 1 0 0,0 4 188 0 0,1 0 0 0 0,2 0 0 0 0,0 0 0 0 0,1 0 0 0 0,1 0 0 0 0,4 30-1 0 0,4 0 209 0 0,2-1-1 0 0,25 69 0 0 0,-26-90-1199 0 0,2-1 0 0 0,1-1 0 0 0,1 0 0 0 0,1-1 0 0 0,30 38 0 0 0,-23-35-5708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0 255 6913 0 0,'5'-6'405'0'0,"-1"0"1"0"0,1 1-1 0 0,0 0 0 0 0,0 0 0 0 0,0 0 0 0 0,1 0 0 0 0,10-6 0 0 0,4-4 345 0 0,34-27 1436 0 0,60-37 0 0 0,-78 58-2830 0 0,49-22-1 0 0,-66 36-4412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126 352 8754 0 0,'-16'8'261'0'0,"-9"4"1138"0"0,0-1 1 0 0,-35 10-1 0 0,76-34 3349 0 0,27-22-4034 0 0,6 6-138 0 0,0 2 0 0 0,2 3 1 0 0,84-29-1 0 0,169-34 531 0 0,-149 54-645 0 0,175-15 0 0 0,164 10-456 0 0,-290 25-396 0 0,-140 9-1399 0 0,87 6 0 0 0,-110 1-5161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8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 6449 0 0,'-7'-1'2778'0'0,"20"10"1112"0"0,2 7-3138 0 0,0 0 0 0 0,-2 2 0 0 0,0-1 0 0 0,-1 2 0 0 0,-1-1-1 0 0,-1 2 1 0 0,0-1 0 0 0,7 23 0 0 0,48 176 378 0 0,-61-204-1034 0 0,51 225-588 0 0,-33-78-3534 0 0,-21-137 1826 0 0,-2-3-3214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2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0 253 6449 0 0,'1'-14'300'0'0,"1"-1"0"0"0,1 1 0 0 0,0-1 0 0 0,0 1 0 0 0,2 0 0 0 0,0 0 0 0 0,0 1 0 0 0,1 0 0 0 0,1 0-1 0 0,0 0 1 0 0,1 0 0 0 0,0 1 0 0 0,1 1 0 0 0,0-1 0 0 0,1 2 0 0 0,20-18 0 0 0,-29 26-170 0 0,1 1 0 0 0,0-1 0 0 0,0 1 0 0 0,0 0 0 0 0,0 0 0 0 0,0 0 0 0 0,0 0 0 0 0,0 0 0 0 0,1 0 0 0 0,-1 1 1 0 0,0-1-1 0 0,0 0 0 0 0,1 1 0 0 0,-1 0 0 0 0,0 0 0 0 0,0 0 0 0 0,1 0 0 0 0,-1 0 0 0 0,0 0 0 0 0,1 0 0 0 0,3 2 0 0 0,-4-1-26 0 0,1 1 0 0 0,0-1 0 0 0,0 1-1 0 0,0 0 1 0 0,-1 0 0 0 0,1 0 0 0 0,-1 0-1 0 0,0 0 1 0 0,0 1 0 0 0,0-1 0 0 0,0 1-1 0 0,0 0 1 0 0,3 4 0 0 0,0 4-41 0 0,0-1 0 0 0,-1 1 1 0 0,0 0-1 0 0,0 1 0 0 0,-1-1 0 0 0,-1 1 0 0 0,2 15 0 0 0,-4 29 145 0 0,-2 0 0 0 0,-3 0 0 0 0,-2-1-1 0 0,-18 69 1 0 0,-7 53 2933 0 0,32-175-3073 0 0,-1 0-1 0 0,1 1 1 0 0,0-1-1 0 0,-1 1 1 0 0,1-1-1 0 0,0 1 1 0 0,0-1-1 0 0,1 0 1 0 0,-1 1 0 0 0,1-1-1 0 0,-1 0 1 0 0,1 1-1 0 0,0-1 1 0 0,-1 0-1 0 0,1 1 1 0 0,0-1-1 0 0,1 0 1 0 0,-1 0-1 0 0,0 0 1 0 0,1 0-1 0 0,1 2 1 0 0,0-2-48 0 0,0-1 0 0 0,0 1 1 0 0,0 0-1 0 0,0-1 0 0 0,1 0 0 0 0,-1 0 0 0 0,0 0 0 0 0,1 0 0 0 0,-1 0 1 0 0,1-1-1 0 0,-1 1 0 0 0,1-1 0 0 0,-1 0 0 0 0,5 0 0 0 0,21-2 5 0 0,1-2-1 0 0,-1 0 1 0 0,57-17-1 0 0,-3 1-2188 0 0,-63 16-215 0 0,1 1-1 0 0,22-1 1 0 0,-13 4-3302 0 0</inkml:trace>
  <inkml:trace contextRef="#ctx0" brushRef="#br0" timeOffset="1">960 344 4145 0 0,'-1'0'385'0'0,"0"0"0"0"0,-1 0 0 0 0,1 0 0 0 0,-1 0 1 0 0,1 1-1 0 0,-1-1 0 0 0,1 0 0 0 0,-1 1 0 0 0,1-1 0 0 0,0 1 1 0 0,-1-1-1 0 0,1 1 0 0 0,0 0 0 0 0,-1-1 0 0 0,1 1 0 0 0,0 0 0 0 0,0 0 1 0 0,0 0-1 0 0,0 0 0 0 0,-2 2 0 0 0,2-1-22 0 0,0 0 0 0 0,0 0 0 0 0,0 0 0 0 0,0 1 0 0 0,0-1 0 0 0,0 0 1 0 0,1 0-1 0 0,0 0 0 0 0,-1 1 0 0 0,1-1 0 0 0,0 0 0 0 0,0 3 0 0 0,0 3 154 0 0,1 1 0 0 0,0-1 0 0 0,1 0-1 0 0,0 0 1 0 0,0 0 0 0 0,5 9 0 0 0,51 120 998 0 0,-16-45-6013 0 0,-34-75-2008 0 0</inkml:trace>
  <inkml:trace contextRef="#ctx0" brushRef="#br0" timeOffset="2">892 50 7370 0 0,'-3'-10'320'0'0,"2"5"80"0"0,-1 0-320 0 0,2 1-80 0 0,0 2 0 0 0,0 0 0 0 0,0 1 472 0 0,3-2 72 0 0,0-3 24 0 0,2 1 0 0 0,2 1-752 0 0,1 2-144 0 0,1 4-32 0 0,2 5-8 0 0,1 4 272 0 0,-1 4 96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9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154 234 6913 0 0,'12'-47'1428'0'0,"-7"29"-891"0"0,0-1 0 0 0,-1 1-1 0 0,-1-1 1 0 0,-1 0 0 0 0,0 0 0 0 0,-2-29 0 0 0,0 46-464 0 0,0 1-1 0 0,-1-1 1 0 0,1 0 0 0 0,0 1 0 0 0,0-1 0 0 0,-1 1 0 0 0,1-1 0 0 0,-1 0 0 0 0,0 1 0 0 0,1 0 0 0 0,-1-1 0 0 0,0 1 0 0 0,0-1 0 0 0,-1-1 0 0 0,1 3-38 0 0,1 0 0 0 0,-1-1 0 0 0,1 1 1 0 0,-1 0-1 0 0,1 0 0 0 0,-1 0 0 0 0,1 0 1 0 0,-1 0-1 0 0,1-1 0 0 0,-1 1 0 0 0,1 0 1 0 0,-1 0-1 0 0,1 0 0 0 0,-1 0 0 0 0,1 0 1 0 0,-1 1-1 0 0,1-1 0 0 0,-1 0 0 0 0,1 0 1 0 0,-1 0-1 0 0,1 0 0 0 0,0 0 0 0 0,-1 1 1 0 0,1-1-1 0 0,-1 0 0 0 0,1 0 0 0 0,-1 1 1 0 0,1-1-1 0 0,-1 1 0 0 0,-2 2 99 0 0,0 0-1 0 0,0 0 0 0 0,0 1 1 0 0,0-1-1 0 0,1 1 1 0 0,0 0-1 0 0,-1 0 1 0 0,-2 6-1 0 0,-10 32 306 0 0,1 1-1 0 0,2 0 1 0 0,-8 54-1 0 0,-9 140-255 0 0,22-165-58 0 0,-31 392 186 0 0,39 1-59 0 0,5-402-137 0 0,1-1 1 0 0,4 0 0 0 0,2-1-1 0 0,34 94 1 0 0,-32-114-32 0 0,3-2 0 0 0,1 0-1 0 0,2-1 1 0 0,2-1 0 0 0,1-1 0 0 0,2-1-1 0 0,44 46 1 0 0,-24-35-71 0 0,2-2 0 0 0,2-2 0 0 0,79 50 0 0 0,-80-62-985 0 0,2-2 0 0 0,58 22 0 0 0,-47-26-5030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11979 0 0,'3'8'285'0'0,"1"-1"0"0"0,0-1 0 0 0,0 1 0 0 0,0 0 0 0 0,10 9 1 0 0,8 14 364 0 0,8 18-46 0 0,-2 2 0 0 0,-2 1-1 0 0,-3 2 1 0 0,19 60 0 0 0,-20-36 301 0 0,-3 1 1 0 0,13 113-1 0 0,-13 167-1076 0 0,-37-7-5474 0 0,8-237-492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2 102 10594 0 0,'0'1'72'0'0,"0"1"-1"0"0,-1-1 0 0 0,1 0 0 0 0,0 1 0 0 0,-1-1 1 0 0,1 0-1 0 0,0 1 0 0 0,0-1 0 0 0,0 0 1 0 0,0 1-1 0 0,0-1 0 0 0,1 0 0 0 0,-1 1 1 0 0,0-1-1 0 0,1 0 0 0 0,-1 1 0 0 0,1-1 1 0 0,0 2-1 0 0,9 40 101 0 0,2 7 1619 0 0,3-1 1 0 0,28 68-1 0 0,-37-104-1573 0 0,0-1 0 0 0,1 1 1 0 0,0-1-1 0 0,1 0 0 0 0,0 0 0 0 0,1-1 1 0 0,0-1-1 0 0,1 1 0 0 0,0-1 1 0 0,0-1-1 0 0,1 0 0 0 0,1 0 0 0 0,23 13 1 0 0,-32-21-176 0 0,0 1 0 0 0,0-1 0 0 0,0 0 0 0 0,1 0 0 0 0,-1 0 0 0 0,0 0 0 0 0,0-1 0 0 0,1 1 0 0 0,-1-1 0 0 0,0 0 0 0 0,1 0 1 0 0,-1 0-1 0 0,0 0 0 0 0,1-1 0 0 0,-1 1 0 0 0,0-1 0 0 0,0 0 0 0 0,5-2 0 0 0,-4 1 5 0 0,1-1 0 0 0,-1 1-1 0 0,0-1 1 0 0,-1 0 0 0 0,1 0 0 0 0,0-1-1 0 0,-1 1 1 0 0,0-1 0 0 0,0 1 0 0 0,0-1 0 0 0,3-6-1 0 0,4-8 44 0 0,-2 0-1 0 0,0 0 1 0 0,-1-1 0 0 0,-1 0-1 0 0,4-20 1 0 0,-3-3 152 0 0,-1 0 1 0 0,0-62-1 0 0,-1 21-1579 0 0,6 0-4678 0 0,-6 56-809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7370 0 0,'-4'66'1456'0'0,"4"0"1"0"0,9 72 0 0 0,-5-82-601 0 0,-1-14-399 0 0,-1 0 344 0 0,1 1 1 0 0,3-1-1 0 0,1-1 0 0 0,13 44 1 0 0,-14-71-1944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5 10594 0 0,'-4'-1'472'0'0,"2"-1"96"0"0,0 1-455 0 0,1 1-113 0 0,-1 1 0 0 0,2 1 0 0 0,-1-1 288 0 0,0 3 32 0 0,-1 3 0 0 0,0 1 8 0 0,0 5-168 0 0,2-1-40 0 0,2 0-8 0 0,2 2 0 0 0,1 1-1568 0 0,3 2-313 0 0,5 3-63 0 0,-1-2-17 0 0</inkml:trace>
  <inkml:trace contextRef="#ctx0" brushRef="#br0" timeOffset="1">355 504 4609 0 0,'17'8'1694'0'0,"-13"-6"-1284"0"0,0-1 0 0 0,0 1 0 0 0,0 0 0 0 0,-1 0 0 0 0,1 0 0 0 0,0 1 0 0 0,-1-1 0 0 0,0 1 0 0 0,0 0 0 0 0,1 0 0 0 0,-2 0 0 0 0,1 0 0 0 0,0 0 0 0 0,-1 1 0 0 0,1-1 0 0 0,1 6 1 0 0,7 17 79 0 0,-1 0 0 0 0,-1 1 0 0 0,-2 0 0 0 0,4 28 0 0 0,17 56-2027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0 288 6913 0 0,'1'-28'1513'0'0,"1"1"-1"0"0,6-32 0 0 0,-5 40-1178 0 0,2 0 0 0 0,0 0 0 0 0,1 0 0 0 0,1 1-1 0 0,1-1 1 0 0,17-27 0 0 0,-25 45-286 0 0,1 0-1 0 0,-1 0 1 0 0,1 0 0 0 0,-1 0-1 0 0,1 0 1 0 0,0 0-1 0 0,-1 1 1 0 0,1-1 0 0 0,0 0-1 0 0,-1 1 1 0 0,1-1 0 0 0,0 0-1 0 0,0 1 1 0 0,0-1 0 0 0,0 1-1 0 0,0-1 1 0 0,0 1 0 0 0,-1 0-1 0 0,1-1 1 0 0,0 1 0 0 0,0 0-1 0 0,0-1 1 0 0,0 1 0 0 0,2 0-1 0 0,-1 0 16 0 0,-1 1 0 0 0,0 0 0 0 0,0-1 0 0 0,1 1 0 0 0,-1-1 0 0 0,0 1 0 0 0,0 0 0 0 0,0 0-1 0 0,0 0 1 0 0,0 0 0 0 0,0 0 0 0 0,0 0 0 0 0,0 0 0 0 0,0 0 0 0 0,0 0 0 0 0,0 2 0 0 0,5 8 341 0 0,0 0 0 0 0,-1 0 0 0 0,5 17-1 0 0,-5-15-110 0 0,20 55-122 0 0,30 70 1383 0 0,-19-74-2955 0 0,-26-51-169 0 0,-1 0 0 0 0,19 18 0 0 0,-10-13-4262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5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82 11979 0 0,'3'1'311'0'0,"0"0"0"0"0,1-1 0 0 0,-1 1 0 0 0,1-1 0 0 0,-1 0 0 0 0,1 0 0 0 0,-1 0 0 0 0,1 0 0 0 0,5-2 0 0 0,2-1-65 0 0,0 0 1 0 0,-1-1 0 0 0,1-1-1 0 0,-1 1 1 0 0,0-2 0 0 0,16-10-1 0 0,33-15-2754 0 0,-54 29 2208 0 0,0 0 0 0 0,0 0 1 0 0,0 1-1 0 0,0 0 0 0 0,1 0 0 0 0,-1 0 0 0 0,0 1 0 0 0,1 0 1 0 0,-1 0-1 0 0,7 1 0 0 0,1 2 285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8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2 141 6449 0 0,'-2'1'689'0'0,"4"-1"-689"0"0,-1-1 0 0 0,2 0 520 0 0,1-2 88 0 0,1-1 8 0 0,5-3 8 0 0,7-3-312 0 0,5-5-64 0 0,4-3-16 0 0,1 2 0 0 0,1-1-1072 0 0,1 1-216 0 0,1 2-48 0 0,0 3-9 0 0,-5 3 865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6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0 184 11522 0 0,'8'-2'364'0'0,"-1"1"-1"0"0,1-1 0 0 0,-1 0 0 0 0,0-1 0 0 0,0 0 0 0 0,0 0 0 0 0,12-7 0 0 0,1 0 279 0 0,59-28 1027 0 0,78-34 15 0 0,-128 61-3853 0 0,54-11 0 0 0,-63 18-3081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6913 0 0,'-1'3'380'0'0,"0"0"0"0"0,0 0 0 0 0,1 0-1 0 0,-1 0 1 0 0,1 0 0 0 0,0 0 0 0 0,0 1-1 0 0,1 4 1 0 0,-1-3 107 0 0,10 212 5860 0 0,18-2-4433 0 0,57 212-1213 0 0,39 52-113 0 0,-94-386-610 0 0,4-2 0 0 0,4-2 0 0 0,54 94 0 0 0,-72-149-218 0 0,31 37 0 0 0,31 23-412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7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0,'7'132'7625'0'0,"9"0"-3718"0"0,34 128-6212 0 0,-32-172-1274 0 0,-8-44-3397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0,'11'42'4231'0'0,"8"52"-1681"0"0,-10-45-1961 0 0,2 0 0 0 0,1-1 0 0 0,36 85 0 0 0,-43-121-651 0 0,1 0 1 0 0,1-1-1 0 0,-1 0 0 0 0,2 0 1 0 0,0 0-1 0 0,0-1 1 0 0,1 0-1 0 0,0-1 1 0 0,1 0-1 0 0,0 0 1 0 0,0-1-1 0 0,1 0 0 0 0,0-1 1 0 0,0-1-1 0 0,1 1 1 0 0,0-2-1 0 0,0 1 1 0 0,0-2-1 0 0,18 5 1 0 0,-27-8-17 0 0,1 0 0 0 0,0 0 0 0 0,0 0 0 0 0,-1-1 0 0 0,1 1 0 0 0,0-1 0 0 0,0 0 0 0 0,0 0 0 0 0,-1-1 0 0 0,1 1 0 0 0,0-1 0 0 0,0 0 0 0 0,-1 0 0 0 0,1 0 0 0 0,0 0 0 0 0,-1 0 0 0 0,1-1 0 0 0,-1 0 0 0 0,5-2 0 0 0,-5 1 101 0 0,-1 0 0 0 0,1 0-1 0 0,-1 0 1 0 0,0-1-1 0 0,0 1 1 0 0,0 0-1 0 0,0-1 1 0 0,0 1-1 0 0,-1-1 1 0 0,1 0-1 0 0,-1 0 1 0 0,0 1-1 0 0,0-1 1 0 0,-1 0 0 0 0,1 0-1 0 0,-1 0 1 0 0,0 0-1 0 0,0-6 1 0 0,-2-16 296 0 0,-1 1 1 0 0,-1-1 0 0 0,-2 1 0 0 0,0-1 0 0 0,-2 1-1 0 0,0 1 1 0 0,-2 0 0 0 0,0 0 0 0 0,-2 1-1 0 0,-1 0 1 0 0,-1 1 0 0 0,0 1 0 0 0,-19-21 0 0 0,28 36-268 0 0,-1 0 1 0 0,1 1 0 0 0,-1 0-1 0 0,0 0 1 0 0,-1 0 0 0 0,-8-4 0 0 0,13 7-196 0 0,-1 1-1 0 0,0-1 1 0 0,0 1 0 0 0,0 0 0 0 0,0 0 0 0 0,-1 0 0 0 0,1 1 0 0 0,0-1 0 0 0,0 1-1 0 0,0 0 1 0 0,-1 0 0 0 0,1 0 0 0 0,0 0 0 0 0,0 0 0 0 0,0 1 0 0 0,-1-1 0 0 0,-4 3-1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0 287 10402 0 0</inkml:trace>
  <inkml:trace contextRef="#ctx0" brushRef="#br0" timeOffset="1">476 6 2288 0 0,'-16'-6'5102'0'0,"13"33"2997"0"0,3-16-8810 0 0,-2 9 1158 0 0,2 1 1 0 0,0 0-1 0 0,1 0 1 0 0,1 0-1 0 0,1-1 1 0 0,1 1-1 0 0,8 26 1 0 0,-9-39-411 0 0,1 1 1 0 0,-1-1-1 0 0,2 0 1 0 0,-1 0-1 0 0,1-1 1 0 0,0 1-1 0 0,0-1 0 0 0,1 0 1 0 0,0-1-1 0 0,0 1 1 0 0,1-1-1 0 0,-1 0 1 0 0,2-1-1 0 0,-1 0 1 0 0,0 0-1 0 0,1 0 0 0 0,0-1 1 0 0,0 0-1 0 0,13 4 1 0 0,-15-6 36 0 0,0 0 0 0 0,1 0 1 0 0,-1-1-1 0 0,0 0 0 0 0,0 0 0 0 0,1-1 1 0 0,-1 0-1 0 0,8-1 0 0 0,-12 1-54 0 0,-1 0-1 0 0,0 0 1 0 0,1-1-1 0 0,-1 1 1 0 0,1 0-1 0 0,-1-1 1 0 0,1 0 0 0 0,-1 1-1 0 0,0-1 1 0 0,1 0-1 0 0,-1 0 1 0 0,0 0-1 0 0,0 0 1 0 0,0 0-1 0 0,0 0 1 0 0,1 0-1 0 0,-1 0 1 0 0,-1 0-1 0 0,1 0 1 0 0,0 0-1 0 0,0-1 1 0 0,0 1-1 0 0,-1 0 1 0 0,1-1-1 0 0,0 1 1 0 0,-1-1 0 0 0,0 1-1 0 0,1-1 1 0 0,-1 1-1 0 0,0-1 1 0 0,0 1-1 0 0,1-1 1 0 0,-1 1-1 0 0,0-1 1 0 0,-1 1-1 0 0,1-1 1 0 0,0 1-1 0 0,0-1 1 0 0,-1-1-1 0 0,-2-10 99 0 0,0 1 0 0 0,0-1-1 0 0,-2 1 1 0 0,1 0-1 0 0,-1 0 1 0 0,-1 1-1 0 0,0-1 1 0 0,-1 1-1 0 0,-8-11 1 0 0,-7-5-212 0 0,0 1 0 0 0,-31-27 0 0 0,49 49-90 0 0,-1 0 0 0 0,0 0 0 0 0,0 0 0 0 0,0 1 0 0 0,-6-4 0 0 0,9 6-202 0 0,-1 0-1 0 0,1 0 1 0 0,0 1 0 0 0,-1-1-1 0 0,1 0 1 0 0,-1 1-1 0 0,1 0 1 0 0,-1-1 0 0 0,-3 1-1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8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 14283 0 0,'8'-10'1554'0'0,"-3"11"139"0"0,1 20 477 0 0,-5-17-2143 0 0,21 139 2190 0 0,5 22-1955 0 0,-20-136-770 0 0,1 0 0 0 0,1 0 1 0 0,19 40-1 0 0,-18-48-775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0 3225 0 0,'-8'22'6033'0'0,"-1"8"-3309"0"0,-11 31-379 0 0,-1-13-1039 0 0,9-25-638 0 0,2 1 1 0 0,1 0 0 0 0,1 0-1 0 0,-8 42 1 0 0,15-63-593 0 0,1 0 1 0 0,-1 0-1 0 0,1 0 0 0 0,0 0 1 0 0,0 0-1 0 0,1 0 0 0 0,-1 0 1 0 0,1 0-1 0 0,-1 0 0 0 0,1 0 1 0 0,0 0-1 0 0,0 0 0 0 0,0 0 0 0 0,1 0 1 0 0,-1 0-1 0 0,1-1 0 0 0,-1 1 1 0 0,3 2-1 0 0,-1-2 8 0 0,0 0 0 0 0,1 0 0 0 0,-1 0 0 0 0,1-1 0 0 0,-1 0 0 0 0,1 0 0 0 0,0 0 0 0 0,0 0 0 0 0,-1 0 0 0 0,1-1 0 0 0,8 2 0 0 0,5 0 91 0 0,1-1 0 0 0,0 0 0 0 0,0-2 0 0 0,35-2 0 0 0,16-6-133 0 0,54-1-235 0 0,-107 9-969 0 0,0 1 0 0 0,32 5 0 0 0,-23 1-5691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14 588 10138 0 0,'-14'9'1089'0'0,"21"-9"-146"0"0,27-11-460 0 0,102-45 1014 0 0,270-72-1 0 0,-90 61 860 0 0,366-86 182 0 0,33-7-5297 0 0,-648 147-1628 0 0,-7 5-1381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4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0,'7'5'3658'0'0,"-6"-4"-3499"0"0,-1-1 0 0 0,0 0 0 0 0,0 1 0 0 0,0-1 0 0 0,0 1 0 0 0,0-1 0 0 0,0 1 0 0 0,8 18 502 0 0,-7-16-298 0 0,88 297 1850 0 0,-14-41-6940 0 0,-59-215 3432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9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40 6913 0 0,'-2'4'375'0'0,"0"0"0"0"0,0 0 0 0 0,1-1 0 0 0,0 1 0 0 0,-1 0-1 0 0,1 1 1 0 0,0-1 0 0 0,1 0 0 0 0,-1 0 0 0 0,1 0 0 0 0,0 8-1 0 0,-1 0 151 0 0,-1 20 388 0 0,2 0 0 0 0,0 1 0 0 0,2-1 0 0 0,11 54 0 0 0,-9-68-739 0 0,0-1 0 0 0,1 0 0 0 0,1 0 1 0 0,1 0-1 0 0,0-1 0 0 0,1 1 0 0 0,1-2 0 0 0,0 1 0 0 0,1-1 0 0 0,13 14 0 0 0,-20-26-133 0 0,0 1 0 0 0,0-1 1 0 0,1 0-1 0 0,-1 0 0 0 0,1 0 0 0 0,0-1 0 0 0,0 1 1 0 0,0-1-1 0 0,0 0 0 0 0,0 0 0 0 0,0 0 0 0 0,0 0 1 0 0,1-1-1 0 0,-1 0 0 0 0,1 0 0 0 0,-1 0 0 0 0,1-1 1 0 0,-1 1-1 0 0,1-1 0 0 0,0 0 0 0 0,-1 0 0 0 0,1-1 1 0 0,4 0-1 0 0,-4-1-8 0 0,0 0-1 0 0,0 0 1 0 0,0 0 0 0 0,0-1 0 0 0,0 1-1 0 0,0-1 1 0 0,-1 0 0 0 0,0-1 0 0 0,1 1 0 0 0,-1-1-1 0 0,-1 0 1 0 0,1 0 0 0 0,0 0 0 0 0,-1 0-1 0 0,0-1 1 0 0,0 1 0 0 0,0-1 0 0 0,-1 0 0 0 0,3-5-1 0 0,-1-3 24 0 0,0 0 1 0 0,0 0-1 0 0,-1 0 0 0 0,-1-1 0 0 0,-1 1 0 0 0,0 0 0 0 0,0-1 0 0 0,-1 1 1 0 0,-1-1-1 0 0,0 1 0 0 0,-1-1 0 0 0,-5-18 0 0 0,-3-3 62 0 0,0 1-1 0 0,-3 0 1 0 0,-23-46 0 0 0,33 74-84 0 0,-3-7-151 0 0,-1 0 0 0 0,-1 0 0 0 0,-12-17-1 0 0,18 28-48 0 0,0 0 0 0 0,1 0 0 0 0,-1 0 0 0 0,0 0 0 0 0,0 0 1 0 0,0 0-1 0 0,-1 0 0 0 0,1 0 0 0 0,0 1 0 0 0,-1-1 0 0 0,1 1 0 0 0,-1 0 0 0 0,1 0 0 0 0,-1 0 0 0 0,0 0 0 0 0,1 0 0 0 0,-1 1 0 0 0,0-1 0 0 0,0 1 0 0 0,0-1 0 0 0,1 1 0 0 0,-1 0 0 0 0,0 0 0 0 0,-5 1 0 0 0,-8 5-1476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17508 0 0,'1'-1'67'0'0,"0"1"-1"0"0,0 0 1 0 0,0 0 0 0 0,0 0 0 0 0,1 0 0 0 0,-1 0-1 0 0,0 0 1 0 0,0 0 0 0 0,0 0 0 0 0,0 0 0 0 0,0 0 0 0 0,0 1-1 0 0,0-1 1 0 0,0 0 0 0 0,0 1 0 0 0,0-1 0 0 0,0 1-1 0 0,0-1 1 0 0,0 1 0 0 0,0-1 0 0 0,0 1 0 0 0,0 0 0 0 0,0 0-1 0 0,0-1 1 0 0,-1 1 0 0 0,1 0 0 0 0,0 0 0 0 0,0 0-1 0 0,-1 0 1 0 0,1 0 0 0 0,0 1 0 0 0,19 35 828 0 0,-20-35-738 0 0,80 229 2130 0 0,-24-61-2418 0 0,-28-101-571 0 0,-6-25-3038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230 0 4609 0 0,'-2'2'278'0'0,"-1"-1"0"0"0,0 1-1 0 0,1-1 1 0 0,-1 1 0 0 0,1 0 0 0 0,0 0-1 0 0,0 0 1 0 0,-1 0 0 0 0,1 1 0 0 0,-2 3 0 0 0,-3 2 112 0 0,-26 27 921 0 0,2 0 0 0 0,2 2 0 0 0,1 2 0 0 0,-34 62 0 0 0,60-98-991 0 0,0 1 1 0 0,1-1-1 0 0,0 1 1 0 0,-1-1-1 0 0,1 1 1 0 0,0 0-1 0 0,1 0 1 0 0,-1-1-1 0 0,0 8 1 0 0,2-10-252 0 0,-1 0 0 0 0,0 0 1 0 0,0 0-1 0 0,1 0 0 0 0,-1-1 1 0 0,0 1-1 0 0,1 0 0 0 0,-1 0 1 0 0,1 0-1 0 0,-1 0 0 0 0,1 0 1 0 0,0 0-1 0 0,-1-1 0 0 0,1 1 1 0 0,0 0-1 0 0,0-1 0 0 0,-1 1 1 0 0,1 0-1 0 0,0-1 0 0 0,0 1 1 0 0,0-1-1 0 0,0 1 1 0 0,0-1-1 0 0,0 0 0 0 0,0 1 1 0 0,0-1-1 0 0,0 0 0 0 0,0 0 1 0 0,0 1-1 0 0,0-1 0 0 0,0 0 1 0 0,0 0-1 0 0,0 0 0 0 0,0 0 1 0 0,0 0-1 0 0,0-1 0 0 0,0 1 1 0 0,0 0-1 0 0,2-1 0 0 0,21-3 119 0 0,-1-2 0 0 0,1 0 0 0 0,28-12-1 0 0,-13 4-626 0 0,-13 6-161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5 14283 0 0,'-2'-4'1455'0'0,"11"4"-1223"0"0,14 5-207 0 0,8 10 107 0 0,-2 0-1 0 0,0 2 1 0 0,-1 1-1 0 0,0 1 1 0 0,-2 1-1 0 0,37 36 1 0 0,-33-24 252 0 0,-1 2 0 0 0,-1 0 0 0 0,-2 2 0 0 0,32 58 0 0 0,-29-39-39 0 0,-3 2 0 0 0,-3 0 0 0 0,-2 2 0 0 0,-2 1 0 0 0,-4 0 0 0 0,-1 1 1 0 0,5 76-1 0 0,-12-31-1590 0 0,-8 139 0 0 0,-4-159 318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7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0 195 7370 0 0,'9'16'669'0'0,"1"-2"1"0"0,0 1 0 0 0,1-1 0 0 0,1-1 0 0 0,0 0 0 0 0,1 0 0 0 0,0-1 0 0 0,0-1 0 0 0,2 0 0 0 0,-1-1-1 0 0,1-1 1 0 0,1 0 0 0 0,-1-1 0 0 0,1-1 0 0 0,19 6 0 0 0,-32-12-484 0 0,1 1 1 0 0,-1-1 0 0 0,0-1-1 0 0,1 1 1 0 0,-1 0-1 0 0,0-1 1 0 0,1 0-1 0 0,-1 1 1 0 0,0-1 0 0 0,1-1-1 0 0,-1 1 1 0 0,1 0-1 0 0,-1-1 1 0 0,0 0 0 0 0,1 0-1 0 0,4-2 1 0 0,-6 2-88 0 0,1-1 0 0 0,0-1 0 0 0,-1 1 0 0 0,1 0 0 0 0,-1-1 0 0 0,0 1 0 0 0,1-1-1 0 0,-1 0 1 0 0,-1 0 0 0 0,1 0 0 0 0,0 0 0 0 0,-1 0 0 0 0,1 0 0 0 0,-1 0 0 0 0,0 0 0 0 0,1-4 0 0 0,5-25-45 0 0,-1 0-1 0 0,-1-1 1 0 0,-2 1-1 0 0,-2-59 1 0 0,1 5-2641 0 0,-1 58-4881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36 385 15203 0 0,'69'341'3654'0'0,"-54"-259"-5866"0"0,-14-70 310 0 0,-1-7 574 0 0,-8-17-100 0 0</inkml:trace>
  <inkml:trace contextRef="#ctx0" brushRef="#br0" timeOffset="1">7 16 13827 0 0,'-4'-6'608'0'0,"1"2"128"0"0,3 2-584 0 0,0-1-152 0 0,2 3 0 0 0,-1 0 0 0 0,0 0-160 0 0,1 0-64 0 0,1 0-16 0 0,1 0 0 0 0,1 1-184 0 0,12 14-984 0 0,-12-4 1288 0 0,-1 0 120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4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0,'16'37'669'0'0,"13"54"-1"0"0,9 21 564 0 0,-38-110-1241 0 0,1 0 0 0 0,0 0 0 0 0,0 0 1 0 0,0 0-1 0 0,0 0 0 0 0,0-1 0 0 0,0 1 1 0 0,0 0-1 0 0,0-1 0 0 0,1 1 0 0 0,-1-1 1 0 0,0 0-1 0 0,1 1 0 0 0,3 1 0 0 0,-5-3 17 0 0,1 0-1 0 0,0 0 0 0 0,-1 1 1 0 0,1-1-1 0 0,0 0 1 0 0,-1 0-1 0 0,1-1 0 0 0,0 1 1 0 0,-1 0-1 0 0,1 0 1 0 0,0 0-1 0 0,-1 0 0 0 0,1-1 1 0 0,-1 1-1 0 0,1 0 1 0 0,0 0-1 0 0,-1-1 0 0 0,1 1 1 0 0,-1 0-1 0 0,1-1 1 0 0,-1 1-1 0 0,1-1 0 0 0,-1 1 1 0 0,1-1-1 0 0,-1 1 1 0 0,1-1-1 0 0,-1 1 0 0 0,1-2 1 0 0,4-6 369 0 0,-1 0 0 0 0,0-1 0 0 0,0 1-1 0 0,4-17 1 0 0,-4 13 460 0 0,3-9 403 0 0,0 0 1006 0 0,19-40-1 0 0,-24 57-1900 0 0,1-1-1 0 0,-1 0 1 0 0,1 1 0 0 0,1 0 0 0 0,-1-1-1 0 0,0 1 1 0 0,1 1 0 0 0,0-1-1 0 0,0 0 1 0 0,0 1 0 0 0,1 0 0 0 0,-1 0-1 0 0,8-4 1 0 0,-10 6-281 0 0,0 1-1 0 0,-1 0 0 0 0,1-1 1 0 0,0 1-1 0 0,-1 0 1 0 0,1 0-1 0 0,0 0 1 0 0,-1 0-1 0 0,1 0 1 0 0,0 0-1 0 0,-1 0 1 0 0,1 1-1 0 0,0-1 1 0 0,-1 1-1 0 0,1-1 1 0 0,-1 1-1 0 0,1 0 1 0 0,-1-1-1 0 0,1 1 1 0 0,-1 0-1 0 0,1 0 1 0 0,-1 0-1 0 0,0 0 1 0 0,1 0-1 0 0,-1 0 1 0 0,0 1-1 0 0,0-1 0 0 0,0 0 1 0 0,0 1-1 0 0,0-1 1 0 0,0 1-1 0 0,0-1 1 0 0,-1 1-1 0 0,2 2 1 0 0,4 8-72 0 0,-1 0 0 0 0,-1 0-1 0 0,5 19 1 0 0,-5-19 93 0 0,45 163-2414 0 0,-36-134 1505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1 208 11522 0 0,'4'-6'562'0'0,"1"0"-1"0"0,0 0 1 0 0,1 1-1 0 0,-1 0 1 0 0,1 0-1 0 0,11-8 1 0 0,0-1 82 0 0,-9 8-374 0 0,22-21 972 0 0,66-42 0 0 0,-83 61-1658 0 0,1 1 0 0 0,-1 1 0 0 0,19-6 0 0 0,-21 9-435 0 0,0 0-1 0 0,0 1 1 0 0,0 0 0 0 0,1 1 0 0 0,11 0 0 0 0,7 2-1443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90 12899 0 0,'-53'61'3352'0'0,"65"-73"-2748"0"0,0 1 0 0 0,1 0-1 0 0,25-16 1 0 0,-17 12-603 0 0,-5 4-824 0 0,0 0 0 0 0,0 2-1 0 0,1 0 1 0 0,1 0 0 0 0,22-7 0 0 0,-6 6-918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3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217 257 6913 0 0,'-9'-70'1925'0'0,"7"43"-862"0"0,-1 0 1 0 0,-2 0-1 0 0,-1 1 1 0 0,-10-32-1 0 0,15 57-985 0 0,1 0 0 0 0,0 0-1 0 0,0 0 1 0 0,-1 0 0 0 0,1 0 0 0 0,-1 0 0 0 0,1 0 0 0 0,-1 0-1 0 0,0 0 1 0 0,1 0 0 0 0,-1 0 0 0 0,0 0 0 0 0,0 0-1 0 0,1 0 1 0 0,-1 1 0 0 0,0-1 0 0 0,0 0 0 0 0,0 1-1 0 0,0-1 1 0 0,0 0 0 0 0,0 1 0 0 0,0-1 0 0 0,0 1 0 0 0,0 0-1 0 0,-2-1 1 0 0,1 1 5 0 0,1 0-1 0 0,0 1 1 0 0,-1-1-1 0 0,1 1 1 0 0,0-1-1 0 0,-1 1 1 0 0,1 0-1 0 0,0-1 1 0 0,0 1-1 0 0,0 0 1 0 0,0 0-1 0 0,-1 0 1 0 0,1 0-1 0 0,0 0 1 0 0,0 0-1 0 0,1 0 1 0 0,-2 2-1 0 0,-4 6 187 0 0,0 0-1 0 0,0 1 0 0 0,1 0 0 0 0,-4 11 0 0 0,-8 29 279 0 0,3 1 0 0 0,-15 86 0 0 0,0 108 61 0 0,21-149-446 0 0,5 0 1 0 0,3 0 0 0 0,5 0-1 0 0,3-1 1 0 0,5 0 0 0 0,4 0-1 0 0,4-2 1 0 0,36 98 0 0 0,-49-169-166 0 0,1 0 1 0 0,1-1-1 0 0,1 0 1 0 0,1-1-1 0 0,1 0 1 0 0,0-1-1 0 0,2-1 1 0 0,20 21-1 0 0,-24-29-30 0 0,0 0 0 0 0,1 0 0 0 0,0-1 0 0 0,1-1 0 0 0,0 0 1 0 0,0-1-1 0 0,1 0 0 0 0,0-1 0 0 0,0-1 0 0 0,0 0 0 0 0,1-1 0 0 0,0 0 0 0 0,23 2 0 0 0,-20-4-594 0 0,1-2 0 0 0,-1 1 0 0 0,23-4 1 0 0,0-5-6545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54 6449 0 0,'-8'1'11107'0'0,"64"-32"-8602"0"0,-16 15-3789 0 0,-17 8-5410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0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 10594 0 0,'-1'0'222'0'0,"0"-1"0"0"0,0 1 0 0 0,0 0 0 0 0,-1-1-1 0 0,1 1 1 0 0,0 0 0 0 0,0 0 0 0 0,0 0 0 0 0,0 0-1 0 0,-1 0 1 0 0,1 0 0 0 0,0 0 0 0 0,0 0 0 0 0,0 0 0 0 0,0 1-1 0 0,-1-1 1 0 0,1 0 0 0 0,0 1 0 0 0,0-1 0 0 0,0 1-1 0 0,0-1 1 0 0,0 1 0 0 0,0 0 0 0 0,0-1 0 0 0,0 1-1 0 0,0 0 1 0 0,0 0 0 0 0,1 0 0 0 0,-2 1 0 0 0,-7 18 4403 0 0,6-2-4682 0 0,-1 10 365 0 0,2 1 0 0 0,0 0 0 0 0,4 36 0 0 0,15 90-200 0 0,-8-80-89 0 0,1 11-1748 0 0,38 161 0 0 0,-34-204-5450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13827 0 0,'11'59'2467'0'0,"-5"49"-1630"0"0,-5-56-871 0 0,11 69-1 0 0,-9-106-25 0 0,0 1 1 0 0,1-1-1 0 0,0 0 0 0 0,2-1 0 0 0,-1 1 0 0 0,2-1 0 0 0,0 0 0 0 0,17 24 1 0 0,-21-33 69 0 0,1-1 1 0 0,-1 0 0 0 0,1 0 0 0 0,1 0 0 0 0,-1 0 0 0 0,0 0 0 0 0,1-1 0 0 0,0 0 0 0 0,0 0-1 0 0,0 0 1 0 0,0-1 0 0 0,0 0 0 0 0,1 0 0 0 0,-1 0 0 0 0,8 2 0 0 0,-10-4 31 0 0,1 0 1 0 0,-1 0-1 0 0,0 0 0 0 0,1 0 1 0 0,-1 0-1 0 0,0 0 1 0 0,1-1-1 0 0,-1 0 0 0 0,0 0 1 0 0,0 0-1 0 0,1 0 1 0 0,-1 0-1 0 0,0 0 1 0 0,0-1-1 0 0,0 0 0 0 0,-1 0 1 0 0,1 1-1 0 0,0-1 1 0 0,-1-1-1 0 0,1 1 0 0 0,-1 0 1 0 0,0-1-1 0 0,1 1 1 0 0,-1-1-1 0 0,-1 0 0 0 0,1 0 1 0 0,2-3-1 0 0,2-7 66 0 0,0 0-1 0 0,-1 0 1 0 0,-1 0-1 0 0,0-1 1 0 0,-1 1-1 0 0,0-1 1 0 0,-1 0 0 0 0,0 0-1 0 0,-1 0 1 0 0,-1 0-1 0 0,0-1 1 0 0,-4-22-1 0 0,0 10-133 0 0,-2 1-1 0 0,0-1 1 0 0,-2 1-1 0 0,0 1 1 0 0,-21-41-1 0 0,26 59-165 0 0,0 0 0 0 0,-1 0 0 0 0,0 0 0 0 0,0 0-1 0 0,-1 1 1 0 0,0-1 0 0 0,0 1 0 0 0,0 0 0 0 0,-1 1 0 0 0,0-1 0 0 0,0 1-1 0 0,0 0 1 0 0,-10-5 0 0 0,1 4-5784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 10138 0 0,'9'-19'6694'0'0,"5"28"-2143"0"0,-4 2-4861 0 0,13 14 692 0 0,-1 1 0 0 0,-2 1 1 0 0,0 1-1 0 0,-2 1 0 0 0,-2 1 1 0 0,26 60-1 0 0,-25-41-259 0 0,-1 1 1 0 0,-3 1-1 0 0,12 95 1 0 0,-19-89-421 0 0,-3 0 0 0 0,-2 1 0 0 0,-3-1 0 0 0,-2 0 0 0 0,-2 0 1 0 0,-4 0-1 0 0,-1-1 0 0 0,-34 98 0 0 0,33-123-318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3 308 11979 0 0,'-1'0'90'0'0,"1"0"1"0"0,0-1 0 0 0,0 1 0 0 0,0-1-1 0 0,-1 1 1 0 0,1-1 0 0 0,0 1 0 0 0,0-1 0 0 0,0 1-1 0 0,0-1 1 0 0,0 1 0 0 0,0-1 0 0 0,0 1-1 0 0,0-1 1 0 0,0 1 0 0 0,0-1 0 0 0,0 1-1 0 0,0-1 1 0 0,1 1 0 0 0,-1-1 0 0 0,0 1 0 0 0,0-1-1 0 0,0 1 1 0 0,1-1 0 0 0,-1 1 0 0 0,0 0-1 0 0,0-1 1 0 0,1 1 0 0 0,-1-1 0 0 0,0 1 0 0 0,1 0-1 0 0,-1-1 1 0 0,1 1 0 0 0,-1 0 0 0 0,0 0-1 0 0,1-1 1 0 0,-1 1 0 0 0,1 0 0 0 0,-1 0-1 0 0,1-1 1 0 0,-1 1 0 0 0,1 0 0 0 0,-1 0 0 0 0,1 0-1 0 0,-1 0 1 0 0,2 0 0 0 0,-1 0 75 0 0,0-1 1 0 0,1 1 0 0 0,-1 0-1 0 0,1 0 1 0 0,-1 0-1 0 0,1 0 1 0 0,-1 0-1 0 0,1 0 1 0 0,-1 1-1 0 0,1-1 1 0 0,-1 0-1 0 0,1 1 1 0 0,-1-1-1 0 0,0 1 1 0 0,1 0 0 0 0,1 0-1 0 0,7 9 233 0 0,-1 1-1 0 0,0 0 1 0 0,0 1 0 0 0,-1 0-1 0 0,-1 0 1 0 0,0 0-1 0 0,11 27 1 0 0,12 20-83 0 0,-19-39-284 0 0,2-1 1 0 0,23 28 0 0 0,-32-43-31 0 0,0 1 0 0 0,1 0 0 0 0,-1-1 0 0 0,1 0 0 0 0,1 0 0 0 0,-1-1 0 0 0,0 1 0 0 0,1-1 0 0 0,-1 0 0 0 0,1-1 0 0 0,0 1 0 0 0,0-1 0 0 0,0 0 0 0 0,7 1 0 0 0,-12-3 3 0 0,1 0 0 0 0,-1 0 1 0 0,0 0-1 0 0,0-1 0 0 0,1 1 0 0 0,-1 0 1 0 0,0 0-1 0 0,0-1 0 0 0,0 1 0 0 0,1-1 1 0 0,-1 1-1 0 0,0-1 0 0 0,0 1 0 0 0,0-1 1 0 0,0 0-1 0 0,0 0 0 0 0,0 1 0 0 0,0-1 1 0 0,0 0-1 0 0,-1 0 0 0 0,1 0 0 0 0,0 0 1 0 0,0 0-1 0 0,-1 0 0 0 0,1 0 1 0 0,-1 0-1 0 0,1 0 0 0 0,-1 0 0 0 0,1-1 1 0 0,-1 1-1 0 0,1 0 0 0 0,-1 0 0 0 0,0 0 1 0 0,0-1-1 0 0,0 1 0 0 0,0 0 0 0 0,0 0 1 0 0,0-3-1 0 0,1-8 68 0 0,-1 0 1 0 0,0-1 0 0 0,-3-12-1 0 0,2 11-39 0 0,-4-49-23 0 0,-5-137-132 0 0,10 163-682 0 0,2 1 1 0 0,2 0 0 0 0,11-53 0 0 0,-3 49-317 0 0</inkml:trace>
  <inkml:trace contextRef="#ctx0" brushRef="#br0" timeOffset="1">685 275 17508 0 0,'2'36'968'0'0,"2"-1"0"0"0,2 0 0 0 0,15 54 0 0 0,-3-13-721 0 0,1 4-3169 0 0,-19-96-1660 0 0,-5 3 4582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5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0 15203 0 0,'-5'6'672'0'0,"2"-4"145"0"0,2 0-657 0 0,-1 0-160 0 0,2 0 0 0 0,0-1 0 0 0,0 3 256 0 0,0 2 24 0 0,-1 2 0 0 0,1 6 0 0 0,-2 2-480 0 0,1 2-96 0 0,1 1-24 0 0,0 1 0 0 0,4 0 240 0 0,-1-2 80 0 0,2-1 0 0 0,0-3 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9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2304 0 0,'7'6'735'0'0,"0"-1"-1"0"0,0 1 1 0 0,-1 1-1 0 0,0-1 1 0 0,0 1-1 0 0,-1 0 0 0 0,1 0 1 0 0,-1 1-1 0 0,-1-1 1 0 0,4 10-1 0 0,9 10 573 0 0,13 23 688 0 0,-23-35-1699 0 0,2 0 1 0 0,0 0 0 0 0,1-1 0 0 0,0 0-1 0 0,1-1 1 0 0,17 16 0 0 0,-27-29-274 0 0,-1 1 1 0 0,1-1-1 0 0,-1 1 1 0 0,1-1-1 0 0,0 0 0 0 0,0 1 1 0 0,-1-1-1 0 0,1 0 0 0 0,0 0 1 0 0,-1 1-1 0 0,1-1 0 0 0,0 0 1 0 0,0 0-1 0 0,-1 0 1 0 0,1 0-1 0 0,0 0 0 0 0,0 0 1 0 0,-1 0-1 0 0,1 0 0 0 0,0 0 1 0 0,0 0-1 0 0,-1-1 1 0 0,1 1-1 0 0,0 0 0 0 0,-1 0 1 0 0,1-1-1 0 0,0 1 0 0 0,-1 0 1 0 0,1-1-1 0 0,0 1 0 0 0,-1-1 1 0 0,1 1-1 0 0,-1-1 1 0 0,1 1-1 0 0,-1-1 0 0 0,1 1 1 0 0,-1-1-1 0 0,1 0 0 0 0,-1 1 1 0 0,1-1-1 0 0,-1 1 1 0 0,0-1-1 0 0,1 0 0 0 0,-1 0 1 0 0,0 0-1 0 0,14-40 1591 0 0,-12 34-1381 0 0,5-19 650 0 0,-3 9-280 0 0,1 0 0 0 0,10-23 1 0 0,-14 37-534 0 0,1 0 0 0 0,-1 0 1 0 0,1 0-1 0 0,0 0 0 0 0,0 0 1 0 0,0 0-1 0 0,0 1 0 0 0,0-1 1 0 0,1 0-1 0 0,-1 1 0 0 0,1 0 1 0 0,-1 0-1 0 0,1 0 0 0 0,0 0 1 0 0,0 0-1 0 0,0 0 0 0 0,0 1 1 0 0,5-2-1 0 0,-6 3-41 0 0,0-1-1 0 0,0 1 1 0 0,1 0 0 0 0,-1 0-1 0 0,0 0 1 0 0,0 1 0 0 0,0-1-1 0 0,0 0 1 0 0,1 1 0 0 0,-1 0-1 0 0,0-1 1 0 0,0 1 0 0 0,0 0-1 0 0,0 0 1 0 0,0 0 0 0 0,-1 0 0 0 0,1 1-1 0 0,0-1 1 0 0,0 0 0 0 0,2 3-1 0 0,32 39 203 0 0,-23-26-141 0 0,38 44-1651 0 0,-35-42-6327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4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33 7834 0 0,'-33'-33'1192'0'0,"41"50"-569"0"0,64 345 2089 0 0,-35-160-1938 0 0,45 149-217 0 0,-55-260-419 0 0,70 157 0 0 0,-79-208-63 0 0,-10-19 187 0 0,2 0 1 0 0,13 20-1 0 0,-23-40-251 0 0,0-1 0 0 0,0 0 1 0 0,0 0-1 0 0,0 0 0 0 0,0 0 1 0 0,0 0-1 0 0,0 0 0 0 0,0 0 1 0 0,0 0-1 0 0,0 1 0 0 0,1-1 1 0 0,-1 0-1 0 0,0 0 0 0 0,0 0 1 0 0,0 0-1 0 0,0 0 0 0 0,0 0 1 0 0,0 0-1 0 0,0 0 0 0 0,1 0 0 0 0,-1 0 1 0 0,0 0-1 0 0,0 0 0 0 0,0 0 1 0 0,0 0-1 0 0,0 0 0 0 0,0 0 1 0 0,0 0-1 0 0,1 0 0 0 0,-1 0 1 0 0,0 0-1 0 0,0 0 0 0 0,0 0 1 0 0,0 0-1 0 0,0 0 0 0 0,0 0 1 0 0,1 0-1 0 0,-1 0 0 0 0,0 0 0 0 0,0 0 1 0 0,0 0-1 0 0,0 0 0 0 0,0 0 1 0 0,0 0-1 0 0,0 0 0 0 0,0-1 1 0 0,1 1-1 0 0,-1 0 0 0 0,0 0 1 0 0,0 0-1 0 0,0 0 0 0 0,4-10 261 0 0,2-11-31 0 0,8-113 892 0 0,-2-195 0 0 0,-12 257-1046 0 0,0-62 44 0 0,4-140 19 0 0,0 219-337 0 0,3 0 0 0 0,24-102 0 0 0,-28 146-241 0 0,0 0-1 0 0,0 0 1 0 0,1 1 0 0 0,1-1-1 0 0,0 1 1 0 0,0 0 0 0 0,1 0-1 0 0,0 0 1 0 0,1 1 0 0 0,15-17-1 0 0,-4 14-4581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154 225 3225 0 0,'-4'-21'398'0'0,"-1"-1"1"0"0,-1 1-1 0 0,0 0 1 0 0,-2 1 0 0 0,-1 0-1 0 0,0 0 1 0 0,-24-36-1 0 0,32 54-266 0 0,0 0-1 0 0,0 1 0 0 0,-1-1 0 0 0,1 0 0 0 0,0 1 1 0 0,0-1-1 0 0,-1 1 0 0 0,1 0 0 0 0,-1-1 0 0 0,0 1 0 0 0,1 0 1 0 0,-1 0-1 0 0,0 0 0 0 0,0 0 0 0 0,1 0 0 0 0,-5-1 1 0 0,6 2-65 0 0,-1 1 1 0 0,0-1 0 0 0,0 0 0 0 0,0 0-1 0 0,0 0 1 0 0,0 0 0 0 0,0 1-1 0 0,0-1 1 0 0,0 1 0 0 0,1-1 0 0 0,-1 0-1 0 0,0 1 1 0 0,0-1 0 0 0,0 1 0 0 0,1 0-1 0 0,-1-1 1 0 0,0 1 0 0 0,1 0 0 0 0,-1-1-1 0 0,0 1 1 0 0,1 0 0 0 0,-1 0-1 0 0,1-1 1 0 0,-1 2 0 0 0,-3 6 125 0 0,1-1 1 0 0,1 0-1 0 0,-1 1 0 0 0,1 0 1 0 0,0 0-1 0 0,-1 12 1 0 0,0 12 68 0 0,0 1 0 0 0,2 0 1 0 0,5 45-1 0 0,-3-65-157 0 0,1-1 0 0 0,0 1 0 0 0,1-1 0 0 0,0 1 1 0 0,1-1-1 0 0,0 0 0 0 0,1-1 0 0 0,1 1 0 0 0,0-1 0 0 0,0 0 1 0 0,15 19-1 0 0,-18-27-86 0 0,-1 0 0 0 0,1-1 1 0 0,1 1-1 0 0,-1 0 1 0 0,0-1-1 0 0,1 0 1 0 0,-1 0-1 0 0,1 0 0 0 0,-1 0 1 0 0,1-1-1 0 0,0 1 1 0 0,5 0-1 0 0,-7-1-22 0 0,-1-1 0 0 0,1 0 1 0 0,-1 0-1 0 0,1 0 0 0 0,-1 0 0 0 0,0 0 0 0 0,1 0 1 0 0,-1 0-1 0 0,1-1 0 0 0,-1 1 0 0 0,0 0 0 0 0,1-1 1 0 0,-1 1-1 0 0,0-1 0 0 0,1 0 0 0 0,-1 1 0 0 0,0-1 0 0 0,0 0 1 0 0,0 0-1 0 0,0 0 0 0 0,0 0 0 0 0,1 0 0 0 0,-2 0 1 0 0,1 0-1 0 0,0 0 0 0 0,0 0 0 0 0,0 0 0 0 0,0 0 1 0 0,-1-1-1 0 0,1 1 0 0 0,0 0 0 0 0,-1 0 0 0 0,0-1 0 0 0,1 1 1 0 0,-1-1-1 0 0,0 1 0 0 0,1 0 0 0 0,-1-3 0 0 0,1-5-17 0 0,0 1 0 0 0,-1 0-1 0 0,0-1 1 0 0,0 1 0 0 0,-1-1 0 0 0,0 1-1 0 0,-1 0 1 0 0,0-1 0 0 0,0 1-1 0 0,0 0 1 0 0,-1 0 0 0 0,-4-7-1 0 0,-7-12-521 0 0,0 1-1 0 0,-20-24 1 0 0,27 39 145 0 0,-10-14-817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10 920 0 0,'0'-1'10'0'0,"0"1"0"0"0,0-1 0 0 0,0 1-1 0 0,0-1 1 0 0,1 1 0 0 0,-1-1 0 0 0,0 1 0 0 0,0-1 0 0 0,1 1-1 0 0,-1-1 1 0 0,1 1 0 0 0,-1 0 0 0 0,0-1 0 0 0,1 1-1 0 0,-1 0 1 0 0,1-1 0 0 0,-1 1 0 0 0,0 0 0 0 0,1-1-1 0 0,-1 1 1 0 0,1 0 0 0 0,-1 0 0 0 0,1 0 0 0 0,-1 0 0 0 0,1-1-1 0 0,0 1 1 0 0,-1 0 0 0 0,1 0 0 0 0,-1 0 0 0 0,1 0-1 0 0,-1 0 1 0 0,1 0 0 0 0,-1 0 0 0 0,1 0 0 0 0,-1 0 0 0 0,1 1-1 0 0,-1-1 1 0 0,2 0 0 0 0,-1 2 64 0 0,-1-1 0 0 0,1 1 0 0 0,0-1 0 0 0,0 1-1 0 0,-1-1 1 0 0,1 1 0 0 0,0 0 0 0 0,-1-1 0 0 0,0 1 0 0 0,1 0 0 0 0,-1 3 0 0 0,1 53 1644 0 0,-10 45 621 0 0,-1 93 437 0 0,10-170-2450 0 0,2 1 0 0 0,0-1 0 0 0,2 0 0 0 0,1-1-1 0 0,11 36 1 0 0,-14-57-323 0 0,-1 1 1 0 0,1-1-1 0 0,0 0 0 0 0,0 0 0 0 0,1 0 0 0 0,-1 0 0 0 0,1 0 0 0 0,0 0 0 0 0,0-1 1 0 0,0 1-1 0 0,3 2 0 0 0,-5-5-14 0 0,0-1 1 0 0,0 1-1 0 0,0-1 1 0 0,0 1-1 0 0,0-1 1 0 0,0 1-1 0 0,0-1 0 0 0,0 0 1 0 0,0 0-1 0 0,0 1 1 0 0,0-1-1 0 0,0 0 1 0 0,0 0-1 0 0,0 0 1 0 0,0 0-1 0 0,0 0 1 0 0,0 0-1 0 0,0 0 0 0 0,0 0 1 0 0,1-1-1 0 0,0 0 4 0 0,0 0 0 0 0,0 0-1 0 0,0 0 1 0 0,-1-1 0 0 0,1 1-1 0 0,0 0 1 0 0,-1-1 0 0 0,1 1-1 0 0,-1-1 1 0 0,0 0 0 0 0,1 1-1 0 0,-1-1 1 0 0,2-4 0 0 0,9-20-498 0 0,0-2 0 0 0,-2 0-1 0 0,-2 0 1 0 0,0-1 0 0 0,6-47 0 0 0,4-14-301 0 0,-13 69 721 0 0,25-85 13 0 0,-26 95 180 0 0,0 0 1 0 0,1 0-1 0 0,0 1 1 0 0,1 0-1 0 0,0 0 1 0 0,1 1-1 0 0,9-12 1 0 0,-14 20-82 0 0,-1-1 1 0 0,0 0 0 0 0,1 1 0 0 0,0-1 0 0 0,-1 1-1 0 0,1 0 1 0 0,0 0 0 0 0,0-1 0 0 0,-1 1 0 0 0,1 0-1 0 0,0 0 1 0 0,0 1 0 0 0,0-1 0 0 0,1 0 0 0 0,-1 1-1 0 0,0-1 1 0 0,0 1 0 0 0,0 0 0 0 0,0 0 0 0 0,0 0-1 0 0,4 0 1 0 0,-3 1-10 0 0,0 0-1 0 0,0 0 1 0 0,0 0-1 0 0,-1 0 1 0 0,1 1-1 0 0,0-1 1 0 0,-1 1-1 0 0,1 0 1 0 0,-1 0-1 0 0,1 0 1 0 0,-1 0-1 0 0,0 0 1 0 0,3 4 0 0 0,5 8 35 0 0,-1 0 1 0 0,-1 0-1 0 0,0 1 1 0 0,8 21-1 0 0,-15-34-37 0 0,14 35 38 0 0,3-1-1 0 0,35 57 1 0 0,-37-70-367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0,'0'0'423'0'0,"9"21"803"0"0,8 48 740 0 0,15 118 1 0 0,-15-67-905 0 0,54 244 1190 0 0,-11-125-7524 0 0,-53-211 1328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28 311 6913 0 0,'-2'0'52'0'0,"1"-1"0"0"0,-1 1-1 0 0,1-1 1 0 0,0 1-1 0 0,-1-1 1 0 0,1 1 0 0 0,-1-1-1 0 0,1 0 1 0 0,0 0-1 0 0,-1 1 1 0 0,1-1-1 0 0,0 0 1 0 0,0 0 0 0 0,0 0-1 0 0,0-1 1 0 0,0 1-1 0 0,0 0 1 0 0,0 0-1 0 0,0 0 1 0 0,0-1 0 0 0,0-1-1 0 0,1 1 13 0 0,0 0 0 0 0,1 0 0 0 0,0 0 1 0 0,-1 0-1 0 0,1 0 0 0 0,0 0 0 0 0,0 0 0 0 0,0 0 0 0 0,0 0 0 0 0,0 0 0 0 0,1 0 0 0 0,-1 1 1 0 0,0-1-1 0 0,1 0 0 0 0,-1 1 0 0 0,3-2 0 0 0,13-14 15 0 0,2 1 1 0 0,0 0-1 0 0,0 2 1 0 0,1 0-1 0 0,1 1 1 0 0,1 1-1 0 0,39-16 1 0 0,-17 12-304 0 0,1 1 1 0 0,1 2-1 0 0,48-7 0 0 0,-52 13 171 0 0</inkml:trace>
  <inkml:trace contextRef="#ctx0" brushRef="#br0" timeOffset="1">857 31 7370 0 0,'-17'5'915'0'0,"15"-7"-159"0"0,9-4-335 0 0,-6 5-274 0 0,4-2-10 0 0,0 0-214 0 0,0 0 1 0 0,0 0-1 0 0,0 1 0 0 0,1-1 0 0 0,-1 1 1 0 0,1 0-1 0 0,-1 1 0 0 0,1 0 1 0 0,0-1-1 0 0,0 2 0 0 0,0-1 0 0 0,-1 1 1 0 0,8 0-1 0 0,-9 0 31 0 0,-1 1 0 0 0,1 0 1 0 0,-1 0-1 0 0,1 0 0 0 0,-1 0 1 0 0,1 1-1 0 0,-1-1 0 0 0,0 1 1 0 0,0 0-1 0 0,0 0 0 0 0,0 0 1 0 0,0 0-1 0 0,0 0 0 0 0,-1 1 1 0 0,1-1-1 0 0,-1 1 0 0 0,1 0 0 0 0,-1 0 1 0 0,0 0-1 0 0,0 0 0 0 0,0 0 1 0 0,-1 0-1 0 0,1 0 0 0 0,1 5 1 0 0,5 15 45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5529 0 0,'-2'2'600'0'0,"4"-2"-600"0"0,-1 0 104 0 0,5 0 16 0 0,1 0 0 0 0,4 0 0 0 0,3-2 48 0 0,0-1 16 0 0,4-1 1 0 0,-2 0-1 0 0,4-1-801 0 0,0 0-159 0 0,0-1-32 0 0,-2-1-8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7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3681 0 0,'-2'1'189'0'0,"-1"-1"1"0"0,1 0 0 0 0,0 1 0 0 0,0 0-1 0 0,0 0 1 0 0,0-1 0 0 0,0 1-1 0 0,0 0 1 0 0,0 0 0 0 0,0 1-1 0 0,1-1 1 0 0,-1 0 0 0 0,0 1-1 0 0,1-1 1 0 0,-1 1 0 0 0,-1 1-1 0 0,2-2-78 0 0,0 0 0 0 0,0 0 0 0 0,1 0 0 0 0,-1 0-1 0 0,0 0 1 0 0,0 0 0 0 0,1 0 0 0 0,-1 1 0 0 0,1-1-1 0 0,-1 0 1 0 0,1 0 0 0 0,-1 1 0 0 0,1-1 0 0 0,0 0-1 0 0,-1 0 1 0 0,1 1 0 0 0,0-1 0 0 0,0 0-1 0 0,0 1 1 0 0,0-1 0 0 0,0 0 0 0 0,1 1 0 0 0,-1-1-1 0 0,0 0 1 0 0,0 0 0 0 0,2 3 0 0 0,1-1 37 0 0,-1 1 0 0 0,1-1 0 0 0,1 0 0 0 0,-1-1 0 0 0,0 1 0 0 0,1 0 1 0 0,-1-1-1 0 0,1 0 0 0 0,0 0 0 0 0,0 0 0 0 0,0 0 0 0 0,0-1 0 0 0,0 0 0 0 0,0 1 0 0 0,0-1 1 0 0,0-1-1 0 0,9 2 0 0 0,2-1 254 0 0,1-1-1 0 0,-1 0 1 0 0,27-3 0 0 0,5-5 351 0 0,84-26 1 0 0,-55 10-5153 0 0,-44 13-446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5529 0 0,'-3'97'2770'0'0,"1"53"-1570"0"0,9-47-473 0 0,4 0-1 0 0,5 0 0 0 0,4-2 1 0 0,62 184-1 0 0,-76-267-956 0 0,1 0 0 0 0,1 0 1 0 0,1-1-1 0 0,0 0 0 0 0,1-1 0 0 0,14 17 0 0 0,-15-23-3938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0,'1'-1'35'0'0,"-1"0"-1"0"0,0 0 0 0 0,1 0 0 0 0,-1 0 0 0 0,1 0 0 0 0,-1 0 0 0 0,1 0 0 0 0,-1 0 0 0 0,1 0 0 0 0,0 0 0 0 0,-1 0 0 0 0,1 0 0 0 0,0 0 0 0 0,0 0 0 0 0,0 1 0 0 0,0-1 0 0 0,0 0 0 0 0,0 0 0 0 0,0 1 0 0 0,0-1 0 0 0,0 1 0 0 0,0-1 0 0 0,2 0 0 0 0,32-9-212 0 0,-26 7 204 0 0,21-5 934 0 0,58-9 1 0 0,-81 15-772 0 0,1 2 0 0 0,-1-1 1 0 0,0 1-1 0 0,1 0 0 0 0,-1 1 0 0 0,1-1 0 0 0,-1 1 1 0 0,0 1-1 0 0,0-1 0 0 0,0 2 0 0 0,0-1 1 0 0,0 0-1 0 0,0 1 0 0 0,8 5 0 0 0,-11-4-134 0 0,-1-1 0 0 0,1 1 0 0 0,0 1-1 0 0,-1-1 1 0 0,0 0 0 0 0,0 1 0 0 0,0-1 0 0 0,-1 1-1 0 0,1 0 1 0 0,-1 0 0 0 0,0 0 0 0 0,-1 0 0 0 0,1 0-1 0 0,-1 1 1 0 0,0-1 0 0 0,0 0 0 0 0,-1 1 0 0 0,1-1-1 0 0,-1 1 1 0 0,0-1 0 0 0,-2 11 0 0 0,-2 8-9 0 0,0 0 0 0 0,-1 0 0 0 0,-13 32 0 0 0,-10 17 387 0 0,-54 99 1 0 0,52-112 343 0 0,29-59-768 0 0,1-1 0 0 0,-1 1-1 0 0,1-1 1 0 0,-1 1 0 0 0,1-1-1 0 0,0 1 1 0 0,0-1 0 0 0,-1 1 0 0 0,1-1-1 0 0,0 1 1 0 0,0-1 0 0 0,-1 1-1 0 0,1 0 1 0 0,0-1 0 0 0,0 1-1 0 0,0-1 1 0 0,0 1 0 0 0,0 0-1 0 0,0-1 1 0 0,0 1 0 0 0,0 0 0 0 0,0-1-1 0 0,0 1 1 0 0,0-1 0 0 0,0 1-1 0 0,1 0 1 0 0,-1-1 0 0 0,0 1-1 0 0,0-1 1 0 0,1 1 0 0 0,-1-1 0 0 0,0 1-1 0 0,1-1 1 0 0,-1 1 0 0 0,0-1-1 0 0,1 1 1 0 0,-1-1 0 0 0,1 1-1 0 0,-1-1 1 0 0,1 0 0 0 0,-1 1-1 0 0,1-1 1 0 0,-1 0 0 0 0,1 1 0 0 0,-1-1-1 0 0,2 0 1 0 0,33 1 197 0 0,-18-2-159 0 0,205-8-1576 0 0,-195 9-3717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 8290 0 0,'-3'0'90'0'0,"1"0"0"0"0,-1-1 0 0 0,1 1 1 0 0,-1 0-1 0 0,1 0 0 0 0,-1 0 0 0 0,1 1 0 0 0,0-1 1 0 0,-1 0-1 0 0,1 1 0 0 0,-1 0 0 0 0,1 0 0 0 0,0-1 1 0 0,-1 1-1 0 0,1 1 0 0 0,-3 1 0 0 0,1 0 29 0 0,0 1 0 0 0,1 0 0 0 0,-1-1 0 0 0,1 1 0 0 0,0 1 0 0 0,0-1-1 0 0,-3 6 1 0 0,1 1 130 0 0,0 1-1 0 0,0-1 1 0 0,1 1-1 0 0,1 0 1 0 0,-1 1 0 0 0,2-1-1 0 0,0 0 1 0 0,1 1-1 0 0,0-1 1 0 0,1 22-1 0 0,3 14 726 0 0,14 67 1 0 0,-12-85-589 0 0,41 190 1527 0 0,-9-114-2849 0 0,-26-81-1124 0 0,1-1 0 0 0,18 26 0 0 0,-21-37-2539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22 161 6913 0 0,'-4'-1'225'0'0,"-13"-7"149"0"0,16 3-509 0 0,11 0-110 0 0,164-60 4180 0 0,1-1-3456 0 0,-141 55-4583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32 355 8290 0 0,'-27'16'1898'0'0,"23"-8"-1222"0"0,20-5-487 0 0,15-7 294 0 0,-1-1 1 0 0,1-2-1 0 0,34-12 0 0 0,2 0 519 0 0,623-140 3709 0 0,66 12-3522 0 0,-670 136-1213 0 0,2 4-1 0 0,-1 4 0 0 0,109 9 0 0 0,-1 18-5521 0 0,-130-12-583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0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5985 0 0,'-1'-5'528'0'0,"2"-1"0"0"0,-1 0-1 0 0,0 1 1 0 0,1-1 0 0 0,0 1-1 0 0,1-1 1 0 0,-1 1 0 0 0,1-1-1 0 0,0 1 1 0 0,0 0 0 0 0,5-8-1 0 0,-7 13-463 0 0,1 0 1 0 0,-1 0-1 0 0,1-1 0 0 0,-1 1 0 0 0,1 0 0 0 0,-1 0 1 0 0,1 0-1 0 0,-1 0 0 0 0,1 0 0 0 0,-1 0 0 0 0,1 0 1 0 0,-1 1-1 0 0,1-1 0 0 0,-1 0 0 0 0,1 0 0 0 0,-1 0 1 0 0,0 0-1 0 0,1 1 0 0 0,-1-1 0 0 0,1 0 0 0 0,-1 0 0 0 0,1 1 1 0 0,-1-1-1 0 0,0 0 0 0 0,1 1 0 0 0,-1-1 0 0 0,0 0 1 0 0,1 1-1 0 0,-1-1 0 0 0,0 1 0 0 0,0-1 0 0 0,1 0 1 0 0,-1 1-1 0 0,0-1 0 0 0,0 1 0 0 0,0-1 0 0 0,1 1 0 0 0,-1 0 1 0 0,10 19 653 0 0,6 22 119 0 0,-2 1 0 0 0,13 62 1 0 0,5 94 104 0 0,-27-164-811 0 0,23 182 274 0 0,28 167-2186 0 0,-44-324-900 0 0,-5-35 1305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6913 0 0,'1'-1'-63'0'0,"0"-1"-1"0"0,0 0 0 0 0,1 0 0 0 0,-1 0 0 0 0,0 1 0 0 0,1-1 0 0 0,0 1 0 0 0,-1-1 1 0 0,1 1-1 0 0,0 0 0 0 0,2-2 0 0 0,5-4-186 0 0,4-4 657 0 0,0 0 0 0 0,1 1 0 0 0,0 0 0 0 0,1 2 0 0 0,0-1 0 0 0,0 2-1 0 0,1 0 1 0 0,-1 1 0 0 0,31-8 0 0 0,-40 13-250 0 0,1 0-1 0 0,0 0 1 0 0,0 0-1 0 0,0 1 1 0 0,0 0-1 0 0,0 1 1 0 0,0-1-1 0 0,0 1 1 0 0,0 0 0 0 0,0 1-1 0 0,10 4 1 0 0,-12-4-125 0 0,0 0 1 0 0,0 1-1 0 0,-1 0 1 0 0,1 1-1 0 0,-1-1 1 0 0,0 1-1 0 0,0-1 1 0 0,0 1-1 0 0,0 0 1 0 0,-1 1-1 0 0,1-1 1 0 0,-1 1-1 0 0,0-1 1 0 0,0 1-1 0 0,-1 0 1 0 0,3 8-1 0 0,-2-5-29 0 0,-1 0 0 0 0,0 0 0 0 0,-1 0-1 0 0,0 1 1 0 0,0-1 0 0 0,-1 0 0 0 0,0 1-1 0 0,-1-1 1 0 0,1 0 0 0 0,-2 1 0 0 0,1-1-1 0 0,-1 0 1 0 0,-3 8 0 0 0,-6 18 264 0 0,-27 54 0 0 0,31-74-58 0 0,-64 149 1710 0 0,69-159-1875 0 0,1 0 0 0 0,-1 0 1 0 0,1 1-1 0 0,0-1 0 0 0,0 0 0 0 0,0 0 1 0 0,0 1-1 0 0,1-1 0 0 0,0 0 0 0 0,-1 1 1 0 0,2-1-1 0 0,-1 0 0 0 0,1 1 0 0 0,0 4 1 0 0,1-6-22 0 0,-1-1 0 0 0,0 1 0 0 0,1-1 0 0 0,0 0 0 0 0,-1 0 0 0 0,1 0 0 0 0,0 0 0 0 0,0 0 0 0 0,0 0 0 0 0,0 0 1 0 0,0-1-1 0 0,1 1 0 0 0,-1-1 0 0 0,0 1 0 0 0,1-1 0 0 0,-1 0 0 0 0,1 0 0 0 0,-1 0 0 0 0,1 0 0 0 0,0-1 0 0 0,-1 1 0 0 0,1-1 0 0 0,4 1 0 0 0,8 0-241 0 0,-1 0 0 0 0,1-1-1 0 0,-1 0 1 0 0,0-1-1 0 0,1-1 1 0 0,24-6 0 0 0,87-31-2822 0 0,-79 22 1915 0 0,-7 3-2952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190 253 3225 0 0,'0'0'131'0'0,"-1"1"1"0"0,1-1 0 0 0,-1 0-1 0 0,1 1 1 0 0,-1-1 0 0 0,1 0-1 0 0,0 1 1 0 0,-1-1 0 0 0,1 1-1 0 0,-1-1 1 0 0,1 1 0 0 0,0-1-1 0 0,-1 1 1 0 0,1-1 0 0 0,0 1-1 0 0,0-1 1 0 0,-1 1 0 0 0,1 0 0 0 0,0-1-1 0 0,0 1 1 0 0,0-1 0 0 0,0 1-1 0 0,0 0 1 0 0,0-1 0 0 0,0 1-1 0 0,0-1 1 0 0,0 2 0 0 0,-1 23 1145 0 0,1-18-672 0 0,-1 36 946 0 0,2 1 1 0 0,9 55-1 0 0,26 84-1788 0 0,-32-165-715 0 0</inkml:trace>
  <inkml:trace contextRef="#ctx0" brushRef="#br0" timeOffset="1">11 41 6913 0 0,'-3'-3'609'0'0,"1"-1"-481"0"0,0 2-128 0 0,2 1 0 0 0,0-1-272 0 0,-2-2 112 0 0,0-1-8 0 0,2 0-49 0 0,2-1-7 0 0,2 3 0 0 0,3-1 0 0 0,4 2 224 0 0,-1 2-64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8754 0 0,'-1'1'163'0'0,"0"0"1"0"0,0 0-1 0 0,0 0 1 0 0,1 0-1 0 0,-1 0 0 0 0,0 0 1 0 0,1 0-1 0 0,-1 0 1 0 0,1 0-1 0 0,-1 0 0 0 0,1 0 1 0 0,0 0-1 0 0,-1 0 1 0 0,1 1-1 0 0,0-1 1 0 0,0 0-1 0 0,0 0 0 0 0,0 0 1 0 0,0 2-1 0 0,-2 19-228 0 0,0 20-1488 0 0,2-28-2234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68 375 5529 0 0,'-32'-97'2463'0'0,"-4"-14"3879"0"0,36 111-6273 0 0,11 12 822 0 0,11 18-458 0 0,25 66 741 0 0,-18-35-723 0 0,41 61 0 0 0,-57-102-447 0 0,1-1 1 0 0,1 0 0 0 0,1-1 0 0 0,1-1-1 0 0,0-1 1 0 0,37 27 0 0 0,-17-19-5 0 0,1-1 0 0 0,1-2 0 0 0,45 17 0 0 0,-81-37 15 0 0,-1 0 0 0 0,1 1-1 0 0,0-1 1 0 0,0-1 0 0 0,0 1 0 0 0,0 0 0 0 0,-1-1 0 0 0,1 1 0 0 0,0-1 0 0 0,0 0-1 0 0,0 0 1 0 0,0 0 0 0 0,0 0 0 0 0,0-1 0 0 0,0 1 0 0 0,0-1 0 0 0,0 0-1 0 0,0 0 1 0 0,0 0 0 0 0,-1 0 0 0 0,1 0 0 0 0,0-1 0 0 0,-1 1 0 0 0,1-1 0 0 0,3-2-1 0 0,-2 0 84 0 0,-1-1 0 0 0,0 1-1 0 0,1-1 1 0 0,-1 0-1 0 0,-1 0 1 0 0,1 0-1 0 0,-1 0 1 0 0,0 0 0 0 0,0-1-1 0 0,0 1 1 0 0,-1 0-1 0 0,1-11 1 0 0,3-34 208 0 0,-2 0 0 0 0,-2-1 0 0 0,-3 1 1 0 0,-9-57-1 0 0,5 53-1534 0 0,2 1 0 0 0,2-1 0 0 0,7-72 0 0 0,-4 117 410 0 0,1 0 0 0 0,0 0 0 0 0,0 0 0 0 0,5-11 0 0 0,-1 8-3704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49 360 6913 0 0,'41'68'1894'0'0,"-31"-35"-663"0"0,0 0 0 0 0,8 62 1 0 0,3 11-121 0 0,0-55-1811 0 0,-19-46 137 0 0</inkml:trace>
  <inkml:trace contextRef="#ctx0" brushRef="#br0" timeOffset="1">16 61 1376 0 0,'-2'-5'461'0'0,"-1"-1"-1"0"0,1 1 1 0 0,0 0-1 0 0,0-1 1 0 0,1 0 0 0 0,0 1-1 0 0,0-1 1 0 0,-1-11-1 0 0,5 26-613 0 0,1 0-1 0 0,-1 0 0 0 0,2-1 1 0 0,-1 1-1 0 0,1-1 0 0 0,11 13 1 0 0,-12-15 156 0 0,6 8-3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6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2761 0 0,'5'3'57'0'0,"0"1"0"0"0,0 0 0 0 0,-1 1 0 0 0,1-1 0 0 0,-1 1 0 0 0,0 0 1 0 0,0 0-1 0 0,0 0 0 0 0,4 10 0 0 0,24 57 1755 0 0,-21-46-1412 0 0,36 85 417 0 0,-48-120-639 0 0,0 0 0 0 0,1 0-1 0 0,1 0 1 0 0,-1 0 0 0 0,1-1-1 0 0,1 1 1 0 0,4-15 0 0 0,-3 8-103 0 0,20-76 1017 0 0,-20 83-1033 0 0,0 0 0 0 0,1 1 0 0 0,0-1 0 0 0,0 1 0 0 0,0-1 0 0 0,2 1 0 0 0,10-14 0 0 0,-14 21-1 0 0,-1-1 0 0 0,1 1 1 0 0,0 0-1 0 0,-1-1 0 0 0,1 1 0 0 0,0 0 0 0 0,0 0 1 0 0,-1 0-1 0 0,1 0 0 0 0,0 1 0 0 0,0-1 0 0 0,0 1 1 0 0,0-1-1 0 0,0 1 0 0 0,0-1 0 0 0,0 1 1 0 0,0 0-1 0 0,1 0 0 0 0,-1 0 0 0 0,0 0 0 0 0,0 0 1 0 0,0 1-1 0 0,0-1 0 0 0,0 1 0 0 0,0-1 0 0 0,0 1 1 0 0,0 0-1 0 0,0 0 0 0 0,-1-1 0 0 0,1 1 0 0 0,0 1 1 0 0,0-1-1 0 0,-1 0 0 0 0,1 0 0 0 0,-1 1 0 0 0,1-1 1 0 0,2 3-1 0 0,6 7 382 0 0,0 1 1 0 0,0 0-1 0 0,-1 0 0 0 0,8 15 1 0 0,-7-11-218 0 0,2 2-334 0 0,1 0 1 0 0,0-1-1 0 0,1 0 0 0 0,29 25 1 0 0,-20-25-457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10594 0 0,'7'2'-104'0'0,"21"-2"330"0"0,37-6 172 0 0,-43 2-848 0 0,0 1-1 0 0,43 0 0 0 0,-56 4 312 0 0,1-1 0 0 0,-1 2-1 0 0,0-1 1 0 0,0 1 0 0 0,0 1 0 0 0,0-1-1 0 0,-1 2 1 0 0,1-1 0 0 0,14 9 0 0 0,1 4 139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40 9674 0 0,'-9'7'864'0'0,"3"-5"-696"0"0,3 0-168 0 0,1-1 0 0 0,2 1 272 0 0,2-2 16 0 0,0 0 8 0 0,3 0 1 0 0,4 0-297 0 0,4-2 0 0 0,3-1 0 0 0,2-2 0 0 0,1-1-705 0 0,5-1-159 0 0,-1 0-24 0 0,4-2-8 0 0,-2 2 704 0 0,2-1 192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6913 0 0,'-33'19'650'0'0,"32"-18"-540"0"0,-1-1 0 0 0,1 1 0 0 0,0 0 0 0 0,0 0 0 0 0,0 0-1 0 0,0-1 1 0 0,0 1 0 0 0,0 0 0 0 0,0 0 0 0 0,0 0 0 0 0,0 1 0 0 0,1-1 0 0 0,-1 0 0 0 0,0 0 0 0 0,1 0-1 0 0,-1 1 1 0 0,1-1 0 0 0,-1 0 0 0 0,1 0 0 0 0,0 1 0 0 0,-1-1 0 0 0,1 0 0 0 0,0 1 0 0 0,0-1-1 0 0,0 0 1 0 0,0 2 0 0 0,1-2-29 0 0,0 0 0 0 0,-1 1 0 0 0,1-2-1 0 0,0 1 1 0 0,0 0 0 0 0,0 0 0 0 0,1 0-1 0 0,-1 0 1 0 0,0-1 0 0 0,0 1 0 0 0,0 0 0 0 0,1-1-1 0 0,-1 1 1 0 0,0-1 0 0 0,0 1 0 0 0,1-1-1 0 0,-1 0 1 0 0,0 0 0 0 0,1 0 0 0 0,-1 1 0 0 0,2-2-1 0 0,35 1 666 0 0,-31 0-548 0 0,90-7 1106 0 0,56 0-1781 0 0,-122 9-4551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30 185 3681 0 0,'-7'-35'1032'0'0,"1"-1"1"0"0,-1-62 0 0 0,6 83 1748 0 0,-2 30-1306 0 0,-2 30-365 0 0,7 55-221 0 0,4-1 0 0 0,26 133 0 0 0,-12-101-1059 0 0,-11-74-925 0 0,1 1-3778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6913 0 0,'0'0'39'0'0,"0"0"-1"0"0,0 1 0 0 0,1-1 1 0 0,-1 0-1 0 0,0 0 0 0 0,0 0 0 0 0,0 0 1 0 0,0 0-1 0 0,0 1 0 0 0,0-1 1 0 0,0 0-1 0 0,0 0 0 0 0,0 0 1 0 0,0 0-1 0 0,1 0 0 0 0,-1 0 0 0 0,0 0 1 0 0,0 0-1 0 0,0 1 0 0 0,0-1 1 0 0,0 0-1 0 0,0 0 0 0 0,1 0 0 0 0,-1 0 1 0 0,0 0-1 0 0,0 0 0 0 0,0 0 1 0 0,0 0-1 0 0,0 0 0 0 0,1 0 0 0 0,-1 0 1 0 0,0 0-1 0 0,0 0 0 0 0,0 0 1 0 0,0 0-1 0 0,1 0 0 0 0,-1 0 0 0 0,0 0 1 0 0,0 0-1 0 0,0 0 0 0 0,0 0 1 0 0,0 0-1 0 0,0-1 0 0 0,1 1 0 0 0,-1 0 1 0 0,0 0-1 0 0,0 0 0 0 0,0 0 1 0 0,0 0-1 0 0,0 0 0 0 0,0 0 0 0 0,0 0 1 0 0,1-1-1 0 0,-1 1 0 0 0,0 0 1 0 0,0 0-1 0 0,0 0 0 0 0,0 0 0 0 0,0 0 1 0 0,0 0-1 0 0,0-1 0 0 0,0 1 1 0 0,8 12 525 0 0,-3 13-184 0 0,0 0 0 0 0,-1 0-1 0 0,0 38 1 0 0,1 14 47 0 0,0-42-197 0 0,0 0 0 0 0,2 0 1 0 0,2-1-1 0 0,1 1 0 0 0,2-2 0 0 0,17 35 0 0 0,-24-57-173 0 0,1 0-1 0 0,0-1 1 0 0,1 0-1 0 0,0 0 1 0 0,1 0-1 0 0,0-1 0 0 0,0 0 1 0 0,1 0-1 0 0,0-1 1 0 0,1-1-1 0 0,0 1 0 0 0,0-1 1 0 0,0-1-1 0 0,1 0 1 0 0,0 0-1 0 0,0-1 0 0 0,0-1 1 0 0,1 0-1 0 0,0 0 1 0 0,0-1-1 0 0,15 1 0 0 0,-21-3-48 0 0,0-1-1 0 0,0 0 0 0 0,-1 0 0 0 0,1 0 0 0 0,0-1 0 0 0,0 0 0 0 0,-1 0 0 0 0,1-1 0 0 0,0 1 1 0 0,-1-1-1 0 0,0-1 0 0 0,1 1 0 0 0,4-4 0 0 0,-2 1-14 0 0,0-1 0 0 0,0 1 0 0 0,-1-2-1 0 0,0 1 1 0 0,0-1 0 0 0,0 0 0 0 0,6-11 0 0 0,0-1 112 0 0,-2 0 1 0 0,0-1-1 0 0,-1 0 0 0 0,-1-1 1 0 0,-1 0-1 0 0,6-24 1 0 0,-9 20 4 0 0,0-1 0 0 0,-1 1 0 0 0,-2-1 0 0 0,0 0 0 0 0,-2 0 0 0 0,-1 1 0 0 0,-1-1 0 0 0,-1 0 0 0 0,-1 1 0 0 0,-1-1 0 0 0,-2 1 0 0 0,0 1 0 0 0,-13-28 0 0 0,17 46-85 0 0,0 0 0 0 0,0 1 0 0 0,0 0 1 0 0,-1 0-1 0 0,0 0 0 0 0,0 0 0 0 0,0 0 0 0 0,-1 1 0 0 0,1 0 0 0 0,-1 0 1 0 0,0 0-1 0 0,0 0 0 0 0,0 1 0 0 0,-1 0 0 0 0,1 0 0 0 0,-1 0 0 0 0,0 1 1 0 0,-6-2-1 0 0,6 3-114 0 0,1 0 1 0 0,0 0 0 0 0,-1 1 0 0 0,1 0-1 0 0,0 0 1 0 0,-1 0 0 0 0,1 1-1 0 0,0-1 1 0 0,-1 1 0 0 0,1 1 0 0 0,0-1-1 0 0,0 1 1 0 0,0 0 0 0 0,0 0 0 0 0,0 0-1 0 0,1 1 1 0 0,-1-1 0 0 0,1 1-1 0 0,-1 0 1 0 0,1 1 0 0 0,-6 5 0 0 0,-4 5-5543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3225 0 0,'-2'23'2303'0'0,"-7"13"-700"0"0,2 1-1 0 0,1 0 1 0 0,-2 70 0 0 0,9-95-1434 0 0,0 1 1 0 0,0 0-1 0 0,1 0 1 0 0,0-1-1 0 0,1 1 1 0 0,1-1-1 0 0,0 0 1 0 0,1 0-1 0 0,0 0 1 0 0,0-1 0 0 0,1 1-1 0 0,1-2 1 0 0,0 1-1 0 0,1-1 1 0 0,9 12-1 0 0,-12-18-107 0 0,0 1-1 0 0,0-1 1 0 0,0 0-1 0 0,0 0 1 0 0,0 0-1 0 0,1-1 1 0 0,-1 0-1 0 0,1 0 1 0 0,0 0-1 0 0,0-1 1 0 0,0 0-1 0 0,1 0 1 0 0,10 2-1 0 0,-13-4-41 0 0,-1 0-1 0 0,0 0 1 0 0,0 0 0 0 0,1 0-1 0 0,-1 0 1 0 0,0-1-1 0 0,1 1 1 0 0,-1-1-1 0 0,0 0 1 0 0,0 0-1 0 0,0 0 1 0 0,0-1 0 0 0,0 1-1 0 0,0-1 1 0 0,0 0-1 0 0,0 1 1 0 0,-1-1-1 0 0,1 0 1 0 0,-1-1-1 0 0,1 1 1 0 0,-1 0 0 0 0,0-1-1 0 0,0 1 1 0 0,0-1-1 0 0,0 0 1 0 0,0 0-1 0 0,-1 1 1 0 0,2-5-1 0 0,1-4 67 0 0,0 0 0 0 0,-1 1-1 0 0,-1-1 1 0 0,0 0-1 0 0,0-1 1 0 0,-1 1 0 0 0,0 0-1 0 0,-1 0 1 0 0,-1-1-1 0 0,1 1 1 0 0,-5-19 0 0 0,-2 0 115 0 0,0 0-1 0 0,-2 1 1 0 0,-14-31 0 0 0,17 44-202 0 0,-2 0 0 0 0,0 0 0 0 0,-16-22 0 0 0,22 35-105 0 0,0 0-1 0 0,0 0 1 0 0,0 0 0 0 0,-1 0 0 0 0,1 1 0 0 0,-1-1 0 0 0,0 1 0 0 0,1-1 0 0 0,-1 1 0 0 0,0 0 0 0 0,0 0-1 0 0,-1 0 1 0 0,1 1 0 0 0,0-1 0 0 0,-1 1 0 0 0,1 0 0 0 0,-1-1 0 0 0,1 2 0 0 0,-1-1 0 0 0,1 0 0 0 0,-1 1-1 0 0,0-1 1 0 0,-5 1 0 0 0,6 2-158 0 0,-1-1 1 0 0,1 0-1 0 0,0 1 0 0 0,0-1 0 0 0,0 1 0 0 0,1 0 0 0 0,-1 0 0 0 0,0 1 0 0 0,1-1 1 0 0,-1 0-1 0 0,1 1 0 0 0,0-1 0 0 0,0 1 0 0 0,0 0 0 0 0,0 0 0 0 0,0 0 0 0 0,1 0 1 0 0,-1 0-1 0 0,1 0 0 0 0,0 0 0 0 0,-2 5 0 0 0,2 6-3369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10594 0 0,'1'-4'31'0'0,"0"1"1"0"0,1 0-1 0 0,-1 0 0 0 0,1 0 0 0 0,0 0 0 0 0,0 0 1 0 0,0 0-1 0 0,0 0 0 0 0,0 1 0 0 0,1-1 0 0 0,-1 1 1 0 0,1-1-1 0 0,0 1 0 0 0,0 0 0 0 0,-1 0 0 0 0,1 0 1 0 0,5-2-1 0 0,-7 4 18 0 0,-1 0 1 0 0,1 0 0 0 0,-1 0 0 0 0,1 0-1 0 0,-1 0 1 0 0,1 0 0 0 0,-1 1-1 0 0,1-1 1 0 0,-1 0 0 0 0,0 0 0 0 0,1 0-1 0 0,-1 0 1 0 0,1 1 0 0 0,-1-1-1 0 0,0 0 1 0 0,1 0 0 0 0,-1 1 0 0 0,1-1-1 0 0,-1 0 1 0 0,0 1 0 0 0,0-1-1 0 0,1 0 1 0 0,-1 1 0 0 0,0-1 0 0 0,1 1-1 0 0,-1-1 1 0 0,0 0 0 0 0,0 1-1 0 0,0-1 1 0 0,0 1 0 0 0,1-1 0 0 0,-1 1-1 0 0,0-1 1 0 0,0 1 0 0 0,0-1-1 0 0,0 0 1 0 0,0 1 0 0 0,0-1 0 0 0,0 1-1 0 0,0-1 1 0 0,0 1 0 0 0,-1 0-1 0 0,0 27 713 0 0,1-23-551 0 0,-12 122 1573 0 0,-4 89-455 0 0,16-177-1352 0 0,1-1 0 0 0,2 1-1 0 0,13 63 1 0 0,7-19-2437 0 0,-19-68 933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1 3225 0 0,'-3'8'264'0'0,"0"1"1"0"0,0-1-1 0 0,-1 0 1 0 0,0 0 0 0 0,-6 9-1 0 0,-1 4 252 0 0,-15 26-46 0 0,9-16 538 0 0,-19 47 0 0 0,32-69-583 0 0,1-1-1 0 0,1 0 1 0 0,0 1-1 0 0,0-1 1 0 0,1 1-1 0 0,-1-1 1 0 0,2 1-1 0 0,0 0 1 0 0,0-1-1 0 0,0 1 1 0 0,2 9-1 0 0,-1-15-336 0 0,0 0 1 0 0,-1-1-1 0 0,1 1 0 0 0,0 0 0 0 0,1-1 0 0 0,-1 1 1 0 0,0-1-1 0 0,1 1 0 0 0,-1-1 0 0 0,1 0 0 0 0,0 1 1 0 0,0-1-1 0 0,0 0 0 0 0,0 0 0 0 0,0 0 0 0 0,0-1 1 0 0,0 1-1 0 0,1 0 0 0 0,-1-1 0 0 0,1 0 1 0 0,-1 1-1 0 0,1-1 0 0 0,0 0 0 0 0,-1 0 0 0 0,1-1 1 0 0,0 1-1 0 0,0 0 0 0 0,-1-1 0 0 0,1 0 0 0 0,4 1 1 0 0,9-2-125 0 0,0 0 0 0 0,0 0 1 0 0,0-1-1 0 0,23-7 1 0 0,2 1-201 0 0,31 2-1535 0 0,-33 4-3125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0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81 498 8754 0 0,'-81'13'2151'0'0,"127"-31"-37"0"0,531-55 3226 0 0,4 41-3606 0 0,9-2-1399 0 0,622-114-119 0 0,-584 22 249 0 0,-532 102-668 0 0,0 4 1 0 0,1 4 0 0 0,154-4 0 0 0,-205 21-518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0,'-1'0'115'0'0,"0"0"-1"0"0,0 1 0 0 0,1-1 1 0 0,-1 1-1 0 0,0-1 0 0 0,1 1 0 0 0,-1-1 1 0 0,0 1-1 0 0,1-1 0 0 0,-1 1 1 0 0,0 0-1 0 0,1-1 0 0 0,-1 1 1 0 0,1 0-1 0 0,0 0 0 0 0,-1-1 1 0 0,1 1-1 0 0,-1 0 0 0 0,1 0 1 0 0,0 0-1 0 0,0-1 0 0 0,-1 1 0 0 0,1 0 1 0 0,0 0-1 0 0,0 0 0 0 0,0 0 1 0 0,0 0-1 0 0,0-1 0 0 0,0 1 1 0 0,0 0-1 0 0,0 0 0 0 0,1 1 1 0 0,2 43 907 0 0,-1-29-536 0 0,4 63 868 0 0,24 229 1275 0 0,-17-222-3632 0 0,37 132 0 0 0,-38-178 339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0,'-1'-2'125'0'0,"1"1"1"0"0,0 0-1 0 0,1-1 1 0 0,-1 1-1 0 0,0-1 1 0 0,0 1-1 0 0,0 0 1 0 0,1-1-1 0 0,-1 1 1 0 0,1 0-1 0 0,-1 0 1 0 0,1-1-1 0 0,0 1 1 0 0,-1 0-1 0 0,1 0 1 0 0,2-2-1 0 0,2 5 1717 0 0,-1 13-599 0 0,-2 123 1250 0 0,2 21-1501 0 0,-1-137-880 0 0,0 0 1 0 0,1 1-1 0 0,1-2 1 0 0,2 1-1 0 0,9 24 1 0 0,-10-33-81 0 0,1-1 1 0 0,0 1-1 0 0,0-1 1 0 0,1-1 0 0 0,1 1-1 0 0,0-2 1 0 0,1 1 0 0 0,0-1-1 0 0,16 13 1 0 0,-20-18-22 0 0,0-1 1 0 0,0 0-1 0 0,0 0 1 0 0,0-1-1 0 0,1 1 1 0 0,0-1-1 0 0,-1-1 1 0 0,1 1-1 0 0,0-1 1 0 0,0 0 0 0 0,1-1-1 0 0,-1 0 1 0 0,0 0-1 0 0,0 0 1 0 0,1-1-1 0 0,-1 0 1 0 0,0-1-1 0 0,1 0 1 0 0,-1 0-1 0 0,9-2 1 0 0,-12 1-4 0 0,-1 0 1 0 0,1 0 0 0 0,0 0-1 0 0,-1 0 1 0 0,1-1-1 0 0,-1 1 1 0 0,0-1 0 0 0,0 0-1 0 0,0 0 1 0 0,0 0 0 0 0,-1 0-1 0 0,1-1 1 0 0,-1 1-1 0 0,0-1 1 0 0,1 1 0 0 0,-2-1-1 0 0,4-7 1 0 0,0-3 34 0 0,-1 1 1 0 0,0-1-1 0 0,-1 1 0 0 0,1-16 1 0 0,-2-5 46 0 0,-1 1 1 0 0,-2-1-1 0 0,-2 1 0 0 0,0 0 1 0 0,-3 0-1 0 0,-1 0 1 0 0,-1 0-1 0 0,-1 1 0 0 0,-2 0 1 0 0,-2 1-1 0 0,-1 1 0 0 0,-21-36 1 0 0,29 57-61 0 0,0 0 0 0 0,0 1 1 0 0,-1 0-1 0 0,0 0 0 0 0,0 0 1 0 0,-1 1-1 0 0,0 0 0 0 0,-1 1 1 0 0,-10-7-1 0 0,15 11-172 0 0,0-1 0 0 0,0 1-1 0 0,0 1 1 0 0,0-1 0 0 0,0 1-1 0 0,0-1 1 0 0,0 1 0 0 0,-1 0-1 0 0,1 1 1 0 0,-1-1 0 0 0,1 1 0 0 0,0 0-1 0 0,-1 0 1 0 0,1 0 0 0 0,-1 0-1 0 0,1 1 1 0 0,0 0 0 0 0,-1 0 0 0 0,1 0-1 0 0,0 1 1 0 0,0-1 0 0 0,0 1-1 0 0,0 0 1 0 0,-5 3 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35 6913 0 0,'-13'-19'459'0'0,"3"4"2066"0"0,9 15-2424 0 0,1 1-1 0 0,-1-1 1 0 0,1 1 0 0 0,0 0-1 0 0,-1-1 1 0 0,1 1 0 0 0,0-1-1 0 0,-1 1 1 0 0,1-1 0 0 0,0 1-1 0 0,0 0 1 0 0,0-1 0 0 0,-1 1 0 0 0,1 0-1 0 0,0-1 1 0 0,0 1 0 0 0,0 0-1 0 0,0-1 1 0 0,0 1 0 0 0,0 0-1 0 0,0-1 1 0 0,1 1 0 0 0,-1 0-1 0 0,0-1 1 0 0,0 1 0 0 0,0-1-1 0 0,1 2 1 0 0,2 40 881 0 0,20 215 2458 0 0,-17-216-3763 0 0,3 0 1 0 0,1-1-1 0 0,2 0 0 0 0,20 46 1 0 0,-17-54-5265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2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0 3225 0 0,'-2'0'76'0'0,"0"1"1"0"0,1-1-1 0 0,-1 0 1 0 0,0 1-1 0 0,1-1 1 0 0,-1 1-1 0 0,1 0 1 0 0,-1-1-1 0 0,1 1 1 0 0,-1 0-1 0 0,1 0 1 0 0,-1 0-1 0 0,1 0 1 0 0,0 0-1 0 0,0 0 1 0 0,-1 0-1 0 0,1 1 1 0 0,-1 1-1 0 0,-1-1 72 0 0,-24 24 538 0 0,2 1-1 0 0,0 2 1 0 0,2 0-1 0 0,1 1 1 0 0,1 2-1 0 0,-19 38 1 0 0,39-69-532 0 0,0 1 0 0 0,0-1 0 0 0,0 1-1 0 0,0-1 1 0 0,0 1 0 0 0,1 0 0 0 0,-1-1 0 0 0,0 1 0 0 0,1 0 0 0 0,-1 0 0 0 0,1-1 0 0 0,0 1 0 0 0,0 0 0 0 0,0 0 0 0 0,0 0 0 0 0,0-1 0 0 0,0 1 0 0 0,0 0 0 0 0,0 0 0 0 0,1 0-1 0 0,-1-1 1 0 0,1 1 0 0 0,-1 0 0 0 0,2 2 0 0 0,0-2 23 0 0,1 0 0 0 0,-1 0 0 0 0,0-1-1 0 0,1 1 1 0 0,0-1 0 0 0,-1 0 0 0 0,1 1-1 0 0,0-1 1 0 0,0 0 0 0 0,-1-1 0 0 0,1 1-1 0 0,0 0 1 0 0,0-1 0 0 0,4 1 0 0 0,22 1 328 0 0,-1 0 0 0 0,45-4 1 0 0,-18-1-4114 0 0,-45 2 2306 0 0,25-3-4171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5529 0 0,'1'-17'10344'0'0,"2"1"-7705"0"0,1-10-3541 0 0,-8 20 1064 0 0,4 6-119 0 0,0 0 0 0 0,0 0 0 0 0,0 0 0 0 0,1 0 0 0 0,-1 0 0 0 0,0 1 1 0 0,0-1-1 0 0,0 0 0 0 0,0 0 0 0 0,0 0 0 0 0,0 0 0 0 0,0 0 0 0 0,0 0 0 0 0,0 1 1 0 0,0-1-1 0 0,0 0 0 0 0,0 0 0 0 0,0 0 0 0 0,0 0 0 0 0,0 0 0 0 0,0 1 0 0 0,0-1 0 0 0,0 0 1 0 0,0 0-1 0 0,0 0 0 0 0,0 0 0 0 0,0 0 0 0 0,-1 0 0 0 0,1 1 0 0 0,0-1 0 0 0,0 0 0 0 0,0 0 87 0 0,0 0-87 0 0,0 0 0 0 0,0 0 0 0 0,0 0 0 0 0,-1 0 0 0 0,1 1 0 0 0,0-1 1 0 0,0 0-1 0 0,0 0 0 0 0,0 0 0 0 0,0 0 0 0 0,0 0 0 0 0,-1 0 0 0 0,1 0 0 0 0,0 0 1 0 0,0 0-1 0 0,0 0 0 0 0,0 0 0 0 0,0 0 0 0 0,-1 0 0 0 0,1 0 0 0 0,0 0 0 0 0,0 0 0 0 0,0 0 1 0 0,0 0-1 0 0,0 0 0 0 0,-1 0 0 0 0,1 0 0 0 0,0 0 0 0 0,0-1 0 0 0,0 1 0 0 0,0 0 0 0 0,0 11 6 0 0,1 0-1 0 0,0 0 1 0 0,1 0-1 0 0,0 0 1 0 0,0 0-1 0 0,1-1 1 0 0,1 1-1 0 0,0-1 1 0 0,0 0-1 0 0,1 0 1 0 0,0 0-1 0 0,9 12 1 0 0,-1-3-40 0 0,0-1 1 0 0,1 0 0 0 0,1 0-1 0 0,1-2 1 0 0,22 20 0 0 0,-28-29 2 0 0,0 1 1 0 0,1-1-1 0 0,0-1 1 0 0,0 0-1 0 0,0-1 0 0 0,1 0 1 0 0,-1-1-1 0 0,20 5 1 0 0,-28-8-2 0 0,0 0 0 0 0,0-1 0 0 0,1 1 0 0 0,-1-1 0 0 0,0 0 0 0 0,0 0 0 0 0,1 0 0 0 0,-1 0 0 0 0,0 0 1 0 0,0-1-1 0 0,1 0 0 0 0,-1 1 0 0 0,0-1 0 0 0,0 0 0 0 0,0-1 0 0 0,0 1 0 0 0,0 0 0 0 0,0-1 0 0 0,0 0 0 0 0,-1 0 0 0 0,1 0 0 0 0,-1 0 0 0 0,1 0 0 0 0,-1 0 0 0 0,0 0 0 0 0,1-1 0 0 0,-1 0 1 0 0,-1 1-1 0 0,1-1 0 0 0,0 0 0 0 0,-1 0 0 0 0,1 0 0 0 0,-1 0 0 0 0,0 0 0 0 0,0 0 0 0 0,2-6 0 0 0,0-5 40 0 0,-1 0 0 0 0,0 0 0 0 0,-1 0 1 0 0,-1-1-1 0 0,-1-25 0 0 0,-17-74-390 0 0,4 29-513 0 0,9 39-591 0 0,3 0-3312 0 0,2-2-1615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9674 0 0,'-2'7'155'0'0,"-1"-1"-1"0"0,1 1 1 0 0,1 0-1 0 0,-1 0 1 0 0,1 0-1 0 0,1 0 1 0 0,-1 0-1 0 0,1 0 1 0 0,1 14-1 0 0,3 6 414 0 0,10 35 0 0 0,-4-19 120 0 0,-3-15-458 0 0,13 35 1 0 0,-10-34-1974 0 0,-8-22 1008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6913 0 0,'-1'1'11'0'0,"0"-1"0"0"0,0 1-1 0 0,0 0 1 0 0,0-1 0 0 0,0 1 0 0 0,0 0-1 0 0,0-1 1 0 0,0 1 0 0 0,0 0-1 0 0,1 0 1 0 0,-1 0 0 0 0,0 0-1 0 0,1 0 1 0 0,-1 0 0 0 0,1 0-1 0 0,-1 0 1 0 0,1 0 0 0 0,-1 0-1 0 0,1 0 1 0 0,0 0 0 0 0,-1 1-1 0 0,1-1 1 0 0,0 0 0 0 0,0 0-1 0 0,0 0 1 0 0,0 0 0 0 0,0 1-1 0 0,0-1 1 0 0,1 2 0 0 0,5 45-1382 0 0,-4-35 1124 0 0,-1-5 104 0 0,0 0 1 0 0,1 0-1 0 0,-1 0 1 0 0,2 0-1 0 0,-1 0 1 0 0,1 0-1 0 0,0-1 1 0 0,1 1-1 0 0,0-1 0 0 0,0 0 1 0 0,1 0-1 0 0,-1 0 1 0 0,2-1-1 0 0,-1 0 1 0 0,1 0-1 0 0,9 9 1 0 0,-2-7 142 0 0</inkml:trace>
  <inkml:trace contextRef="#ctx0" brushRef="#br0" timeOffset="1">485 223 2304 0 0,'5'-2'198'0'0,"0"1"0"0"0,1 0 0 0 0,-1 0-1 0 0,0 0 1 0 0,1 1 0 0 0,-1 0-1 0 0,1 0 1 0 0,-1 0 0 0 0,0 1-1 0 0,1-1 1 0 0,-1 1 0 0 0,0 1-1 0 0,1-1 1 0 0,-1 1 0 0 0,0 0-1 0 0,0 0 1 0 0,0 0 0 0 0,0 1-1 0 0,-1 0 1 0 0,1 0 0 0 0,-1 0 0 0 0,0 0-1 0 0,1 1 1 0 0,-2-1 0 0 0,8 9-1 0 0,1 4 347 0 0,-1 0 1 0 0,0 1-1 0 0,-2 0 0 0 0,12 28 0 0 0,-12-26-135 0 0,0 0 1 0 0,2 0-1 0 0,18 26 1 0 0,-29-45-385 0 0,1 1 0 0 0,-1-1 0 0 0,0 1 1 0 0,0-1-1 0 0,1 1 0 0 0,-1-1 0 0 0,1 0 1 0 0,-1 1-1 0 0,0-1 0 0 0,1 0 0 0 0,-1 1 1 0 0,1-1-1 0 0,-1 0 0 0 0,1 1 0 0 0,-1-1 1 0 0,1 0-1 0 0,-1 0 0 0 0,1 0 0 0 0,-1 1 1 0 0,1-1-1 0 0,-1 0 0 0 0,1 0 0 0 0,-1 0 1 0 0,1 0-1 0 0,-1 0 0 0 0,1 0 0 0 0,-1 0 1 0 0,1 0-1 0 0,0 0 0 0 0,10-15 587 0 0,0-40 289 0 0,-7 33-539 0 0,-4 21-351 0 0,31-101 532 0 0,-27 91-478 0 0,1 0 0 0 0,0 0 0 0 0,0 1 0 0 0,2-1 0 0 0,-1 1-1 0 0,14-16 1 0 0,-18 24-51 0 0,0 0 1 0 0,-1 1-1 0 0,1-1 0 0 0,0 1 0 0 0,-1 0 0 0 0,1-1 0 0 0,0 1 0 0 0,0 0 0 0 0,0 0 1 0 0,0 0-1 0 0,0 1 0 0 0,0-1 0 0 0,1 0 0 0 0,-1 1 0 0 0,0-1 0 0 0,0 1 1 0 0,0 0-1 0 0,1 0 0 0 0,-1-1 0 0 0,0 2 0 0 0,0-1 0 0 0,1 0 0 0 0,-1 0 0 0 0,0 1 1 0 0,0-1-1 0 0,0 1 0 0 0,0 0 0 0 0,1-1 0 0 0,-1 1 0 0 0,0 0 0 0 0,0 0 0 0 0,-1 1 1 0 0,1-1-1 0 0,0 0 0 0 0,2 3 0 0 0,6 4-878 0 0,0 1 1 0 0,-1 1-1 0 0,0-1 0 0 0,12 19 1 0 0,-20-26 535 0 0,17 22-4529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0 9218 0 0,'0'0'707'0'0,"-10"22"818"0"0,-20 75-797 0 0,4 1 0 0 0,4 1 0 0 0,5 1 1 0 0,-6 120-1 0 0,18 407 1266 0 0,9-512-1154 0 0,25 158 1 0 0,-22-234-614 0 0,2 0 1 0 0,1 0 0 0 0,2 0-1 0 0,2-2 1 0 0,1 0 0 0 0,2 0-1 0 0,34 55 1 0 0,-40-78-114 0 0,0 0 0 0 0,1-1 1 0 0,0 0-1 0 0,1-1 0 0 0,0 0 0 0 0,1-1 0 0 0,1 0 1 0 0,0-2-1 0 0,29 16 0 0 0,-35-21-145 0 0,0-1 0 0 0,0 1 1 0 0,0-2-1 0 0,1 1 0 0 0,-1-1 0 0 0,1-1 1 0 0,0 1-1 0 0,15-1 0 0 0,-19-2-196 0 0,1 1-1 0 0,-1-1 0 0 0,1-1 0 0 0,-1 1 1 0 0,0-1-1 0 0,0 0 0 0 0,1 0 0 0 0,-1-1 1 0 0,-1 0-1 0 0,1 0 0 0 0,0 0 0 0 0,-1 0 1 0 0,9-8-1 0 0,5-7-6458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40 139 5985 0 0,'-2'0'217'0'0,"1"1"-1"0"0,-1 0 1 0 0,1-1-1 0 0,-1 1 1 0 0,0-1-1 0 0,1 1 1 0 0,-1-1-1 0 0,0 0 1 0 0,0 1-1 0 0,1-1 1 0 0,-1 0 0 0 0,0 0-1 0 0,0-1 1 0 0,1 1-1 0 0,-1 0 1 0 0,0 0-1 0 0,1-1 1 0 0,-1 1-1 0 0,-2-2 1 0 0,4 2-165 0 0,-1 0 1 0 0,1 0-1 0 0,0-1 0 0 0,0 1 1 0 0,-1 0-1 0 0,1 0 1 0 0,0 0-1 0 0,0-1 0 0 0,0 1 1 0 0,-1 0-1 0 0,1 0 1 0 0,0-1-1 0 0,0 1 1 0 0,0 0-1 0 0,0 0 0 0 0,0-1 1 0 0,0 1-1 0 0,-1 0 1 0 0,1 0-1 0 0,0-1 1 0 0,0 1-1 0 0,0 0 0 0 0,0-1 1 0 0,0 1-1 0 0,0 0 1 0 0,0-1-1 0 0,0 1 1 0 0,0 0-1 0 0,0 0 0 0 0,0-1 1 0 0,1 1-1 0 0,-1 0 1 0 0,0-1-1 0 0,0 1 1 0 0,0 0-1 0 0,0-1 0 0 0,19-12 1113 0 0,59-16 1650 0 0,88-22 1 0 0,-125 40-2199 0 0,-1 1 0 0 0,51-4 0 0 0,-69 13-1068 0 0,44 2 0 0 0,-50 0-894 0 0,0 2-1 0 0,0 0 0 0 0,22 7 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34 6913 0 0,'-23'-33'8994'0'0,"30"57"-7755"0"0,13 86 172 0 0,-5 0 0 0 0,1 142 0 0 0,-12-155-1140 0 0,22 234 260 0 0,-16-255-954 0 0,3 0 1 0 0,30 96 0 0 0,-27-128-1223 0 0,-4-16-4146 0 0,-4-15-29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58 3225 0 0,'-1'0'320'0'0,"0"3"111"0"0,0 0-1 0 0,0 0 1 0 0,0 0 0 0 0,0 0 0 0 0,1 0 0 0 0,0 1 0 0 0,0 5 0 0 0,-1-8-292 0 0,1 30 896 0 0,1 1-1 0 0,1 0 1 0 0,12 55 0 0 0,32 91 807 0 0,-46-178-1841 0 0,4 18 168 0 0,2-1 0 0 0,0 0 0 0 0,1-1 0 0 0,1 0 0 0 0,0 0-1 0 0,1 0 1 0 0,16 21 0 0 0,-21-33-89 0 0,0 1 0 0 0,0-1 1 0 0,1 1-1 0 0,-1-2 0 0 0,1 1 0 0 0,0 0 0 0 0,0-1 0 0 0,0 0 0 0 0,0 0 0 0 0,0 0 1 0 0,1-1-1 0 0,-1 0 0 0 0,1 0 0 0 0,0 0 0 0 0,0 0 0 0 0,-1-1 0 0 0,1 0 0 0 0,0-1 1 0 0,0 1-1 0 0,0-1 0 0 0,0 0 0 0 0,0-1 0 0 0,0 1 0 0 0,0-1 0 0 0,0 0 0 0 0,6-2 1 0 0,-6 1 2 0 0,0 0 1 0 0,0 0 0 0 0,-1-1 0 0 0,1 0 0 0 0,-1 0 0 0 0,1 0 0 0 0,-1-1 0 0 0,0 1-1 0 0,0-1 1 0 0,0 0 0 0 0,-1-1 0 0 0,0 1 0 0 0,6-7 0 0 0,-5 2-33 0 0,0 1 0 0 0,0-1 0 0 0,0 0 0 0 0,-1 0 0 0 0,-1 0 0 0 0,1 0 0 0 0,3-18 0 0 0,-4 5 8 0 0,0-1 0 0 0,-1 1 0 0 0,-2-1 0 0 0,0 1 1 0 0,-1-1-1 0 0,-8-38 0 0 0,3 32 10 0 0,-1 1 0 0 0,-2 0-1 0 0,-17-40 1 0 0,20 55-74 0 0,-1 0-1 0 0,0 0 1 0 0,-1 0-1 0 0,0 1 1 0 0,-1 0-1 0 0,0 1 0 0 0,-1 0 1 0 0,-19-17-1 0 0,24 24-244 0 0,-1 0-1 0 0,0 0 0 0 0,0 1 0 0 0,0 0 1 0 0,-1 0-1 0 0,1 0 0 0 0,-1 1 1 0 0,1 0-1 0 0,-1 0 0 0 0,0 1 0 0 0,0 0 1 0 0,0 0-1 0 0,0 1 0 0 0,0-1 1 0 0,0 2-1 0 0,1-1 0 0 0,-1 1 0 0 0,0 0 1 0 0,0 0-1 0 0,-8 3 0 0 0,-2 3-4779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10594 0 0,'7'-8'531'0'0,"-4"5"-116"0"0,1-1-1 0 0,-1 1 1 0 0,0 0-1 0 0,1 0 1 0 0,-1 1-1 0 0,6-4 1 0 0,-7 5-256 0 0,1 0 1 0 0,-1 1 0 0 0,0-1-1 0 0,0 1 1 0 0,0 0-1 0 0,0-1 1 0 0,0 1 0 0 0,0 0-1 0 0,1 0 1 0 0,-1 0-1 0 0,0 0 1 0 0,0 1 0 0 0,0-1-1 0 0,0 1 1 0 0,0-1-1 0 0,0 1 1 0 0,3 1 0 0 0,3 2 93 0 0,0 1 0 0 0,0-1 1 0 0,0 2-1 0 0,-1-1 1 0 0,1 1-1 0 0,-1 0 0 0 0,-1 1 1 0 0,1-1-1 0 0,-1 1 0 0 0,-1 1 1 0 0,7 9-1 0 0,10 16 216 0 0,19 45 0 0 0,-35-67-368 0 0,38 85 149 0 0,-4 3 0 0 0,-4 0 0 0 0,37 176 0 0 0,-61-220-212 0 0,-4 0-1 0 0,-1 1 0 0 0,-3 0 1 0 0,-5 96-1 0 0,-3-110 40 0 0,-2 0 0 0 0,-1-1 0 0 0,-3 0 0 0 0,-1 0 0 0 0,-2-1 0 0 0,-35 73 0 0 0,35-86-77 0 0,4-7-94 0 0,-2 1 0 0 0,0-1 0 0 0,-16 21 0 0 0,16-34-1983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51 218 5985 0 0,'-7'-3'215'0'0,"-19"-7"2154"0"0,9 12 2053 0 0,17 0-4240 0 0,0 0 0 0 0,0 0 0 0 0,0 0 0 0 0,0 0 0 0 0,0 0 0 0 0,1-1 0 0 0,-1 1 0 0 0,0 0 0 0 0,1 0 0 0 0,0 0 0 0 0,-1 0 0 0 0,1-1 0 0 0,0 1 0 0 0,1 2 0 0 0,0 1 58 0 0,82 195 2510 0 0,-65-164-2477 0 0,0-1 0 0 0,2-1 0 0 0,37 45 0 0 0,-48-67-231 0 0,0-1 1 0 0,1-1-1 0 0,1 0 1 0 0,-1 0-1 0 0,2-1 0 0 0,20 12 1 0 0,-28-18 10 0 0,0 0 1 0 0,1-1-1 0 0,-1 1 1 0 0,1-1-1 0 0,0 0 0 0 0,-1-1 1 0 0,1 1-1 0 0,0-1 1 0 0,0-1-1 0 0,0 1 1 0 0,0-1-1 0 0,0 0 0 0 0,0 0 1 0 0,0 0-1 0 0,0-1 1 0 0,0 0-1 0 0,0 0 1 0 0,0-1-1 0 0,8-3 1 0 0,-11 3 0 0 0,0 0 0 0 0,0 0 1 0 0,0 0-1 0 0,0-1 0 0 0,0 0 1 0 0,-1 1-1 0 0,1-1 0 0 0,-1 0 1 0 0,0 0-1 0 0,0-1 0 0 0,0 1 1 0 0,0 0-1 0 0,0-1 0 0 0,-1 1 1 0 0,1-1-1 0 0,-1 1 0 0 0,0-1 1 0 0,0 0-1 0 0,-1 0 0 0 0,1-4 1 0 0,2-12 55 0 0,-2 0 0 0 0,-2-32 0 0 0,1 35-41 0 0,-18-162 202 0 0,11 137-311 0 0,2 0 0 0 0,2 0-1 0 0,1-1 1 0 0,3 1 0 0 0,5-43-1 0 0,-5 80-145 0 0,0 0 0 0 0,0 1 0 0 0,1-1 0 0 0,-1 1 0 0 0,1-1 0 0 0,0 1-1 0 0,1-1 1 0 0,-1 1 0 0 0,1 0 0 0 0,5-7 0 0 0,1 2-1029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0,'3'0'6149'0'0,"7"7"-2442"0"0,-8 0-2991 0 0,19 98 1513 0 0,-14-61-3024 0 0,19 62 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10594 0 0,'-1'1'88'0'0,"1"-1"0"0"0,0 1 1 0 0,-1 0-1 0 0,1-1 0 0 0,0 1 0 0 0,-1 0 0 0 0,1-1 0 0 0,0 1 0 0 0,0 0 0 0 0,-1-1 0 0 0,1 1 0 0 0,0 0 1 0 0,0-1-1 0 0,0 1 0 0 0,0 0 0 0 0,0-1 0 0 0,0 1 0 0 0,0 0 0 0 0,0 0 0 0 0,0-1 0 0 0,1 1 0 0 0,-1 0 1 0 0,0-1-1 0 0,0 1 0 0 0,1 0 0 0 0,-1-1 0 0 0,1 2 0 0 0,4 15-856 0 0,14 29-2619 0 0,15 15 3193 0 0,-22-39 46 0 0,-2-3 82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63 4145 0 0,'-1'-2'106'0'0,"1"0"1"0"0,-1 0-1 0 0,1-1 0 0 0,-1 1 1 0 0,1 0-1 0 0,0 0 0 0 0,0 0 1 0 0,0 0-1 0 0,0 0 0 0 0,0 0 1 0 0,0 0-1 0 0,1 0 1 0 0,-1 0-1 0 0,1 0 0 0 0,0 0 1 0 0,-1 0-1 0 0,1 0 0 0 0,0 0 1 0 0,0 0-1 0 0,0 0 0 0 0,0 0 1 0 0,0 1-1 0 0,3-3 0 0 0,-4 3 17 0 0,1 0-1 0 0,0 0 1 0 0,0 0-1 0 0,0 0 1 0 0,0 0-1 0 0,0 0 0 0 0,0 1 1 0 0,0-1-1 0 0,0 0 1 0 0,0 1-1 0 0,0-1 1 0 0,0 0-1 0 0,0 1 0 0 0,1 0 1 0 0,-1-1-1 0 0,0 1 1 0 0,0 0-1 0 0,1 0 1 0 0,-1-1-1 0 0,0 1 0 0 0,0 0 1 0 0,1 0-1 0 0,-1 0 1 0 0,0 0-1 0 0,0 1 1 0 0,1-1-1 0 0,-1 0 0 0 0,0 1 1 0 0,0-1-1 0 0,0 0 1 0 0,1 1-1 0 0,-1-1 1 0 0,0 1-1 0 0,0 0 0 0 0,0-1 1 0 0,0 1-1 0 0,0 0 1 0 0,0 0-1 0 0,2 2 0 0 0,10 10 241 0 0,-1 2 0 0 0,-1 0-1 0 0,0 0 1 0 0,0 1-1 0 0,-2 0 1 0 0,14 32-1 0 0,30 109 2093 0 0,-49-143-2430 0 0,-4-13-20 0 0,0 0 0 0 0,0 1 0 0 0,0-1 0 0 0,1 0 0 0 0,-1 0 0 0 0,0 0 0 0 0,1 0 0 0 0,-1 0 0 0 0,1 0 0 0 0,-1 0 0 0 0,1 0 0 0 0,-1 0 0 0 0,1 0 0 0 0,0 0 0 0 0,0 0 0 0 0,-1 0 0 0 0,1-1 0 0 0,0 1 0 0 0,1 1 0 0 0,-1-3 5 0 0,-1 1-1 0 0,1 0 1 0 0,0 0-1 0 0,-1-1 1 0 0,1 1-1 0 0,-1 0 1 0 0,1-1 0 0 0,-1 1-1 0 0,1 0 1 0 0,-1-1-1 0 0,1 1 1 0 0,-1-1-1 0 0,0 1 1 0 0,1-1-1 0 0,-1 1 1 0 0,0-1 0 0 0,1 1-1 0 0,-1-1 1 0 0,0 1-1 0 0,1-1 1 0 0,-1 1-1 0 0,0-1 1 0 0,0 1-1 0 0,0-2 1 0 0,13-46 503 0 0,-13 48-508 0 0,7-47 584 0 0,10-42 514 0 0,-15 81-1034 0 0,0 1-1 0 0,0-1 1 0 0,1 1 0 0 0,1 0-1 0 0,-1 0 1 0 0,1 0 0 0 0,0 0-1 0 0,8-10 1 0 0,-11 17-108 0 0,-1-1 1 0 0,1 0-1 0 0,0 0 1 0 0,-1 1-1 0 0,1-1 1 0 0,0 0-1 0 0,-1 1 0 0 0,1-1 1 0 0,0 1-1 0 0,0-1 1 0 0,-1 1-1 0 0,1-1 1 0 0,0 1-1 0 0,0 0 1 0 0,0-1-1 0 0,0 1 1 0 0,0 0-1 0 0,0 0 0 0 0,0 0 1 0 0,-1-1-1 0 0,1 1 1 0 0,0 0-1 0 0,0 0 1 0 0,0 0-1 0 0,0 1 1 0 0,0-1-1 0 0,0 0 0 0 0,0 0 1 0 0,0 0-1 0 0,0 1 1 0 0,-1-1-1 0 0,1 0 1 0 0,0 1-1 0 0,0-1 1 0 0,0 1-1 0 0,0-1 0 0 0,-1 1 1 0 0,1-1-1 0 0,0 1 1 0 0,-1 0-1 0 0,1-1 1 0 0,0 2-1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11058 0 0,'13'-12'267'0'0,"0"1"0"0"0,0 1-1 0 0,1 0 1 0 0,16-8 0 0 0,-11 8-1238 0 0,1 0 1 0 0,34-11 0 0 0,-43 17 762 0 0,-1 1 0 0 0,1 1 0 0 0,0 0 1 0 0,14-1-1 0 0,-1 4 208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 10594 0 0,'-13'13'472'0'0,"10"-9"96"0"0,1-1-455 0 0,0 1-113 0 0,4-3 0 0 0,0 1 0 0 0,3-2-1145 0 0,4 0-247 0 0,7-3-48 0 0,7-4-17 0 0,8-6 1185 0 0,-4-5 272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176 314 1376 0 0,'-15'-28'2073'0'0,"-5"-8"16"0"0,5 7 364 0 0,-23-32 0 0 0,34 54-1827 0 0,-1 1-1 0 0,0 0 0 0 0,0 0 0 0 0,0 1 1 0 0,-1-1-1 0 0,0 1 0 0 0,0 1 1 0 0,0-1-1 0 0,-1 1 0 0 0,-11-6 0 0 0,17 9-565 0 0,1 1-1 0 0,0 0 0 0 0,-1 0 0 0 0,1 0 1 0 0,0 0-1 0 0,-1-1 0 0 0,1 1 0 0 0,-1 0 1 0 0,1 0-1 0 0,0 0 0 0 0,-1 0 0 0 0,1 0 1 0 0,0 0-1 0 0,-1 0 0 0 0,1 0 0 0 0,-1 0 1 0 0,1 0-1 0 0,0 0 0 0 0,-1 0 0 0 0,1 1 1 0 0,-1-1-1 0 0,1 0 0 0 0,0 0 0 0 0,-1 0 0 0 0,1 0 1 0 0,0 1-1 0 0,-1-1 0 0 0,1 0 0 0 0,0 0 1 0 0,0 1-1 0 0,-1-1 0 0 0,1 0 0 0 0,0 0 1 0 0,0 1-1 0 0,-1-1 0 0 0,1 0 0 0 0,0 1 1 0 0,0-1-1 0 0,0 0 0 0 0,-1 1 0 0 0,0 21 726 0 0,11 23-447 0 0,5 0-278 0 0,2-1 1 0 0,27 49-1 0 0,54 81 49 0 0,-95-170-108 0 0,31 52 89 0 0,75 93 1 0 0,-86-122-45 0 0,1 0 0 0 0,2-3 0 0 0,0 0-1 0 0,59 41 1 0 0,-82-64-25 0 0,-1 1 0 0 0,1 0 0 0 0,0-1 0 0 0,0 1 0 0 0,-1-1 0 0 0,1 0 0 0 0,0 0 0 0 0,0 0 0 0 0,0 0 0 0 0,0-1 0 0 0,0 1 0 0 0,0-1 0 0 0,6 0 0 0 0,-8 0-5 0 0,1-1-1 0 0,-1 1 1 0 0,1-1-1 0 0,0 0 1 0 0,-1 0-1 0 0,0 1 1 0 0,1-1-1 0 0,-1 0 1 0 0,0 0-1 0 0,1-1 1 0 0,-1 1-1 0 0,0 0 1 0 0,0 0-1 0 0,0-1 1 0 0,0 1-1 0 0,0 0 1 0 0,0-1-1 0 0,0 1 1 0 0,0-1-1 0 0,-1 1 1 0 0,1-1-1 0 0,-1 0 0 0 0,1 1 1 0 0,-1-1-1 0 0,0 1 1 0 0,1-3-1 0 0,2-13 68 0 0,0 0 0 0 0,-2 1 0 0 0,0-1 0 0 0,0 0 0 0 0,-2 0 0 0 0,-2-17 0 0 0,-22-104 87 0 0,20 111-139 0 0,-35-127 42 0 0,-4-23-127 0 0,38 144-484 0 0,2 1 0 0 0,0-1-1 0 0,2-47 1 0 0,6 42-1668 0 0,2 7-4688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 6913 0 0,'0'1'9'0'0,"-1"-1"0"0"0,1 0-1 0 0,-1 0 1 0 0,1 1 0 0 0,0-1-1 0 0,-1 0 1 0 0,1 1-1 0 0,0-1 1 0 0,-1 1 0 0 0,1-1-1 0 0,0 0 1 0 0,0 1-1 0 0,-1-1 1 0 0,1 1 0 0 0,0-1-1 0 0,0 1 1 0 0,0-1 0 0 0,-1 1-1 0 0,1-1 1 0 0,0 1-1 0 0,0-1 1 0 0,0 1 0 0 0,0-1-1 0 0,0 1 1 0 0,0-1-1 0 0,0 1 1 0 0,0-1 0 0 0,0 1-1 0 0,0-1 1 0 0,1 2 0 0 0,1 23-873 0 0,-1-17 902 0 0,2 13 406 0 0,0 0 1 0 0,2 0 0 0 0,0 0 0 0 0,1 0-1 0 0,1-1 1 0 0,1 0 0 0 0,1 0-1 0 0,14 23 1 0 0,-18-34-264 0 0,1-1 1 0 0,0-1-1 0 0,0 1 0 0 0,1-1 1 0 0,0 0-1 0 0,0 0 0 0 0,1-1 1 0 0,-1 0-1 0 0,10 5 0 0 0,-11-8 5 0 0,0 0-1 0 0,0 0 1 0 0,0-1 0 0 0,0 0-1 0 0,1 0 1 0 0,-1 0-1 0 0,1-1 1 0 0,-1 0-1 0 0,1-1 1 0 0,-1 1 0 0 0,1-1-1 0 0,-1 0 1 0 0,1-1-1 0 0,10-2 1 0 0,-12 3-125 0 0,-1-1 0 0 0,0 0 1 0 0,0 0-1 0 0,0-1 0 0 0,0 1 1 0 0,-1-1-1 0 0,1 0 0 0 0,0 0 1 0 0,-1 0-1 0 0,1 0 0 0 0,-1-1 1 0 0,0 1-1 0 0,1-1 0 0 0,-1 0 1 0 0,-1 0-1 0 0,1 0 0 0 0,0 0 0 0 0,-1-1 1 0 0,1 1-1 0 0,-1-1 0 0 0,0 1 1 0 0,0-1-1 0 0,-1 0 0 0 0,1 0 1 0 0,-1 0-1 0 0,0 0 0 0 0,0 0 1 0 0,0 0-1 0 0,0 0 0 0 0,-1 0 1 0 0,0 0-1 0 0,0-5 0 0 0,0-2 45 0 0,-1 0 0 0 0,0 0-1 0 0,-1 0 1 0 0,-1 0 0 0 0,1 0-1 0 0,-2 1 1 0 0,1-1 0 0 0,-2 1-1 0 0,1 0 1 0 0,-13-19 0 0 0,7 14-402 0 0,0-1 1 0 0,-2 1 0 0 0,0 1-1 0 0,0 0 1 0 0,-1 1-1 0 0,-1 0 1 0 0,-20-14 0 0 0,19 18-5456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3857 0 0,'1'9'207'0'0,"0"1"0"0"0,1-1 0 0 0,0 1 0 0 0,0-1 0 0 0,1 0 1 0 0,1 0-1 0 0,-1 0 0 0 0,2 0 0 0 0,-1-1 0 0 0,1 1 0 0 0,0-1 0 0 0,12 14 0 0 0,-4-7 347 0 0,0-1 0 0 0,1 0-1 0 0,0-1 1 0 0,1 0 0 0 0,23 15-1 0 0,-37-28-506 0 0,0 1-1 0 0,0 0 0 0 0,0 0 0 0 0,0-1 0 0 0,1 1 0 0 0,-1 0 0 0 0,0-1 0 0 0,0 0 0 0 0,1 1 1 0 0,-1-1-1 0 0,0 0 0 0 0,1 1 0 0 0,-1-1 0 0 0,0 0 0 0 0,1 0 0 0 0,-1 0 0 0 0,0 0 1 0 0,1 0-1 0 0,-1 0 0 0 0,0-1 0 0 0,1 1 0 0 0,-1 0 0 0 0,0-1 0 0 0,0 1 0 0 0,1-1 0 0 0,1 0 1 0 0,-1-1-6 0 0,0 0 1 0 0,0 0 0 0 0,0 0-1 0 0,-1 0 1 0 0,1-1 0 0 0,0 1 0 0 0,-1 0-1 0 0,1-1 1 0 0,-1 1 0 0 0,0-1 0 0 0,0 0-1 0 0,1-2 1 0 0,2-10-11 0 0,0-1 1 0 0,-1 0-1 0 0,1-22 0 0 0,-4 37-28 0 0,2-64-89 0 0,-3 49 246 0 0,1-1-1 0 0,1 0 1 0 0,1 1-1 0 0,0-1 1 0 0,8-28 0 0 0,-10 43-109 0 0,1 0 1 0 0,-1 0-1 0 0,1 1 1 0 0,0-1 0 0 0,-1 1-1 0 0,1-1 1 0 0,0 1-1 0 0,0-1 1 0 0,0 1 0 0 0,0-1-1 0 0,0 1 1 0 0,0-1-1 0 0,0 1 1 0 0,1 0 0 0 0,-1 0-1 0 0,0 0 1 0 0,1 0-1 0 0,-1 0 1 0 0,1 0 0 0 0,-1 0-1 0 0,1 0 1 0 0,-1 1-1 0 0,1-1 1 0 0,1 0 0 0 0,-1 1 16 0 0,0 0 0 0 0,0 1 0 0 0,0-1 0 0 0,0 1 0 0 0,-1-1 0 0 0,1 1 1 0 0,0 0-1 0 0,0-1 0 0 0,-1 1 0 0 0,1 0 0 0 0,0 0 0 0 0,-1 0 0 0 0,1 1 0 0 0,-1-1 1 0 0,0 0-1 0 0,1 0 0 0 0,-1 1 0 0 0,0-1 0 0 0,0 1 0 0 0,2 3 0 0 0,13 18 391 0 0,-2 1-1 0 0,13 30 1 0 0,11 20-410 0 0,37 40-1088 0 0,-19-44-2661 0 0,-41-55-811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18 3225 0 0,'-12'-17'1832'0'0,"10"26"1859"0"0,11 34-496 0 0,16 27-1644 0 0,4-1 0 0 0,54 96 0 0 0,-57-115-1247 0 0,12 22-52 0 0,-8-18-346 0 0,36 91 0 0 0,-39-67-4769 0 0,-16-43-341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0 307 9674 0 0,'0'-5'424'0'0,"2"-1"96"0"0,0 1-416 0 0,1-2-104 0 0,1 1 0 0 0,-1 1 0 0 0,3-2 480 0 0,5-8 65 0 0,6-6 23 0 0,10-11 0 0 0,4-6-280 0 0,-1 4-64 0 0,4 0 0 0 0,-1 1-8 0 0,-1 3-136 0 0,2 1-80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58 7834 0 0,'0'-4'374'0'0,"0"0"0"0"0,-1 0 0 0 0,0 0 0 0 0,1-1 0 0 0,-1 1 0 0 0,-1 1 0 0 0,1-1 0 0 0,-1 0 0 0 0,1 0 0 0 0,-4-4 0 0 0,5 7-286 0 0,-1 1 1 0 0,1-1-1 0 0,0 0 0 0 0,-1 1 1 0 0,1-1-1 0 0,-1 1 1 0 0,0-1-1 0 0,1 1 1 0 0,-1-1-1 0 0,1 1 1 0 0,-1-1-1 0 0,0 1 0 0 0,1 0 1 0 0,-1-1-1 0 0,0 1 1 0 0,1 0-1 0 0,-1 0 1 0 0,0-1-1 0 0,0 1 1 0 0,1 0-1 0 0,-1 0 0 0 0,0 0 1 0 0,-1 0-1 0 0,1 0 7 0 0,0 1 1 0 0,-1 0-1 0 0,1-1 0 0 0,0 1 0 0 0,-1 0 0 0 0,1-1 0 0 0,0 1 1 0 0,0 0-1 0 0,0 0 0 0 0,0 0 0 0 0,0 0 0 0 0,0 0 1 0 0,0 1-1 0 0,0-1 0 0 0,0 0 0 0 0,0 0 0 0 0,0 2 0 0 0,-6 9 199 0 0,1 1-1 0 0,1-1 1 0 0,0 1-1 0 0,1 0 1 0 0,-4 20-1 0 0,-9 71 342 0 0,14-77-466 0 0,-12 87 186 0 0,2 160 0 0 0,14-214-243 0 0,3 0 1 0 0,3-1-1 0 0,2 0 1 0 0,24 87-1 0 0,-29-136-115 0 0,-1 1 0 0 0,1-1 1 0 0,0 0-1 0 0,1-1 0 0 0,0 1 0 0 0,1-1 0 0 0,0 0 0 0 0,0 0 0 0 0,8 8 1 0 0,-10-14-1 0 0,-1 0 1 0 0,0 0 0 0 0,1 0 0 0 0,0 0 0 0 0,0-1 0 0 0,0 0 0 0 0,0 0 0 0 0,0 0 0 0 0,0 0 0 0 0,0 0 0 0 0,1-1 0 0 0,-1 0 0 0 0,0 0 0 0 0,1 0 0 0 0,-1-1 0 0 0,1 1 0 0 0,0-1 0 0 0,-1 0 0 0 0,1 0 0 0 0,-1-1 0 0 0,1 1 0 0 0,-1-1 0 0 0,8-2 0 0 0,1-2 5 0 0,0 0 0 0 0,-1-1 0 0 0,0 0 0 0 0,0-1 0 0 0,0 0 0 0 0,-1 0 0 0 0,0-2 0 0 0,0 1 0 0 0,-1-1 0 0 0,0-1 0 0 0,-1 0 0 0 0,0 0 0 0 0,-1-1 0 0 0,11-17 0 0 0,-3 1 28 0 0,-1-1 0 0 0,-1 0-1 0 0,-1-1 1 0 0,-2 0 0 0 0,9-38-1 0 0,-13 34 113 0 0,-1 0 0 0 0,-1-1 0 0 0,-3 0-1 0 0,0 0 1 0 0,-2 0 0 0 0,-2 0 0 0 0,-1 0-1 0 0,-10-47 1 0 0,1 29 36 0 0,-3 0-1 0 0,-1 1 0 0 0,-3 0 0 0 0,-40-75 1 0 0,12 47-787 0 0,47 73-510 0 0,4 7 115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2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43 5065 0 0,'-7'-1'639'0'0,"1"0"0"0"0,0 1-1 0 0,-1-1 1 0 0,1 1 0 0 0,-1 0 0 0 0,1 1 0 0 0,-1 0 0 0 0,1 0-1 0 0,0 0 1 0 0,-1 0 0 0 0,-8 4 0 0 0,39 3 2336 0 0,10-10-1676 0 0,47-8 1 0 0,-46 5-625 0 0,49-1 1 0 0,-60 6-630 0 0,0 1-246 0 0,0-1-1 0 0,0-1 1 0 0,-1-1-1 0 0,1-1 1 0 0,0-1-1 0 0,40-13 1 0 0,-44 8-1055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68 146 6913 0 0,'-4'-4'283'0'0,"1"1"-1"0"0,0-1 0 0 0,0 0 0 0 0,0 0 0 0 0,0 0 1 0 0,1 0-1 0 0,-3-6 0 0 0,3 6 7 0 0,0 0-1 0 0,0 1 1 0 0,0-1-1 0 0,0 1 1 0 0,0 0-1 0 0,-1-1 1 0 0,0 1 0 0 0,1 0-1 0 0,-1 0 1 0 0,-5-3-1 0 0,8 6-252 0 0,0 0 0 0 0,-1-1 1 0 0,1 1-1 0 0,0 0 0 0 0,0 0 0 0 0,0 0 0 0 0,-1 0 0 0 0,1 0 0 0 0,0 0 0 0 0,0 0 0 0 0,0 0 0 0 0,-1 0 0 0 0,1 0 0 0 0,0 0 1 0 0,0 0-1 0 0,0 0 0 0 0,-1 0 0 0 0,1 0 0 0 0,0 0 0 0 0,0 0 0 0 0,0 0 0 0 0,-1 0 0 0 0,1 0 0 0 0,0 0 0 0 0,0 0 1 0 0,0 0-1 0 0,-1 0 0 0 0,1 0 0 0 0,0 0 0 0 0,0 1 0 0 0,0-1 0 0 0,-1 0 0 0 0,1 0 0 0 0,0 0 0 0 0,0 0 0 0 0,0 0 0 0 0,0 1 1 0 0,0-1-1 0 0,0 0 0 0 0,-1 0 0 0 0,1 1 0 0 0,-2 12 762 0 0,3 14-46 0 0,8 11-400 0 0,2-1-1 0 0,1 0 1 0 0,1-1 0 0 0,3 0-1 0 0,23 40 1 0 0,114 164 320 0 0,-98-159-237 0 0,-49-72-341 0 0,30 41 294 0 0,-35-49-355 0 0,0 1 1 0 0,0-1-1 0 0,0 0 1 0 0,0 1-1 0 0,1-1 1 0 0,-1 0-1 0 0,0 0 1 0 0,1 0-1 0 0,-1 0 1 0 0,1 0-1 0 0,-1 0 0 0 0,1 0 1 0 0,-1-1-1 0 0,1 1 1 0 0,-1 0-1 0 0,1-1 1 0 0,0 0-1 0 0,-1 1 1 0 0,1-1-1 0 0,0 0 1 0 0,-1 0-1 0 0,1 1 1 0 0,0-1-1 0 0,-1-1 0 0 0,1 1 1 0 0,0 0-1 0 0,0 0 1 0 0,2-1-1 0 0,-3-1 27 0 0,1 1-1 0 0,0-1 1 0 0,0 0 0 0 0,-1 1-1 0 0,1-1 1 0 0,-1 0-1 0 0,0 0 1 0 0,0 0 0 0 0,1 0-1 0 0,-1 0 1 0 0,0 0-1 0 0,-1 0 1 0 0,1-1 0 0 0,0 1-1 0 0,-1 0 1 0 0,1 0-1 0 0,-1-1 1 0 0,1-3-1 0 0,0-49 536 0 0,-2 43-453 0 0,-20-255 881 0 0,9 159-2096 0 0,2-144 1 0 0,13 221-1120 0 0,5 44-3430 0 0,-4 6 683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94 6913 0 0,'-1'-4'158'0'0,"-10"-49"1366"0"0,10 51-1304 0 0,1 0 1 0 0,-1 0-1 0 0,0 0 1 0 0,0 0 0 0 0,0 0-1 0 0,0 0 1 0 0,0 0-1 0 0,0 1 1 0 0,0-1-1 0 0,0 0 1 0 0,-1 1 0 0 0,1-1-1 0 0,-1 1 1 0 0,1-1-1 0 0,-1 1 1 0 0,0 0 0 0 0,1 0-1 0 0,-1 0 1 0 0,0 0-1 0 0,0 0 1 0 0,0 0 0 0 0,-4-1-1 0 0,5 2-123 0 0,0 0 0 0 0,0 0 0 0 0,0 1 0 0 0,0-1 0 0 0,0 0 0 0 0,0 0 0 0 0,0 1 0 0 0,0-1-1 0 0,0 1 1 0 0,0-1 0 0 0,0 1 0 0 0,0-1 0 0 0,0 1 0 0 0,1 0 0 0 0,-1-1 0 0 0,0 1 0 0 0,0 0 0 0 0,1 0 0 0 0,-1 0-1 0 0,0-1 1 0 0,1 1 0 0 0,-1 0 0 0 0,1 0 0 0 0,-1 0 0 0 0,1 0 0 0 0,-1 0 0 0 0,1 0 0 0 0,0 0 0 0 0,-1 0 0 0 0,1 2 0 0 0,-8 36 536 0 0,7-33-446 0 0,-1 9 5 0 0,1 0 1 0 0,0 0-1 0 0,1 0 1 0 0,1 0-1 0 0,0 0 0 0 0,1 0 1 0 0,1 0-1 0 0,0 0 0 0 0,10 26 1 0 0,-11-35-155 0 0,1 0-1 0 0,-1 0 1 0 0,1-1 0 0 0,0 1 0 0 0,0-1-1 0 0,1 0 1 0 0,-1 0 0 0 0,1 0 0 0 0,1-1-1 0 0,-1 1 1 0 0,0-1 0 0 0,1 0 0 0 0,0 0-1 0 0,0 0 1 0 0,0-1 0 0 0,1 0 0 0 0,-1 0 0 0 0,1 0-1 0 0,-1-1 1 0 0,1 0 0 0 0,0 0 0 0 0,0 0-1 0 0,0 0 1 0 0,0-1 0 0 0,0 0 0 0 0,10 0-1 0 0,-13-1-30 0 0,0 0-1 0 0,-1 0 0 0 0,1 0 0 0 0,-1-1 0 0 0,1 1 0 0 0,-1-1 0 0 0,1 1 1 0 0,-1-1-1 0 0,0 0 0 0 0,1 0 0 0 0,-1 0 0 0 0,0 0 0 0 0,0 0 1 0 0,1 0-1 0 0,-1-1 0 0 0,0 1 0 0 0,0-1 0 0 0,0 1 0 0 0,-1-1 1 0 0,1 0-1 0 0,0 0 0 0 0,-1 0 0 0 0,1 0 0 0 0,-1 0 0 0 0,1 0 1 0 0,-1 0-1 0 0,0-1 0 0 0,0 1 0 0 0,0 0 0 0 0,0-1 0 0 0,-1 1 1 0 0,1-1-1 0 0,0 1 0 0 0,-1-1 0 0 0,0 1 0 0 0,0-1 0 0 0,0 1 1 0 0,0-4-1 0 0,0-4-5 0 0,-1 0-1 0 0,0 0 1 0 0,-1 0 0 0 0,0 0 0 0 0,0 0 0 0 0,-1 1 0 0 0,0-1 0 0 0,-7-12-1 0 0,6 14-24 0 0,-9-18-270 0 0,-29-45-1 0 0,37 65-42 0 0,1 0 0 0 0,-1 1 0 0 0,1-1-1 0 0,-2 1 1 0 0,1 0 0 0 0,0 0 0 0 0,-1 1-1 0 0,0 0 1 0 0,0 0 0 0 0,-1 0 0 0 0,1 0 0 0 0,-13-4-1 0 0,4 6-1807 0 0,2 3-2971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88 3225 0 0,'-5'-27'1236'0'0,"-13"-34"8681"0"0,16 89-6731 0 0,-1-3-2938 0 0,2 11 217 0 0,1 0 1 0 0,8 55 0 0 0,-6-77-436 0 0,1 0 1 0 0,0-1-1 0 0,1 1 1 0 0,0-1-1 0 0,1 0 1 0 0,0 0-1 0 0,1-1 1 0 0,1 1-1 0 0,13 17 1 0 0,-20-29-45 0 0,1 0 1 0 0,0 1-1 0 0,0-2 1 0 0,0 1-1 0 0,-1 0 1 0 0,1 0-1 0 0,0 0 1 0 0,0 0-1 0 0,0 0 1 0 0,0-1 0 0 0,0 1-1 0 0,1-1 1 0 0,-1 1-1 0 0,0 0 1 0 0,0-1-1 0 0,0 0 1 0 0,1 1-1 0 0,-1-1 1 0 0,0 0 0 0 0,0 0-1 0 0,0 1 1 0 0,1-1-1 0 0,-1 0 1 0 0,0 0-1 0 0,2-1 1 0 0,-1 0-50 0 0,1 1 0 0 0,-1-1 0 0 0,0 0 0 0 0,0-1 0 0 0,0 1 1 0 0,0 0-1 0 0,-1-1 0 0 0,1 1 0 0 0,0-1 0 0 0,0 1 0 0 0,-1-1 0 0 0,3-3 0 0 0,4-7-404 0 0,-1 0 0 0 0,0 0 0 0 0,8-20-1 0 0,-13 28 344 0 0,26-80-1527 0 0,-24 68 1565 0 0,1-1 0 0 0,0 0 0 0 0,1 1 0 0 0,1 0 0 0 0,1 1 0 0 0,0 0 0 0 0,13-18 0 0 0,-21 33 135 0 0,0-1 1 0 0,1 1 0 0 0,-1-1-1 0 0,0 1 1 0 0,1-1-1 0 0,-1 1 1 0 0,1-1 0 0 0,-1 1-1 0 0,1 0 1 0 0,-1-1-1 0 0,1 1 1 0 0,0 0 0 0 0,-1-1-1 0 0,1 1 1 0 0,-1 0-1 0 0,1 0 1 0 0,-1-1 0 0 0,1 1-1 0 0,0 0 1 0 0,-1 0 0 0 0,1 0-1 0 0,0 0 1 0 0,-1 0-1 0 0,1 0 1 0 0,0 0 0 0 0,-1 0-1 0 0,1 0 1 0 0,-1 0-1 0 0,1 1 1 0 0,0-1 0 0 0,0 0-1 0 0,1 1 53 0 0,-1 0 0 0 0,1 1 1 0 0,-1-1-1 0 0,1 0 0 0 0,-1 1 0 0 0,1-1 0 0 0,-1 1 0 0 0,0-1 0 0 0,0 1 0 0 0,2 2 0 0 0,17 41 898 0 0,8 49-581 0 0,17 46-898 0 0,-36-118-474 0 0,1-1 0 0 0,0 0-1 0 0,2 0 1 0 0,17 23-1 0 0,-11-20-485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0,'2'133'4176'0'0,"6"-28"-1520"0"0,4-1 1 0 0,43 171 0 0 0,-9-128-3141 0 0,-25-84-4444 0 0,-7-22-549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2 178 5985 0 0,'0'-1'35'0'0,"-1"1"-1"0"0,1-1 1 0 0,0 1-1 0 0,0-1 1 0 0,0 0-1 0 0,-1 1 1 0 0,1-1-1 0 0,0 0 1 0 0,0 1 0 0 0,0-1-1 0 0,0 0 1 0 0,0 1-1 0 0,0-1 1 0 0,0 0-1 0 0,1 1 1 0 0,-1-1-1 0 0,0 0 1 0 0,0 1-1 0 0,0-1 1 0 0,1 1-1 0 0,-1-1 1 0 0,0 0-1 0 0,0 1 1 0 0,1-1-1 0 0,-1 1 1 0 0,1-1 0 0 0,18-19 431 0 0,27-9 169 0 0,-46 28-628 0 0,38-18 7 0 0,1 2 1 0 0,0 1 0 0 0,1 2-1 0 0,1 2 1 0 0,64-12 0 0 0,-62 16-15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181 340 6913 0 0,'-6'0'9'0'0,"-11"-1"647"0"0,0 1 1 0 0,-1 0 0 0 0,1 2-1 0 0,0 0 1 0 0,0 0 0 0 0,0 2 0 0 0,0 0-1 0 0,-19 8 1 0 0,36-12-631 0 0,0 0 0 0 0,0 0-1 0 0,0 0 1 0 0,0 1 0 0 0,0-1 0 0 0,0 0-1 0 0,1 0 1 0 0,-1 0 0 0 0,0 0 0 0 0,0 0 0 0 0,0 0-1 0 0,0 0 1 0 0,0 0 0 0 0,0 0 0 0 0,0 0-1 0 0,0 0 1 0 0,0 1 0 0 0,0-1 0 0 0,0 0 0 0 0,0 0-1 0 0,0 0 1 0 0,0 0 0 0 0,0 0 0 0 0,0 0-1 0 0,0 0 1 0 0,0 0 0 0 0,0 0 0 0 0,0 1-1 0 0,0-1 1 0 0,0 0 0 0 0,0 0 0 0 0,0 0 0 0 0,0 0-1 0 0,0 0 1 0 0,0 0 0 0 0,0 0 0 0 0,0 0-1 0 0,0 0 1 0 0,0 1 0 0 0,0-1 0 0 0,0 0 0 0 0,0 0-1 0 0,0 0 1 0 0,0 0 0 0 0,-1 0 0 0 0,1 0-1 0 0,0 0 1 0 0,0 0 0 0 0,0 0 0 0 0,0 0-1 0 0,0 0 1 0 0,0 0 0 0 0,0 0 0 0 0,0 0 0 0 0,0 0-1 0 0,0 0 1 0 0,-1 0 0 0 0,1 0 0 0 0,0 0-1 0 0,0 0 1 0 0,0 0 0 0 0,0 0 0 0 0,0 0 0 0 0,0 0-1 0 0,0 0 1 0 0,0 0 0 0 0,-1 0 0 0 0,1 0-1 0 0,12 2 703 0 0,16-3-181 0 0,534-26 2609 0 0,-22 1-2486 0 0,60-26-423 0 0,330-27-1158 0 0,1 30 188 0 0,148-22 867 0 0,-866 47-633 0 0,174-15-909 0 0,-379 38 1257 0 0,-5 0 19 0 0,0 1 0 0 0,0 0 0 0 0,0 0 0 0 0,0 0 1 0 0,0 0-1 0 0,0 0 0 0 0,0 0 0 0 0,0 1 0 0 0,0-1 1 0 0,0 1-1 0 0,3 1 0 0 0,-2 3-469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9218 0 0,'0'-13'9082'0'0,"-1"122"-7243"0"0,14 112 0 0 0,27 116-1463 0 0,-8-165-926 0 0,0-61-5901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5529 0 0,'16'-8'662'0'0,"1"1"0"0"0,-1 1 1 0 0,1 0-1 0 0,0 1 0 0 0,0 1 0 0 0,1 0 0 0 0,34-2 0 0 0,-50 6-559 0 0,0 0-1 0 0,0 0 1 0 0,-1 0-1 0 0,1 0 1 0 0,0 1-1 0 0,0-1 1 0 0,0 0-1 0 0,-1 1 1 0 0,1-1-1 0 0,0 1 1 0 0,-1 0-1 0 0,1-1 1 0 0,0 1-1 0 0,-1 0 1 0 0,1 0-1 0 0,-1 0 1 0 0,1 0 0 0 0,-1 1-1 0 0,0-1 1 0 0,1 0-1 0 0,-1 0 1 0 0,2 3-1 0 0,-2-1-14 0 0,0-1 1 0 0,0 1-1 0 0,0 0 0 0 0,0 0 1 0 0,0 0-1 0 0,-1 0 0 0 0,1 0 1 0 0,-1 0-1 0 0,0 0 0 0 0,0 0 0 0 0,0 0 1 0 0,0 4-1 0 0,-3 9 120 0 0,0 0 0 0 0,-1-1 1 0 0,-11 31-1 0 0,13-41-126 0 0,-14 37 150 0 0,-2 0-1 0 0,-2-1 1 0 0,-1-1 0 0 0,-2 0-1 0 0,-42 52 1 0 0,54-79 95 0 0,-28 39 1197 0 0,37-49-1441 0 0,1 0 0 0 0,-1-1 0 0 0,1 1 0 0 0,-1 0 0 0 0,1 0 0 0 0,0 1 0 0 0,0-1 0 0 0,0 0 0 0 0,0 0 0 0 0,1 0 0 0 0,-1 1 0 0 0,1-1 0 0 0,0 0 0 0 0,0 1 0 0 0,1 4 0 0 0,0-6-55 0 0,0 0 1 0 0,0 0-1 0 0,0 0 0 0 0,0 0 0 0 0,0-1 1 0 0,1 1-1 0 0,-1 0 0 0 0,1 0 0 0 0,-1-1 1 0 0,1 1-1 0 0,0-1 0 0 0,-1 0 0 0 0,1 1 0 0 0,0-1 1 0 0,0 0-1 0 0,0 0 0 0 0,0 0 0 0 0,0 0 1 0 0,0 0-1 0 0,1-1 0 0 0,-1 1 0 0 0,0-1 1 0 0,3 1-1 0 0,8 1 117 0 0,0 0 1 0 0,22 0 0 0 0,-26-2-89 0 0,153 2-613 0 0,-108-2-2150 0 0,-28 0-3778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176 124 5985 0 0,'-11'-32'775'0'0,"-10"-24"2231"0"0,20 54-2773 0 0,-1-1 1 0 0,1 1 0 0 0,0-1-1 0 0,-1 1 1 0 0,0 0 0 0 0,0 0-1 0 0,1 0 1 0 0,-1 0 0 0 0,0 0-1 0 0,-1 0 1 0 0,1 0-1 0 0,0 1 1 0 0,0-1 0 0 0,-1 1-1 0 0,1-1 1 0 0,-6-1 0 0 0,7 3-110 0 0,-1 0 0 0 0,1 0 1 0 0,-1 0-1 0 0,1 0 0 0 0,-1 0 0 0 0,1 0 1 0 0,-1 1-1 0 0,1-1 0 0 0,-1 0 1 0 0,1 1-1 0 0,-1-1 0 0 0,1 1 1 0 0,0 0-1 0 0,-1-1 0 0 0,1 1 0 0 0,0 0 1 0 0,-1 0-1 0 0,1 0 0 0 0,0 0 1 0 0,0 0-1 0 0,0 0 0 0 0,0 0 1 0 0,0 0-1 0 0,0 1 0 0 0,0-1 0 0 0,0 0 1 0 0,0 0-1 0 0,1 1 0 0 0,-2 1 1 0 0,-18 48 1213 0 0,17-41-1003 0 0,-8 24 48 0 0,2 0-1 0 0,1 0 1 0 0,2 1-1 0 0,1 0 1 0 0,2 0 0 0 0,1 1-1 0 0,2-1 1 0 0,5 45-1 0 0,-1-50-355 0 0,2 0-1 0 0,0 0 1 0 0,2 0-1 0 0,2-1 0 0 0,0-1 1 0 0,2 0-1 0 0,1 0 1 0 0,1-1-1 0 0,34 47 1 0 0,-18-36-158 0 0,20 30-3071 0 0,-39-49 2027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21 181 9218 0 0,'-21'4'794'0'0,"21"-4"-778"0"0,0 0 1 0 0,0 0-1 0 0,1 0 0 0 0,-1 0 0 0 0,0 0 1 0 0,0 0-1 0 0,0 0 0 0 0,0 0 1 0 0,0 0-1 0 0,0 0 0 0 0,0 0 1 0 0,0 0-1 0 0,0 0 0 0 0,0 0 0 0 0,0-1 1 0 0,0 1-1 0 0,0 0 0 0 0,0 0 1 0 0,0 0-1 0 0,0 0 0 0 0,0 0 0 0 0,0 0 1 0 0,0 0-1 0 0,0 0 0 0 0,0 0 1 0 0,0 0-1 0 0,0 0 0 0 0,0 0 0 0 0,0 0 1 0 0,0-1-1 0 0,0 1 0 0 0,0 0 1 0 0,0 0-1 0 0,0 0 0 0 0,0 0 0 0 0,0 0 1 0 0,0 0-1 0 0,0 0 0 0 0,0 0 1 0 0,0 0-1 0 0,0 0 0 0 0,0 0 0 0 0,0 0 1 0 0,0 0-1 0 0,0 0 0 0 0,0-1 1 0 0,0 1-1 0 0,0 0 0 0 0,0 0 0 0 0,-1 0 1 0 0,1 0-1 0 0,0 0 0 0 0,0 0 1 0 0,0 0-1 0 0,30-16 1219 0 0,-14 8-1345 0 0,32-18 260 0 0,12-7-1889 0 0,83-34 0 0 0,-109 53 668 0 0,2-4 639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1840 0 0,'0'0'123'0'0,"-1"0"1"0"0,1-1-1 0 0,0 1 0 0 0,-1-1 0 0 0,1 1 0 0 0,-1 0 0 0 0,1-1 0 0 0,0 1 0 0 0,-1-1 0 0 0,1 1 0 0 0,0-1 0 0 0,0 0 0 0 0,-1 1 1 0 0,1-1-1 0 0,0 1 0 0 0,0-1 0 0 0,0 1 0 0 0,0-1 0 0 0,0 0 0 0 0,-1 1 0 0 0,1-1 0 0 0,0 1 0 0 0,1-1 0 0 0,-1 0 0 0 0,0 1 1 0 0,0-1-1 0 0,0 1 0 0 0,0-1 0 0 0,0 1 0 0 0,1-1 0 0 0,-1 0 0 0 0,0 1 0 0 0,0-1 0 0 0,1 1 0 0 0,-1-1 0 0 0,0 1 0 0 0,1-1 1 0 0,-1 1-1 0 0,1-1 0 0 0,25-16 5848 0 0,-14 10-6779 0 0,41-26 2647 0 0,-23 13-2159 0 0,1 1 1 0 0,2 2-1 0 0,48-20 1 0 0,-77 36-113 0 0,-1 0 0 0 0,1 0 0 0 0,0 0 0 0 0,-1 1 0 0 0,1-1-1 0 0,-1 1 1 0 0,1 0 0 0 0,0 0 0 0 0,-1 0 0 0 0,1 1 0 0 0,0-1 0 0 0,3 2 0 0 0,7 3-1638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97 8754 0 0,'-12'3'476'0'0,"-4"1"-394"0"0,37-7-277 0 0,11-5-225 0 0,-1 0 1 0 0,1-3-1 0 0,-2 0 1 0 0,0-2 0 0 0,30-17-1 0 0,-24 10-587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14 14283 0 0,'-1'-1'32'0'0,"-1"0"-1"0"0,1-1 1 0 0,-1 1-1 0 0,1 0 1 0 0,-1 0-1 0 0,0 0 1 0 0,1 0-1 0 0,-1 0 1 0 0,0 1-1 0 0,0-1 1 0 0,0 0-1 0 0,1 1 1 0 0,-1 0-1 0 0,0-1 0 0 0,0 1 1 0 0,0 0-1 0 0,0 0 1 0 0,-3 0-1 0 0,3 1 51 0 0,1 0 0 0 0,-1 0-1 0 0,0 0 1 0 0,0 1-1 0 0,1-1 1 0 0,-1 1-1 0 0,1-1 1 0 0,-1 1-1 0 0,1 0 1 0 0,0-1-1 0 0,-1 1 1 0 0,1 0-1 0 0,0 0 1 0 0,0 0-1 0 0,0 0 1 0 0,1 0-1 0 0,-2 3 1 0 0,-4 11 231 0 0,1 0 0 0 0,1 0 0 0 0,0 1 0 0 0,1-1-1 0 0,0 19 1 0 0,0 90 756 0 0,3-75-600 0 0,-1 5-260 0 0,2-1 0 0 0,3-1 0 0 0,2 1 0 0 0,2-1 0 0 0,3 0 0 0 0,2 0 0 0 0,2-1 0 0 0,28 61 0 0 0,19 18-810 0 0,-19-45-3079 0 0,-28-57-2730 0 0</inkml:trace>
  <inkml:trace contextRef="#ctx0" brushRef="#br0" timeOffset="1">22 219 8290 0 0,'-1'-1'104'0'0,"0"1"0"0"0,-1 0 1 0 0,1-1-1 0 0,0 1 0 0 0,0-1 1 0 0,0 1-1 0 0,0-1 1 0 0,0 0-1 0 0,0 0 0 0 0,0 1 1 0 0,0-1-1 0 0,0 0 0 0 0,0 0 1 0 0,1 0-1 0 0,-1 0 0 0 0,0 0 1 0 0,0 0-1 0 0,1 0 0 0 0,-1 0 1 0 0,1 0-1 0 0,-1 0 0 0 0,1 0 1 0 0,-1-1-1 0 0,1 1 0 0 0,-1-2 1 0 0,2 2-32 0 0,0-1 1 0 0,0 0-1 0 0,0 0 1 0 0,0 1-1 0 0,0-1 1 0 0,0 1-1 0 0,0-1 1 0 0,0 1-1 0 0,1-1 1 0 0,-1 1-1 0 0,1 0 1 0 0,-1 0-1 0 0,1-1 0 0 0,-1 1 1 0 0,1 0-1 0 0,2-1 1 0 0,6-3-107 0 0,0 0 0 0 0,0 0 0 0 0,0 1 0 0 0,1 0 0 0 0,-1 1 0 0 0,1 0 0 0 0,0 0 0 0 0,0 1 0 0 0,0 1 0 0 0,0 0-1 0 0,0 1 1 0 0,0 0 0 0 0,0 0 0 0 0,0 1 0 0 0,0 0 0 0 0,0 1 0 0 0,18 6 0 0 0,-7 4-398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1 253 4145 0 0,'0'-3'79'0'0,"0"0"0"0"0,1 1 0 0 0,0-1 0 0 0,0 0 0 0 0,0 0 0 0 0,0 1 0 0 0,0-1 0 0 0,1 0 0 0 0,-1 1 0 0 0,1-1 0 0 0,3-3 0 0 0,26-30 1069 0 0,-14 18-812 0 0,59-67-54 0 0,-65 75-269 0 0,0 0 0 0 0,1 0 0 0 0,0 2 0 0 0,1-1 0 0 0,20-9 0 0 0,-19 11-27 0 0,-2 1-60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9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56 10594 0 0,'-1'-3'152'0'0,"-1"-1"1"0"0,1 1-1 0 0,-1 0 0 0 0,1 0 0 0 0,-1 0 0 0 0,0 0 0 0 0,0 0 0 0 0,-1 0 0 0 0,1 0 0 0 0,0 1 1 0 0,-1-1-1 0 0,0 1 0 0 0,1 0 0 0 0,-1 0 0 0 0,0 0 0 0 0,0 0 0 0 0,0 0 0 0 0,-1 1 1 0 0,1-1-1 0 0,0 1 0 0 0,-5-2 0 0 0,3 3 13 0 0,1 0 0 0 0,0-1-1 0 0,-1 1 1 0 0,1 1 0 0 0,0-1 0 0 0,0 1 0 0 0,-1 0-1 0 0,1 0 1 0 0,0 0 0 0 0,0 0 0 0 0,0 1 0 0 0,0-1 0 0 0,0 1-1 0 0,0 0 1 0 0,0 0 0 0 0,1 1 0 0 0,-6 3 0 0 0,-12 13 297 0 0,1 1 0 0 0,0 0 0 0 0,2 1 0 0 0,0 1 0 0 0,2 1 1 0 0,0 0-1 0 0,2 1 0 0 0,-20 43 0 0 0,32-61-450 0 0,-1-1-1 0 0,1 0 1 0 0,0 1-1 0 0,1 0 0 0 0,-1 0 1 0 0,1-1-1 0 0,1 1 1 0 0,-1 0-1 0 0,1 0 1 0 0,0 0-1 0 0,0 0 1 0 0,0 0-1 0 0,1 0 1 0 0,0-1-1 0 0,0 1 1 0 0,1 0-1 0 0,-1-1 0 0 0,1 1 1 0 0,0 0-1 0 0,1-1 1 0 0,0 0-1 0 0,-1 0 1 0 0,2 0-1 0 0,-1 0 1 0 0,5 5-1 0 0,9 8-101 0 0,0-2 0 0 0,1 0 1 0 0,1-1-1 0 0,0-1 0 0 0,23 12 0 0 0,-18-11-173 0 0,42 35 0 0 0,-64-48 249 0 0,-1-1 0 0 0,1 0 1 0 0,-1 1-1 0 0,1-1 0 0 0,-1 1 0 0 0,1 0 0 0 0,-1-1 0 0 0,0 1 0 0 0,0 0 0 0 0,0 0 0 0 0,0 0 0 0 0,0 0 0 0 0,-1 0 0 0 0,1 0 0 0 0,0 0 0 0 0,-1 0 1 0 0,0 0-1 0 0,1 0 0 0 0,-1 0 0 0 0,0 0 0 0 0,0 0 0 0 0,0 0 0 0 0,-1 4 0 0 0,0-3 17 0 0,0 0-1 0 0,-1 0 1 0 0,1 0 0 0 0,-1 0-1 0 0,0-1 1 0 0,0 1 0 0 0,0 0-1 0 0,0-1 1 0 0,0 1 0 0 0,0-1-1 0 0,-1 0 1 0 0,0 0 0 0 0,-3 3-1 0 0,-9 4-21 0 0,0 0-1 0 0,-1-1 1 0 0,0-1-1 0 0,-24 8 1 0 0,-34 5-620 0 0,37-10 304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2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7370 0 0,'-6'-6'718'0'0,"0"1"0"0"0,0-1 0 0 0,0-1 0 0 0,1 1 1 0 0,0-1-1 0 0,-6-10 0 0 0,-21-27 4342 0 0,40 83-3013 0 0,178 503-450 0 0,-184-536-1594 0 0,52 125 42 0 0,-46-114-42 0 0,1 0-1 0 0,1-1 1 0 0,0-1-1 0 0,1 0 1 0 0,19 21 0 0 0,-28-34 14 0 0,-1 0 1 0 0,1 0-1 0 0,0-1 1 0 0,0 1-1 0 0,0 0 1 0 0,0 0-1 0 0,0-1 1 0 0,1 0-1 0 0,-1 1 1 0 0,0-1-1 0 0,1 0 1 0 0,-1 0-1 0 0,1 0 1 0 0,-1 0-1 0 0,1-1 1 0 0,0 1-1 0 0,-1-1 1 0 0,1 1 0 0 0,-1-1-1 0 0,1 0 1 0 0,0 0-1 0 0,3 0 1 0 0,-4-2 5 0 0,0 1 0 0 0,0 0 1 0 0,1-1-1 0 0,-1 1 0 0 0,0-1 1 0 0,0 1-1 0 0,0-1 0 0 0,-1 0 1 0 0,1 0-1 0 0,0 0 0 0 0,-1 0 1 0 0,1 0-1 0 0,-1-1 1 0 0,0 1-1 0 0,1 0 0 0 0,-1-1 1 0 0,-1 1-1 0 0,1 0 0 0 0,0-1 1 0 0,0 1-1 0 0,-1-1 0 0 0,1-5 1 0 0,5-29 158 0 0,-2 0 1 0 0,0-64 0 0 0,-14-77 317 0 0,8 153-488 0 0,-3-37-144 0 0,1 20-203 0 0,1 0 0 0 0,5-69 1 0 0,-1 106 113 0 0,-1 0 0 0 0,1 0 0 0 0,0 1 0 0 0,1-1-1 0 0,-1 0 1 0 0,1 1 0 0 0,4-10 0 0 0,5 0-1283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0,'1'-4'2896'0'0,"-2"4"-2850"0"0,2 0 128 0 0,0 1 1 0 0,-1-1-1 0 0,1 1 1 0 0,-1-1 0 0 0,1 1-1 0 0,-1-1 1 0 0,1 1-1 0 0,-1 0 1 0 0,1-1 0 0 0,-1 1-1 0 0,0 0 1 0 0,1-1-1 0 0,-1 1 1 0 0,0 0 0 0 0,0-1-1 0 0,1 1 1 0 0,-1 0-1 0 0,0 0 1 0 0,0 1 0 0 0,4 16 420 0 0,0 0 1 0 0,1-1 0 0 0,1 1 0 0 0,15 32 0 0 0,-18-46-536 0 0,-1 1 0 0 0,1-1 0 0 0,0-1 1 0 0,0 1-1 0 0,0 0 0 0 0,0-1 0 0 0,1 1 0 0 0,-1-1 0 0 0,1 0 1 0 0,0 0-1 0 0,5 3 0 0 0,-6-5-33 0 0,0 0 1 0 0,0 0 0 0 0,0 0-1 0 0,0 0 1 0 0,1 0-1 0 0,-1-1 1 0 0,0 0-1 0 0,0 1 1 0 0,1-1-1 0 0,-1 0 1 0 0,0-1 0 0 0,0 1-1 0 0,0 0 1 0 0,1-1-1 0 0,-1 0 1 0 0,0 0-1 0 0,0 0 1 0 0,6-3-1 0 0,-4 2 13 0 0,-1-1-1 0 0,1 0 1 0 0,0 0-1 0 0,-1-1 1 0 0,1 0-1 0 0,-1 1 0 0 0,0-1 1 0 0,0-1-1 0 0,-1 1 1 0 0,1-1-1 0 0,-1 1 0 0 0,0-1 1 0 0,0 0-1 0 0,-1 0 1 0 0,1 0-1 0 0,-1 0 1 0 0,0-1-1 0 0,-1 1 0 0 0,1-1 1 0 0,-1 1-1 0 0,0-1 1 0 0,0 0-1 0 0,-1 1 0 0 0,0-11 1 0 0,0 0-10 0 0,-1 0 0 0 0,0 1-1 0 0,-1-1 1 0 0,-1 0 0 0 0,-1 0 0 0 0,0 1 0 0 0,-10-25 0 0 0,10 32-31 0 0,0 0 0 0 0,0-1-1 0 0,-1 1 1 0 0,0 1 0 0 0,0-1 0 0 0,-1 1 0 0 0,-10-10 0 0 0,14 15-135 0 0,0 0 1 0 0,0 1-1 0 0,0-1 1 0 0,0 1-1 0 0,0 0 1 0 0,0 0 0 0 0,-1 0-1 0 0,1 0 1 0 0,0 0-1 0 0,-1 0 1 0 0,1 0-1 0 0,-1 1 1 0 0,-3-1-1 0 0,4 1-213 0 0,-1 0 0 0 0,1 0 0 0 0,0 1 0 0 0,0-1-1 0 0,0 1 1 0 0,0 0 0 0 0,-1-1 0 0 0,1 1 0 0 0,0 0 0 0 0,0 0 0 0 0,0 0-1 0 0,1 0 1 0 0,-1 1 0 0 0,0-1 0 0 0,0 1 0 0 0,1-1 0 0 0,-1 1 0 0 0,-1 1 0 0 0,-10 13-5475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6913 0 0,'3'-19'678'0'0,"2"9"-19"0"0,-5 10-630 0 0,0-1 0 0 0,0 1 0 0 0,0 0 0 0 0,0 0-1 0 0,0 0 1 0 0,0 0 0 0 0,0 0 0 0 0,1 0 0 0 0,-1-1 0 0 0,0 1 0 0 0,0 0 0 0 0,0 0-1 0 0,0 0 1 0 0,0 0 0 0 0,0 0 0 0 0,1 0 0 0 0,-1 0 0 0 0,0 0 0 0 0,0 0-1 0 0,0 0 1 0 0,0 0 0 0 0,0 0 0 0 0,1 0 0 0 0,-1 0 0 0 0,0 0 0 0 0,0 0 0 0 0,0 0-1 0 0,0 0 1 0 0,1 0 0 0 0,-1 0 0 0 0,0 0 0 0 0,0 0 0 0 0,0 0 0 0 0,0 0-1 0 0,0 0 1 0 0,1 0 0 0 0,-1 0 0 0 0,0 0 0 0 0,0 0 0 0 0,0 0 0 0 0,0 0 0 0 0,0 1-1 0 0,0-1 1 0 0,1 0 0 0 0,-1 0 0 0 0,0 3 330 0 0,0 0 1 0 0,0-1-1 0 0,0 1 1 0 0,0 0-1 0 0,0 0 0 0 0,-1 0 1 0 0,1-1-1 0 0,-1 1 0 0 0,1 0 1 0 0,-1-1-1 0 0,-2 4 0 0 0,0 4 386 0 0,2 1-272 0 0,-1-1-1 0 0,1 1 1 0 0,1 0 0 0 0,0 0-1 0 0,1 0 1 0 0,0-1 0 0 0,0 1-1 0 0,1 0 1 0 0,6 19 0 0 0,-6-24-451 0 0,0 0 1 0 0,0-1-1 0 0,1 0 0 0 0,0 1 1 0 0,0-1-1 0 0,0 0 1 0 0,0-1-1 0 0,1 1 1 0 0,0 0-1 0 0,0-1 1 0 0,0 0-1 0 0,1 0 1 0 0,-1 0-1 0 0,1-1 1 0 0,0 1-1 0 0,0-1 0 0 0,0 0 1 0 0,0 0-1 0 0,10 3 1 0 0,-12-5-84 0 0,-1-1 0 0 0,1 1 0 0 0,-1-1 0 0 0,1 0 0 0 0,-1 1 0 0 0,1-1 0 0 0,0 0 0 0 0,-1 0 0 0 0,1-1 0 0 0,-1 1 0 0 0,1-1 0 0 0,-1 1 0 0 0,1-1 0 0 0,-1 0 0 0 0,0 1 0 0 0,1-1 0 0 0,-1-1 1 0 0,3 0-1 0 0,-1-1-222 0 0,0 0-1 0 0,0 0 1 0 0,0-1 0 0 0,-1 1 0 0 0,1-1 0 0 0,-1 0 0 0 0,0 0 0 0 0,5-7 0 0 0,-1-2-610 0 0,-1 0 1 0 0,0-1-1 0 0,0 0 0 0 0,-2 1 1 0 0,5-22-1 0 0,-1-25-469 0 0,-8 48 1646 0 0,1 1 0 0 0,1-1 1 0 0,0 0-1 0 0,0 1 1 0 0,1-1-1 0 0,0 1 1 0 0,1 0-1 0 0,7-14 1 0 0,-10 24-209 0 0,-1 0 0 0 0,0 1 1 0 0,1-1-1 0 0,-1 1 1 0 0,0-1-1 0 0,1 0 0 0 0,-1 1 1 0 0,1-1-1 0 0,-1 1 1 0 0,1-1-1 0 0,0 1 1 0 0,-1-1-1 0 0,1 1 0 0 0,-1 0 1 0 0,1-1-1 0 0,0 1 1 0 0,-1 0-1 0 0,1-1 0 0 0,0 1 1 0 0,-1 0-1 0 0,1 0 1 0 0,0 0-1 0 0,0-1 0 0 0,-1 1 1 0 0,1 0-1 0 0,0 0 1 0 0,-1 0-1 0 0,2 0 1 0 0,0 1 22 0 0,0 0 1 0 0,-1-1 0 0 0,1 1 0 0 0,-1 0-1 0 0,0 0 1 0 0,1 0 0 0 0,-1 0 0 0 0,0 0 0 0 0,0 0-1 0 0,1 0 1 0 0,-1 1 0 0 0,1 1 0 0 0,25 43 1171 0 0,-26-43-1146 0 0,19 42 416 0 0,15 29 1 0 0,-5-28-5781 0 0,-16-28-219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 7834 0 0,'-15'-15'4257'0'0,"13"41"-1401"0"0,7 61-712 0 0,3-1 1 0 0,35 144-1 0 0,-26-147-1705 0 0,19 74-940 0 0,-19-90-5334 0 0,-4-20-830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28 212 10138 0 0,'-1'1'64'0'0,"0"-1"-1"0"0,0 0 1 0 0,0 0-1 0 0,0 0 1 0 0,0 0-1 0 0,0 1 1 0 0,0-1 0 0 0,0-1-1 0 0,1 1 1 0 0,-1 0-1 0 0,0 0 1 0 0,0 0-1 0 0,0 0 1 0 0,0-1-1 0 0,0 1 1 0 0,0 0-1 0 0,1-1 1 0 0,-1 1 0 0 0,0-1-1 0 0,0 1 1 0 0,0-1-1 0 0,1 1 1 0 0,-1-1-1 0 0,0 1 1 0 0,1-1-1 0 0,-1 0 1 0 0,0 1-1 0 0,1-1 1 0 0,-1 0 0 0 0,1 0-1 0 0,-1 1 1 0 0,1-1-1 0 0,0 0 1 0 0,-1 0-1 0 0,1 0 1 0 0,-1-1-1 0 0,2-2 68 0 0,-1 1 0 0 0,1 0 0 0 0,0 0 0 0 0,0 0-1 0 0,0 0 1 0 0,0 0 0 0 0,1 1 0 0 0,-1-1 0 0 0,1 0 0 0 0,3-4-1 0 0,3-5-164 0 0,2 0-1 0 0,-1 1 1 0 0,2 0-1 0 0,-1 1 1 0 0,1 0-1 0 0,1 1 1 0 0,0 0-1 0 0,0 1 1 0 0,1 0-1 0 0,0 1 1 0 0,15-7 0 0 0,-9 7-273 0 0,1 0 1 0 0,0 1-1 0 0,0 0 1 0 0,0 2 0 0 0,1 1-1 0 0,0 0 1 0 0,28 1 0 0 0,-29 2 296 0 0,10-1-56 0 0,40 6 0 0 0,-31 2 2 0 0</inkml:trace>
  <inkml:trace contextRef="#ctx0" brushRef="#br0" timeOffset="1">704 257 6913 0 0,'0'1'76'0'0,"0"-1"-1"0"0,-1 1 0 0 0,1-1 1 0 0,0 0-1 0 0,0 1 0 0 0,0-1 0 0 0,0 1 1 0 0,0-1-1 0 0,0 1 0 0 0,0-1 1 0 0,0 0-1 0 0,0 1 0 0 0,1-1 0 0 0,-1 1 1 0 0,0-1-1 0 0,0 0 0 0 0,0 1 1 0 0,0-1-1 0 0,1 1 0 0 0,-1-1 0 0 0,0 0 1 0 0,0 1-1 0 0,1-1 0 0 0,-1 0 1 0 0,0 1-1 0 0,1-1 0 0 0,-1 0 0 0 0,0 1 1 0 0,1-1-1 0 0,-1 0 0 0 0,0 0 1 0 0,1 0-1 0 0,-1 1 0 0 0,0-1 0 0 0,1 0 1 0 0,-1 0-1 0 0,1 0 0 0 0,-1 0 1 0 0,1 0-1 0 0,-1 0 0 0 0,0 1 0 0 0,1-1 1 0 0,19 6 1151 0 0,-9-7-854 0 0,-1-1 0 0 0,1 0 0 0 0,0 0 0 0 0,-1-1 0 0 0,1-1 0 0 0,-1 0 0 0 0,18-9 0 0 0,31-11-1296 0 0,-38 18-249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5985 0 0,'0'0'36'0'0,"0"0"-1"0"0,0 0 0 0 0,1 0 0 0 0,-1 0 1 0 0,0 0-1 0 0,0 0 0 0 0,0 0 1 0 0,0 0-1 0 0,0 0 0 0 0,0 0 1 0 0,1 0-1 0 0,-1 0 0 0 0,0 0 1 0 0,0 0-1 0 0,0 0 0 0 0,0 0 0 0 0,0 0 1 0 0,0 0-1 0 0,0 0 0 0 0,1 1 1 0 0,-1-1-1 0 0,0 0 0 0 0,0 0 1 0 0,0 0-1 0 0,0 0 0 0 0,0 0 0 0 0,0 0 1 0 0,0 0-1 0 0,0 0 0 0 0,0 0 1 0 0,0 1-1 0 0,0-1 0 0 0,0 0 1 0 0,0 0-1 0 0,0 0 0 0 0,0 0 0 0 0,0 0 1 0 0,1 0-1 0 0,-1 0 0 0 0,0 1 1 0 0,0-1-1 0 0,0 0 0 0 0,-1 0 1 0 0,1 0-1 0 0,0 0 0 0 0,0 0 1 0 0,0 0-1 0 0,0 1 0 0 0,0-1 0 0 0,0 0 1 0 0,0 0-1 0 0,0 0 0 0 0,0 0 1 0 0,0 0-1 0 0,0 0 0 0 0,0 0 1 0 0,0 0-1 0 0,0 1 0 0 0,0-1 0 0 0,0 0 1 0 0,-1 0-1 0 0,1 0 0 0 0,0 0 1 0 0,0 0-1 0 0,0 0 0 0 0,0 0 1 0 0,0 0-1 0 0,0 0 0 0 0,-1 0 0 0 0,18-1 1237 0 0,19-9-278 0 0,31-25-338 0 0,30-32-3843 0 0,-75 51 2370 0 0,-9 7 877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 9218 0 0,'-7'14'7998'0'0,"12"-12"-7629"0"0,6 0-153 0 0,1 0-1 0 0,-1 0 1 0 0,0-1-1 0 0,1-1 1 0 0,19-1-1 0 0,66-12 697 0 0,0 1-852 0 0,-33 8-5684 0 0,-28 4-488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22 106 9674 0 0,'-18'-68'1980'0'0,"14"30"5475"0"0,14 187-4501 0 0,-3-62-2540 0 0,-2 9-227 0 0,29 287 586 0 0,-26-336-811 0 0,2-1 1 0 0,2-1-1 0 0,2 0 0 0 0,1-1 0 0 0,3 0 1 0 0,26 46-1 0 0,-19-48-244 0 0,11 21-3097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20 144 6449 0 0,'-9'3'339'0'0,"-2"1"-36"0"0,17-13 1165 0 0,0 4-672 0 0,15-14-659 0 0,0 2-1 0 0,2 1 0 0 0,0 0 1 0 0,0 2-1 0 0,1 1 1 0 0,1 0-1 0 0,26-8 0 0 0,-17 13-3909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3681 0 0,'59'-25'1536'0'0,"12"-13"-420"0"0,-49 25-1030 0 0,1 1-1 0 0,1 1 0 0 0,0 0 1 0 0,0 2-1 0 0,41-10 0 0 0,-40 15-97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7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32 5985 0 0,'0'-2'156'0'0,"-1"0"0"0"0,1 0 0 0 0,-1 1 0 0 0,0-1 0 0 0,1 1 0 0 0,-1-1 0 0 0,0 1 0 0 0,0-1 0 0 0,0 1 0 0 0,0-1 0 0 0,-1 1 0 0 0,1 0 0 0 0,0-1 0 0 0,0 1 0 0 0,-1 0-1 0 0,1 0 1 0 0,-1 0 0 0 0,1 0 0 0 0,-1 0 0 0 0,0 1 0 0 0,-2-2 0 0 0,2 2 58 0 0,-1-1 0 0 0,0 1-1 0 0,0 0 1 0 0,1 0 0 0 0,-1 0-1 0 0,0 0 1 0 0,0 1 0 0 0,1-1-1 0 0,-1 1 1 0 0,0-1 0 0 0,1 1-1 0 0,-5 2 1 0 0,-2 1 271 0 0,0 0-1 0 0,1 1 1 0 0,0 1-1 0 0,0-1 1 0 0,0 1-1 0 0,-12 13 1 0 0,10-8-21 0 0,0 0 0 0 0,0 1 0 0 0,2 1 1 0 0,0 0-1 0 0,0 0 0 0 0,1 0 0 0 0,1 1 0 0 0,-7 20 0 0 0,10-27-384 0 0,1 0 0 0 0,0 1-1 0 0,1-1 1 0 0,0 1 0 0 0,0 0-1 0 0,0-1 1 0 0,1 1 0 0 0,0-1-1 0 0,1 1 1 0 0,0 0-1 0 0,0-1 1 0 0,0 1 0 0 0,1-1-1 0 0,0 0 1 0 0,1 1 0 0 0,0-1-1 0 0,0 0 1 0 0,5 9 0 0 0,4 2-69 0 0,2-1 0 0 0,-1-1 1 0 0,2 0-1 0 0,0 0 0 0 0,30 22 1 0 0,95 53-16 0 0,-137-89 4 0 0,37 24 0 0 0,-39-25 0 0 0,1 1 0 0 0,0-1 0 0 0,-1 0 0 0 0,1 1 0 0 0,-1-1 0 0 0,1 1 0 0 0,-1-1 0 0 0,0 1 0 0 0,0 0 0 0 0,0-1 0 0 0,0 1 0 0 0,0 0 0 0 0,0 0 0 0 0,0 0 0 0 0,0 0 0 0 0,-1 0 0 0 0,1 0 0 0 0,-1 0 0 0 0,1 2 0 0 0,-2-3-6 0 0,1 0 1 0 0,0 0 0 0 0,-1 0 0 0 0,1 1-1 0 0,-1-1 1 0 0,1 0 0 0 0,-1 0 0 0 0,0 0 0 0 0,1 0-1 0 0,-1-1 1 0 0,0 1 0 0 0,0 0 0 0 0,0 0-1 0 0,0 0 1 0 0,0-1 0 0 0,1 1 0 0 0,-1 0 0 0 0,0-1-1 0 0,-1 1 1 0 0,1-1 0 0 0,0 1 0 0 0,0-1-1 0 0,0 1 1 0 0,-2-1 0 0 0,-30 7-728 0 0,31-7 614 0 0,-24 2-763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6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46 9674 0 0,'-7'-18'3846'0'0,"6"15"-3205"0"0,1 0 0 0 0,-1 1 1 0 0,0 0-1 0 0,0-1 1 0 0,0 1-1 0 0,0-1 0 0 0,0 1 1 0 0,-1 0-1 0 0,1 0 1 0 0,-6-2 1848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7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79 9218 0 0,'-34'-78'8849'0'0,"41"96"-7489"0"0,-2 0 1 0 0,6 38-1 0 0,-1-9-1071 0 0,24 123 143 0 0,-22-98-509 0 0,3 0 0 0 0,34 94 0 0 0,-25-112-1193 0 0,-22-51 772 0 0,0 1 1 0 0,1-1 0 0 0,-1 0 0 0 0,1 0 0 0 0,-1 0 0 0 0,1 0 0 0 0,5 3-1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9 265 5065 0 0,'-3'-13'288'0'0,"1"1"1"0"0,0-1-1 0 0,1 0 0 0 0,0 0 1 0 0,1-1-1 0 0,1 1 0 0 0,0 0 0 0 0,1 0 1 0 0,0 0-1 0 0,1 1 0 0 0,0-1 1 0 0,1 1-1 0 0,0-1 0 0 0,1 1 1 0 0,1 0-1 0 0,8-14 0 0 0,-12 23-98 0 0,0 1 1 0 0,-1-1-1 0 0,1 1 0 0 0,0 0 1 0 0,0 0-1 0 0,0 0 0 0 0,1 0 1 0 0,-1 0-1 0 0,1 0 0 0 0,-1 0 1 0 0,1 1-1 0 0,-1-1 0 0 0,1 1 0 0 0,0 0 1 0 0,-1 0-1 0 0,1 0 0 0 0,0 0 1 0 0,0 0-1 0 0,0 1 0 0 0,0-1 1 0 0,0 1-1 0 0,0 0 0 0 0,0 0 1 0 0,5 0-1 0 0,-6 1-98 0 0,1 0-1 0 0,-1-1 1 0 0,1 1 0 0 0,-1 0-1 0 0,0 0 1 0 0,1 0 0 0 0,-1 1 0 0 0,0-1-1 0 0,0 0 1 0 0,0 1 0 0 0,0-1-1 0 0,0 1 1 0 0,0 0 0 0 0,0 0 0 0 0,0 0-1 0 0,-1 0 1 0 0,1 0 0 0 0,-1 0 0 0 0,1 0-1 0 0,-1 0 1 0 0,0 1 0 0 0,0-1-1 0 0,0 1 1 0 0,0-1 0 0 0,-1 1 0 0 0,1-1-1 0 0,0 1 1 0 0,-1 3 0 0 0,2 12-151 0 0,-1 0 0 0 0,-2 0 0 0 0,1 0 0 0 0,-2 0 0 0 0,0 0 0 0 0,-10 35 0 0 0,-43 103-459 0 0,33-100 490 0 0,-3 2 110 0 0,17-42 342 0 0,0 0 1 0 0,2 0-1 0 0,-7 24 0 0 0,13-39-376 0 0,0 0 0 0 0,0-1 1 0 0,0 1-1 0 0,0 0 0 0 0,0-1 1 0 0,0 1-1 0 0,0 0 0 0 0,0-1 0 0 0,0 1 1 0 0,0 0-1 0 0,1-1 0 0 0,-1 1 1 0 0,0-1-1 0 0,1 1 0 0 0,-1 0 0 0 0,0-1 1 0 0,1 1-1 0 0,-1-1 0 0 0,1 1 0 0 0,-1-1 1 0 0,0 1-1 0 0,1-1 0 0 0,-1 1 1 0 0,1-1-1 0 0,0 0 0 0 0,-1 1 0 0 0,1-1 1 0 0,-1 0-1 0 0,1 1 0 0 0,0-1 1 0 0,-1 0-1 0 0,1 0 0 0 0,0 1 0 0 0,-1-1 1 0 0,1 0-1 0 0,0 0 0 0 0,-1 0 1 0 0,1 0-1 0 0,0 0 0 0 0,-1 0 0 0 0,1 0 1 0 0,1 0-1 0 0,37-2 672 0 0,-28 1-511 0 0,75-6-252 0 0,131-27 0 0 0,-195 30-1258 0 0,1 1-3616 0 0,-1 2-1506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71 118 2761 0 0,'-35'-78'4756'0'0,"30"70"-3278"0"0,1 0 0 0 0,-2 1 0 0 0,1-1 0 0 0,-10 0 3812 0 0,15 42-3653 0 0,11 70-855 0 0,4 0-1 0 0,39 137 1 0 0,-33-170-737 0 0,4 0-1 0 0,3-2 1 0 0,3-1 0 0 0,53 86 0 0 0,74 124-2458 0 0,-149-261 1137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63 409 5065 0 0,'-4'-1'207'0'0,"1"0"-1"0"0,-1-1 1 0 0,1 0 0 0 0,-1 1-1 0 0,1-1 1 0 0,0 0 0 0 0,0-1-1 0 0,0 1 1 0 0,0 0 0 0 0,0-1-1 0 0,0 0 1 0 0,1 0 0 0 0,-1 1 0 0 0,1-2-1 0 0,0 1 1 0 0,0 0 0 0 0,0 0-1 0 0,0-1 1 0 0,0 1 0 0 0,1-1-1 0 0,0 1 1 0 0,0-1 0 0 0,0 0-1 0 0,0 1 1 0 0,0-1 0 0 0,1 0-1 0 0,-1 0 1 0 0,1 1 0 0 0,0-1-1 0 0,0 0 1 0 0,1 0 0 0 0,-1 0-1 0 0,1 1 1 0 0,2-7 0 0 0,0-1 222 0 0,2 1 0 0 0,-1 0 1 0 0,1 0-1 0 0,1 0 1 0 0,0 0-1 0 0,0 1 1 0 0,1 0-1 0 0,0 1 1 0 0,11-11-1 0 0,12-9 462 0 0,40-28 1 0 0,-35 29-483 0 0,55-37-1950 0 0,-64 47-4653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186 192 2304 0 0,'0'-26'1306'0'0,"1"-7"1016"0"0,-2 0 0 0 0,-8-52 0 0 0,9 85-2211 0 0,0-1 0 0 0,0 0 0 0 0,0 1 0 0 0,0-1 0 0 0,0 1 0 0 0,0-1 0 0 0,0 1 0 0 0,0-1 0 0 0,0 0 0 0 0,-1 1 0 0 0,1-1 1 0 0,0 1-1 0 0,0-1 0 0 0,-1 1 0 0 0,1-1 0 0 0,0 1 0 0 0,0-1 0 0 0,-1 1 0 0 0,1-1 0 0 0,-1 1 0 0 0,1 0 0 0 0,0-1 0 0 0,-1 1 0 0 0,1-1 0 0 0,-1 1 1 0 0,1 0-1 0 0,-1 0 0 0 0,1-1 0 0 0,-1 1 0 0 0,1 0 0 0 0,-1 0 0 0 0,1-1 0 0 0,-1 1 0 0 0,0 0 0 0 0,0 1 57 0 0,-1-1-1 0 0,1 1 1 0 0,0-1-1 0 0,0 1 1 0 0,0 0-1 0 0,0 0 1 0 0,0 0 0 0 0,0-1-1 0 0,0 1 1 0 0,0 0-1 0 0,0 0 1 0 0,0 0-1 0 0,-1 2 1 0 0,-22 40 1606 0 0,-1 21-1566 0 0,2 1 1 0 0,3 2 0 0 0,3-1 0 0 0,3 2 0 0 0,2 0-1 0 0,-1 73 1 0 0,11-101-178 0 0,3-1 0 0 0,5 47 0 0 0,-4-72-20 0 0,0 0 1 0 0,1 0-1 0 0,1-1 0 0 0,0 1 0 0 0,1-1 1 0 0,1 0-1 0 0,0-1 0 0 0,0 1 0 0 0,15 19 1 0 0,-20-30-5 0 0,-1-1 1 0 0,1 1-1 0 0,0-1 0 0 0,0 0 1 0 0,1 1-1 0 0,-1-1 1 0 0,0 0-1 0 0,0 0 1 0 0,1 0-1 0 0,-1 0 1 0 0,0 0-1 0 0,1 0 0 0 0,-1 0 1 0 0,1 0-1 0 0,-1-1 1 0 0,1 1-1 0 0,0 0 1 0 0,-1-1-1 0 0,1 1 0 0 0,0-1 1 0 0,-1 0-1 0 0,1 0 1 0 0,0 1-1 0 0,-1-1 1 0 0,1 0-1 0 0,0-1 1 0 0,-1 1-1 0 0,1 0 0 0 0,0 0 1 0 0,-1-1-1 0 0,1 1 1 0 0,0-1-1 0 0,-1 1 1 0 0,1-1-1 0 0,-1 0 1 0 0,1 1-1 0 0,-1-1 0 0 0,1 0 1 0 0,-1 0-1 0 0,1 0 1 0 0,-1 0-1 0 0,0-1 1 0 0,0 1-1 0 0,1 0 1 0 0,-1 0-1 0 0,0-1 0 0 0,1-1 1 0 0,2-3-32 0 0,1-1 1 0 0,-1 1-1 0 0,-1 0 0 0 0,1-1 1 0 0,-1 0-1 0 0,0 0 1 0 0,-1 0-1 0 0,0 0 1 0 0,3-13-1 0 0,-4 1-105 0 0,-1 1 1 0 0,-4-36-1 0 0,0-9 256 0 0,5 62 36 0 0,3 7-79 0 0,8 19-27 0 0,5 8 163 0 0,-13-28-200 0 0,-1 0-1 0 0,1-1 1 0 0,-1 1-1 0 0,1-1 1 0 0,1 1-1 0 0,-1-1 0 0 0,1 0 1 0 0,-1-1-1 0 0,1 1 1 0 0,0-1-1 0 0,1 0 1 0 0,-1 0-1 0 0,0-1 0 0 0,1 1 1 0 0,0-1-1 0 0,-1-1 1 0 0,1 1-1 0 0,0-1 1 0 0,0 0-1 0 0,0 0 0 0 0,0 0 1 0 0,0-1-1 0 0,0 0 1 0 0,0 0-1 0 0,0-1 1 0 0,0 0-1 0 0,0 0 0 0 0,-1 0 1 0 0,1 0-1 0 0,0-1 1 0 0,0 0-1 0 0,5-3 1 0 0,5-3 67 0 0,-1 1 1 0 0,0-2 0 0 0,0 0 0 0 0,-1-1 0 0 0,0 0-1 0 0,-1-1 1 0 0,0-1 0 0 0,-1 0 0 0 0,0 0 0 0 0,12-18-1 0 0,-10 9-32 0 0,0 1-1 0 0,-1-2 0 0 0,-1 0 0 0 0,-2 0 0 0 0,0-1 0 0 0,12-40 0 0 0,-19 48-44 0 0,0 0 0 0 0,0 1 0 0 0,-2-1-1 0 0,0 0 1 0 0,0 0 0 0 0,-2 0-1 0 0,1 0 1 0 0,-2 0 0 0 0,0 0 0 0 0,-1 1-1 0 0,-1-1 1 0 0,-6-19 0 0 0,0 11 128 0 0,-22-42 1 0 0,28 58-525 0 0,-1 0-1 0 0,1 0 1 0 0,-1 1 0 0 0,-1-1-1 0 0,1 1 1 0 0,-1 0 0 0 0,0 1-1 0 0,-1-1 1 0 0,-11-6 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37 364 11979 0 0,'0'1'34'0'0,"0"-1"0"0"0,0 0 1 0 0,0 0-1 0 0,0 0 0 0 0,0 1 0 0 0,0-1 1 0 0,0 0-1 0 0,0 0 0 0 0,0 0 1 0 0,0 1-1 0 0,0-1 0 0 0,1 0 1 0 0,-1 0-1 0 0,0 0 0 0 0,0 0 1 0 0,0 1-1 0 0,0-1 0 0 0,0 0 1 0 0,0 0-1 0 0,0 0 0 0 0,0 0 1 0 0,1 1-1 0 0,-1-1 0 0 0,0 0 0 0 0,0 0 1 0 0,0 0-1 0 0,0 0 0 0 0,1 0 1 0 0,-1 0-1 0 0,0 0 0 0 0,0 0 1 0 0,0 1-1 0 0,0-1 0 0 0,1 0 1 0 0,-1 0-1 0 0,0 0 0 0 0,0 0 1 0 0,0 0-1 0 0,1 0 0 0 0,-1 0 1 0 0,0 0-1 0 0,0 0 0 0 0,1 0 1 0 0,11-5 1205 0 0,9-10 110 0 0,-13 7-1143 0 0,-1 0-1 0 0,0 0 0 0 0,0 0 0 0 0,0-1 0 0 0,-1 0 0 0 0,-1 0 0 0 0,1-1 0 0 0,-1 0 1 0 0,-1 0-1 0 0,0 0 0 0 0,0 0 0 0 0,-1-1 0 0 0,3-17 0 0 0,-4 17-195 0 0,-1 0 0 0 0,0 0 0 0 0,0 0-1 0 0,-1 0 1 0 0,0 0 0 0 0,-1 0 0 0 0,0 0-1 0 0,-1 0 1 0 0,0 0 0 0 0,-1 0 0 0 0,0 0 0 0 0,0 1-1 0 0,-8-15 1 0 0,10 23 0 0 0,0 0 1 0 0,0 0-1 0 0,0-1 0 0 0,-1 1 0 0 0,1 0 0 0 0,-1 1 1 0 0,1-1-1 0 0,-1 0 0 0 0,0 0 0 0 0,1 1 1 0 0,-1-1-1 0 0,0 1 0 0 0,0-1 0 0 0,0 1 1 0 0,0 0-1 0 0,-1 0 0 0 0,1 0 0 0 0,0 0 0 0 0,0 0 1 0 0,-1 0-1 0 0,1 1 0 0 0,-4-1 0 0 0,3 1 14 0 0,1 1 0 0 0,-1-1 0 0 0,1 1 0 0 0,-1 0-1 0 0,1 0 1 0 0,0 0 0 0 0,-1 0 0 0 0,1 0 0 0 0,0 0 0 0 0,0 1-1 0 0,0-1 1 0 0,0 1 0 0 0,0 0 0 0 0,0-1 0 0 0,0 1-1 0 0,0 0 1 0 0,1 0 0 0 0,-1 0 0 0 0,1 0 0 0 0,-1 1-1 0 0,-1 2 1 0 0,-3 8 49 0 0,-1 1 0 0 0,2-1-1 0 0,0 1 1 0 0,0 0 0 0 0,1 0-1 0 0,1 0 1 0 0,0 1-1 0 0,1-1 1 0 0,1 1 0 0 0,0 26-1 0 0,2-24-90 0 0,1 0 0 0 0,0 0 0 0 0,1-1 0 0 0,0 1 0 0 0,2-1 0 0 0,0 1-1 0 0,0-2 1 0 0,2 1 0 0 0,9 16 0 0 0,-8-20-35 0 0,0 0 1 0 0,1-1-1 0 0,0-1 1 0 0,1 1-1 0 0,0-2 1 0 0,1 1-1 0 0,0-1 1 0 0,0-1-1 0 0,1 0 0 0 0,0-1 1 0 0,21 10-1 0 0,-4-4-524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71 7370 0 0,'-4'-2'-279'0'0,"-10"-4"2694"0"0,13 6-2337 0 0,1 0 0 0 0,0 0 0 0 0,0 0 0 0 0,-1 0 1 0 0,1 0-1 0 0,0 0 0 0 0,-1 0 0 0 0,1 0 0 0 0,0 0 0 0 0,0 0 0 0 0,-1 0 1 0 0,1 1-1 0 0,0-1 0 0 0,0 0 0 0 0,-1 0 0 0 0,1 0 0 0 0,0 0 0 0 0,0 1 1 0 0,0-1-1 0 0,-1 0 0 0 0,1 0 0 0 0,0 0 0 0 0,0 1 0 0 0,0-1 0 0 0,-1 0 1 0 0,1 0-1 0 0,0 1 0 0 0,0-1 0 0 0,0 0 0 0 0,0 0 0 0 0,0 1 0 0 0,0-1 1 0 0,0 0-1 0 0,0 1 0 0 0,0-1 0 0 0,0 0 0 0 0,0 0 0 0 0,0 1 0 0 0,0-1 1 0 0,0 3 1164 0 0,0 3-315 0 0,3 38-216 0 0,3 0 0 0 0,1 0 1 0 0,1-1-1 0 0,25 69 0 0 0,-32-109-687 0 0,0 0 1 0 0,0 0-1 0 0,0 0 1 0 0,1 0-1 0 0,-1-1 0 0 0,1 1 1 0 0,0-1-1 0 0,-1 1 1 0 0,1-1-1 0 0,0 1 0 0 0,0-1 1 0 0,1 0-1 0 0,2 2 1 0 0,-5-4-20 0 0,1 0 1 0 0,-1 1-1 0 0,1-1 1 0 0,0 0-1 0 0,-1 0 0 0 0,1 0 1 0 0,-1 0-1 0 0,1 0 1 0 0,0 0-1 0 0,-1 0 1 0 0,1 0-1 0 0,0 0 1 0 0,-1 0-1 0 0,1 0 1 0 0,-1 0-1 0 0,1 0 1 0 0,0 0-1 0 0,-1 0 1 0 0,1-1-1 0 0,-1 1 0 0 0,1 0 1 0 0,-1-1-1 0 0,2 1 1 0 0,0-2-9 0 0,-1 0 0 0 0,1 1 0 0 0,-1-1 0 0 0,1 0 0 0 0,-1 0 0 0 0,0 1 0 0 0,1-1 0 0 0,-1 0 0 0 0,1-4 0 0 0,11-26-58 0 0,-1-1 0 0 0,11-56 0 0 0,-17 61 23 0 0,1 1 0 0 0,1 1 0 0 0,1 0-1 0 0,1 0 1 0 0,17-30 0 0 0,-25 53 73 0 0,0 0 1 0 0,0 0-1 0 0,0 0 1 0 0,0 0-1 0 0,0 1 1 0 0,0-1-1 0 0,1 1 0 0 0,0 0 1 0 0,-1-1-1 0 0,1 1 1 0 0,0 1-1 0 0,0-1 1 0 0,4-2-1 0 0,-5 4-15 0 0,0-1 0 0 0,-1 1-1 0 0,1 0 1 0 0,0 0 0 0 0,-1 0 0 0 0,1 0-1 0 0,0 0 1 0 0,-1 0 0 0 0,1 0 0 0 0,0 0-1 0 0,-1 1 1 0 0,1-1 0 0 0,0 1 0 0 0,-1-1 0 0 0,1 1-1 0 0,-1 0 1 0 0,1-1 0 0 0,-1 1 0 0 0,1 0-1 0 0,-1 0 1 0 0,0 0 0 0 0,1 0 0 0 0,-1 0-1 0 0,0 0 1 0 0,0 1 0 0 0,0-1 0 0 0,0 0-1 0 0,2 3 1 0 0,16 23 466 0 0,32 60-1 0 0,-35-55-1609 0 0,36 49 0 0 0,-37-61-68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0 455 6913 0 0,'2'0'68'0'0,"-1"1"-1"0"0,0-1 0 0 0,0 0 1 0 0,0-1-1 0 0,0 1 0 0 0,1 0 0 0 0,-1 0 1 0 0,0 0-1 0 0,0-1 0 0 0,0 1 0 0 0,0-1 1 0 0,0 1-1 0 0,0-1 0 0 0,0 1 0 0 0,0-1 1 0 0,0 1-1 0 0,0-1 0 0 0,0 0 1 0 0,0 0-1 0 0,0 1 0 0 0,0-1 0 0 0,1-2 1 0 0,23-24 1401 0 0,-19 20-1213 0 0,10-12 334 0 0,0-1-1 0 0,-2-1 1 0 0,0 0-1 0 0,-1-1 0 0 0,-1 0 1 0 0,-1-1-1 0 0,-1 0 1 0 0,-2-1-1 0 0,12-44 1 0 0,-18 54-374 0 0,-1 1 1 0 0,0-1 0 0 0,-1-15-1 0 0,0 24-191 0 0,0-1 1 0 0,-1 1-1 0 0,0 0 1 0 0,0 0-1 0 0,0 0 0 0 0,0 0 1 0 0,-1 0-1 0 0,0 0 1 0 0,0 0-1 0 0,0 0 0 0 0,-4-5 1 0 0,5 10-29 0 0,1-1 1 0 0,-1 0 0 0 0,1 0-1 0 0,-1 1 1 0 0,0-1 0 0 0,1 0 0 0 0,-1 1-1 0 0,0-1 1 0 0,1 0 0 0 0,-1 1-1 0 0,0-1 1 0 0,0 1 0 0 0,0 0 0 0 0,0-1-1 0 0,1 1 1 0 0,-1-1 0 0 0,0 1-1 0 0,0 0 1 0 0,0 0 0 0 0,0 0-1 0 0,0 0 1 0 0,0-1 0 0 0,0 1 0 0 0,0 0-1 0 0,0 0 1 0 0,0 1 0 0 0,-1-1-1 0 0,0 1 7 0 0,0 0 1 0 0,0 0-1 0 0,0 0 0 0 0,0 0 0 0 0,1 0 0 0 0,-1 1 0 0 0,0-1 0 0 0,1 1 1 0 0,-1-1-1 0 0,1 1 0 0 0,-3 3 0 0 0,-2 3 94 0 0,1 1-1 0 0,0 1 1 0 0,-7 17 0 0 0,7-15-2 0 0,1 1 0 0 0,0 0 0 0 0,1 0 0 0 0,0 0 0 0 0,1 0 0 0 0,1 1 1 0 0,0-1-1 0 0,1 1 0 0 0,2 25 0 0 0,0-30-150 0 0,0 0 0 0 0,1 0 1 0 0,-1 0-1 0 0,2 0 0 0 0,-1 0 0 0 0,1-1 1 0 0,1 0-1 0 0,-1 0 0 0 0,1 0 0 0 0,1 0 0 0 0,-1-1 1 0 0,1 1-1 0 0,1-1 0 0 0,14 11 0 0 0,-10-9-709 0 0,0-1 0 0 0,1 0 0 0 0,23 11 0 0 0,-8-7-372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17 387 10594 0 0,'-2'1'89'0'0,"-11"16"1079"0"0,12-17-1138 0 0,1 0 0 0 0,0 0 0 0 0,0 1 0 0 0,0-1-1 0 0,0 0 1 0 0,0 1 0 0 0,0-1 0 0 0,0 0 0 0 0,0 1 0 0 0,0-1 0 0 0,0 0 0 0 0,0 1-1 0 0,0-1 1 0 0,0 0 0 0 0,0 1 0 0 0,0-1 0 0 0,0 0 0 0 0,0 1 0 0 0,0-1-1 0 0,0 0 1 0 0,0 0 0 0 0,0 1 0 0 0,1-1 0 0 0,-1 0 0 0 0,0 1 0 0 0,0-1-1 0 0,0 0 1 0 0,1 0 0 0 0,-1 1 0 0 0,0-1 0 0 0,0 0 0 0 0,1 0 0 0 0,-1 0-1 0 0,0 1 1 0 0,0-1 0 0 0,1 0 0 0 0,-1 0 0 0 0,0 0 0 0 0,0 0 0 0 0,1 0 0 0 0,-1 1-1 0 0,0-1 1 0 0,1 0 0 0 0,-1 0 0 0 0,0 0 0 0 0,1 0 0 0 0,-1 0 0 0 0,0 0-1 0 0,1 0 1 0 0,-1 0 0 0 0,0 0 0 0 0,1 0 0 0 0,-1 0 0 0 0,0-1 0 0 0,1 1-1 0 0,-1 0 1 0 0,0 0 0 0 0,0 0 0 0 0,1 0 0 0 0,2-1 177 0 0,0 0 1 0 0,0 1 0 0 0,0-1-1 0 0,0 0 1 0 0,0 0-1 0 0,0-1 1 0 0,0 1-1 0 0,-1-1 1 0 0,1 1-1 0 0,-1-1 1 0 0,1 0-1 0 0,-1 0 1 0 0,1 0 0 0 0,2-4-1 0 0,32-38 1157 0 0,-30 36-1080 0 0,10-14 55 0 0,-2-1 0 0 0,0 0 0 0 0,18-38 0 0 0,-29 52-346 0 0,0 0 0 0 0,0-1 0 0 0,-1 1-1 0 0,0-1 1 0 0,-1 0 0 0 0,0 0 0 0 0,-1 0-1 0 0,0 0 1 0 0,0 0 0 0 0,-1 0 0 0 0,0 0-1 0 0,-1 0 1 0 0,-2-10 0 0 0,2 15-18 0 0,-1 1 0 0 0,0-1 0 0 0,0 1 0 0 0,0 0 0 0 0,-1 0 0 0 0,1 0 0 0 0,-1 0-1 0 0,0 0 1 0 0,0 1 0 0 0,-1-1 0 0 0,-4-3 0 0 0,8 6 22 0 0,-1 0-1 0 0,0 0 0 0 0,0 0 1 0 0,0 1-1 0 0,0-1 1 0 0,0 0-1 0 0,0 1 0 0 0,-1-1 1 0 0,1 1-1 0 0,0-1 0 0 0,0 1 1 0 0,0-1-1 0 0,0 1 1 0 0,-1 0-1 0 0,1 0 0 0 0,0 0 1 0 0,0-1-1 0 0,-1 1 0 0 0,1 0 1 0 0,0 0-1 0 0,0 1 1 0 0,-1-1-1 0 0,1 0 0 0 0,0 0 1 0 0,0 1-1 0 0,0-1 1 0 0,-1 1-1 0 0,1-1 0 0 0,0 1 1 0 0,0-1-1 0 0,0 1 0 0 0,0-1 1 0 0,0 1-1 0 0,0 0 1 0 0,0 0-1 0 0,0 0 0 0 0,0 0 1 0 0,0 0-1 0 0,1-1 0 0 0,-1 2 1 0 0,0-1-1 0 0,0 0 1 0 0,1 0-1 0 0,-1 0 0 0 0,1 0 1 0 0,-1 2-1 0 0,-3 7-12 0 0,0 1 0 0 0,1-1 0 0 0,0 0 0 0 0,1 1 0 0 0,0 0-1 0 0,1-1 1 0 0,0 1 0 0 0,0 0 0 0 0,1 0 0 0 0,1 0 0 0 0,0 0 0 0 0,3 11 0 0 0,-1-5-89 0 0,1 0 1 0 0,1-1-1 0 0,0 0 1 0 0,1 0-1 0 0,1 0 1 0 0,0-1-1 0 0,10 16 1 0 0,-9-19-204 0 0,1 0 0 0 0,0-1 1 0 0,1 0-1 0 0,0-1 0 0 0,21 18 1 0 0,-8-10-667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287 421 3225 0 0,'-42'22'8568'0'0,"-5"5"-3589"0"0,27-15-4115 0 0,1 1 0 0 0,0 2-1 0 0,0-1 1 0 0,2 2-1 0 0,-24 26 1 0 0,34-32-844 0 0,0-1 1 0 0,0 2-1 0 0,1-1 1 0 0,0 1-1 0 0,1 0 1 0 0,0 0-1 0 0,1 0 1 0 0,0 0-1 0 0,1 1 1 0 0,0 0-1 0 0,1 0 0 0 0,0 0 1 0 0,1 0-1 0 0,1 0 1 0 0,-1 0-1 0 0,2 0 1 0 0,0 0-1 0 0,0 0 1 0 0,1 0-1 0 0,1 0 0 0 0,0-1 1 0 0,0 1-1 0 0,1-1 1 0 0,1 1-1 0 0,0-1 1 0 0,0-1-1 0 0,1 1 1 0 0,0-1-1 0 0,1 0 0 0 0,0 0 1 0 0,1-1-1 0 0,9 9 1 0 0,-15-16-105 0 0,0 0-1 0 0,0 0 1 0 0,0 0 0 0 0,1-1-1 0 0,-1 1 1 0 0,0-1 0 0 0,1 0-1 0 0,-1 1 1 0 0,1-1 0 0 0,-1 0 0 0 0,1 0-1 0 0,-1-1 1 0 0,1 1 0 0 0,0 0-1 0 0,-1-1 1 0 0,1 0 0 0 0,0 0-1 0 0,-1 0 1 0 0,1 0 0 0 0,5 0-1 0 0,-4-2-136 0 0,0 1 0 0 0,1-1 0 0 0,-1 0-1 0 0,0 0 1 0 0,0 0 0 0 0,0 0 0 0 0,0-1-1 0 0,0 1 1 0 0,0-1 0 0 0,-1 0-1 0 0,5-5 1 0 0,3-4-518 0 0,-1-1-1 0 0,0 0 0 0 0,-1 0 0 0 0,-1-1 1 0 0,0 0-1 0 0,7-17 0 0 0,-2-2-282 0 0,-1 0-1 0 0,-2-1 0 0 0,-1 0 0 0 0,-2-1 1 0 0,4-45-1 0 0,-9 42 845 0 0,-1 0 1 0 0,-2 0-1 0 0,-2 0 1 0 0,-13-68-1 0 0,-18-48 1602 0 0,0 1 4667 0 0,34 152-5892 0 0,0 0-1 0 0,0 0 0 0 0,0 0 1 0 0,0 0-1 0 0,0 0 0 0 0,0 0 0 0 0,-1 0 1 0 0,1 0-1 0 0,0 0 0 0 0,-1 0 1 0 0,1 0-1 0 0,0 0 0 0 0,-1 0 1 0 0,0 1-1 0 0,1-1 0 0 0,-1 0 1 0 0,1 0-1 0 0,-1 0 0 0 0,-1-1 1 0 0,-3 19 2003 0 0,2 35-779 0 0,20 96-555 0 0,44 185-1 0 0,-26-165-732 0 0,7 25-438 0 0,-8-66-2764 0 0,-21-83-4066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18 270 8290 0 0,'-3'-6'344'0'0,"1"-1"1"0"0,-1 1-1 0 0,1-1 1 0 0,1 1-1 0 0,-1-1 1 0 0,1 0-1 0 0,0 1 1 0 0,1-1-1 0 0,0 0 1 0 0,1-13 0 0 0,-1 0 246 0 0,-1 6 86 0 0,0 7-258 0 0,0 1 1 0 0,1 0-1 0 0,0 0 1 0 0,0 0-1 0 0,1 0 1 0 0,-1 0-1 0 0,1 0 1 0 0,0 0-1 0 0,1 0 1 0 0,3-8 0 0 0,-5 13-381 0 0,0 1 0 0 0,0 0 0 0 0,1 0 1 0 0,-1 0-1 0 0,0 0 0 0 0,0 0 1 0 0,1 0-1 0 0,-1 0 0 0 0,0 0 1 0 0,0 0-1 0 0,1 0 0 0 0,-1 0 1 0 0,0 0-1 0 0,0 0 0 0 0,1 0 1 0 0,-1 0-1 0 0,0 0 0 0 0,0 0 1 0 0,1 0-1 0 0,-1 0 0 0 0,0 0 1 0 0,0 0-1 0 0,1 1 0 0 0,-1-1 1 0 0,0 0-1 0 0,0 0 0 0 0,1 0 0 0 0,-1 0 1 0 0,0 1-1 0 0,0-1 0 0 0,0 0 1 0 0,0 0-1 0 0,1 0 0 0 0,-1 1 1 0 0,0-1-1 0 0,0 0 0 0 0,0 0 1 0 0,0 1-1 0 0,0-1 0 0 0,0 0 1 0 0,0 0-1 0 0,0 1 0 0 0,0-1 1 0 0,1 0-1 0 0,-1 0 0 0 0,0 1 1 0 0,8 16 514 0 0,-7-14-356 0 0,92 218 1646 0 0,-21-46-1774 0 0,-28-74-70 0 0,114 187 0 0 0,-152-279 27 0 0,-1-1 0 0 0,2 0 0 0 0,-1 0 0 0 0,1-1 0 0 0,0 0-1 0 0,0 0 1 0 0,1 0 0 0 0,0-1 0 0 0,15 9 0 0 0,-22-15-22 0 0,1 0 0 0 0,-1 1 0 0 0,0-1 0 0 0,0 0 0 0 0,0 0 0 0 0,1 0 0 0 0,-1 0-1 0 0,0 0 1 0 0,0 0 0 0 0,0 0 0 0 0,0-1 0 0 0,1 1 0 0 0,-1 0 0 0 0,0 0 0 0 0,0-1 0 0 0,0 1 0 0 0,0-1 0 0 0,0 1-1 0 0,0-1 1 0 0,0 0 0 0 0,0 1 0 0 0,0-1 0 0 0,0 0 0 0 0,0 0 0 0 0,0 0 0 0 0,0 0 0 0 0,-1 1 0 0 0,1-1 0 0 0,0 0-1 0 0,-1 0 1 0 0,1 0 0 0 0,0-1 0 0 0,-1 1 0 0 0,1-2 0 0 0,14-40 53 0 0,9-91 17 0 0,7-146 0 0 0,-2 14-2075 0 0,-23 210 586 0 0,-3 28-330 0 0,1-1 1 0 0,1 0 0 0 0,11-33 0 0 0,-8 42 22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33 10594 0 0,'-3'-8'89'0'0,"-9"-15"2806"0"0,5 21-849 0 0,-2 16-258 0 0,5-2-1281 0 0,0 0 1 0 0,1 0 0 0 0,1 1 0 0 0,0-1-1 0 0,-1 24 1 0 0,4 65 630 0 0,0-92-1017 0 0,0 13-30 0 0,1-1 0 0 0,1 1 0 0 0,1-1 0 0 0,0 0 0 0 0,2 0 0 0 0,1-1 0 0 0,16 37 0 0 0,-19-49-66 0 0,1 0-1 0 0,-1 0 1 0 0,2-1 0 0 0,-1 1-1 0 0,1-1 1 0 0,0-1 0 0 0,0 1 0 0 0,1-1-1 0 0,0 0 1 0 0,0 0 0 0 0,1-1 0 0 0,-1 0-1 0 0,1 0 1 0 0,0-1 0 0 0,0 0 0 0 0,1-1-1 0 0,-1 0 1 0 0,1 0 0 0 0,0 0-1 0 0,0-1 1 0 0,10 1 0 0 0,-12-2-30 0 0,0-1 0 0 0,1 0 0 0 0,-1 0 0 0 0,0 0 0 0 0,0-1 0 0 0,0 0 1 0 0,0 0-1 0 0,0-1 0 0 0,0 0 0 0 0,0 0 0 0 0,0 0 0 0 0,-1-1 0 0 0,1 0 0 0 0,-1-1 0 0 0,0 1 0 0 0,0-1 0 0 0,0-1 1 0 0,0 1-1 0 0,-1-1 0 0 0,0 0 0 0 0,7-8 0 0 0,-6 6-1 0 0,-1-1-1 0 0,0 0 1 0 0,0 0-1 0 0,-1 0 1 0 0,0 0 0 0 0,0-1-1 0 0,-1 0 1 0 0,-1 0 0 0 0,1 0-1 0 0,-1 0 1 0 0,-1 0 0 0 0,0 0-1 0 0,0 0 1 0 0,0-1 0 0 0,-2 1-1 0 0,0-11 1 0 0,-2 2-54 0 0,-1-1 1 0 0,-1 1 0 0 0,0 0-1 0 0,-1 0 1 0 0,-2 1-1 0 0,1 0 1 0 0,-2 0-1 0 0,0 0 1 0 0,-1 1-1 0 0,-1 1 1 0 0,-21-24-1 0 0,30 36-90 0 0,-1 0 0 0 0,0 0 0 0 0,0 1 0 0 0,0-1 0 0 0,0 1 0 0 0,-1 0 0 0 0,1 0 0 0 0,-8-3 0 0 0,9 5-235 0 0,0-1 0 0 0,0 1-1 0 0,0-1 1 0 0,-1 1 0 0 0,1 0 0 0 0,0-1-1 0 0,0 1 1 0 0,-1 0 0 0 0,1 1 0 0 0,-3-1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0,'20'4'12794'0'0,"-16"44"-12290"0"0,3 0 0 0 0,2 0 1 0 0,2-1-1 0 0,2 0 0 0 0,2-1 1 0 0,26 57-1 0 0,-35-91-907 0 0,1-1-1 0 0,0 0 1 0 0,0-1 0 0 0,1 0-1 0 0,14 15 1 0 0,-18-21 56 0 0,0 0 1 0 0,0 0-1 0 0,1-1 1 0 0,-1 1 0 0 0,1-1-1 0 0,-1 0 1 0 0,1 0-1 0 0,0-1 1 0 0,0 1-1 0 0,1-1 1 0 0,-1 0 0 0 0,0-1-1 0 0,1 1 1 0 0,-1-1-1 0 0,7 1 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5985 0 0,'6'-1'1004'0'0,"0"1"-1"0"0,1 0 0 0 0,-1-1 1 0 0,1-1-1 0 0,10-2 0 0 0,3-2-26 0 0,0 0-1 0 0,0-2 1 0 0,-1 0-1 0 0,0-1 1 0 0,0-1-1 0 0,27-19 1 0 0,-34 19-1604 0 0,-1 1 1 0 0,0-1 0 0 0,0-1 0 0 0,-1 0 0 0 0,-1-1 0 0 0,10-14 0 0 0,-10 10-4774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7834 0 0,'-15'34'1835'0'0,"3"1"-1"0"0,0 0 1 0 0,3 1 0 0 0,1 0 0 0 0,-4 43 0 0 0,8-49-1162 0 0,2 0 1 0 0,1 0 0 0 0,2 0-1 0 0,6 49 1 0 0,-4-62-869 0 0,0-1 1 0 0,1 1 0 0 0,1-1-1 0 0,0 0 1 0 0,2-1-1 0 0,-1 1 1 0 0,2-1 0 0 0,0 0-1 0 0,18 24 1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53 10594 0 0,'-3'-15'1276'0'0,"3"11"-834"0"0,-1-1 1 0 0,0 1-1 0 0,0 0 0 0 0,0 0 1 0 0,0 0-1 0 0,-1 0 0 0 0,-6-4 2981 0 0,8 8-3377 0 0,-2 12 995 0 0,2 13-314 0 0,42 231 1939 0 0,-14-86-2217 0 0,72 334-117 0 0,-75-374-2253 0 0,-23-106 444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2 162 8754 0 0,'0'0'18'0'0,"0"1"1"0"0,0-1 0 0 0,0 0-1 0 0,-1 0 1 0 0,1 0-1 0 0,0 0 1 0 0,0 0-1 0 0,0 0 1 0 0,0 0-1 0 0,0 0 1 0 0,0 0-1 0 0,0 1 1 0 0,0-1 0 0 0,0 0-1 0 0,0 0 1 0 0,0 0-1 0 0,0 0 1 0 0,0 0-1 0 0,0 0 1 0 0,0 1-1 0 0,0-1 1 0 0,0 0-1 0 0,0 0 1 0 0,0 0 0 0 0,0 0-1 0 0,0 0 1 0 0,0 0-1 0 0,0 1 1 0 0,0-1-1 0 0,0 0 1 0 0,0 0-1 0 0,0 0 1 0 0,0 0-1 0 0,0 0 1 0 0,0 0 0 0 0,0 0-1 0 0,0 0 1 0 0,0 1-1 0 0,1-1 1 0 0,-1 0-1 0 0,0 0 1 0 0,0 0-1 0 0,0 0 1 0 0,0 0-1 0 0,0 0 1 0 0,0 0 0 0 0,0 0-1 0 0,0 0 1 0 0,1 0-1 0 0,-1 0 1 0 0,0 0-1 0 0,0 0 1 0 0,0 0-1 0 0,0 1 1 0 0,0-1 0 0 0,0 0-1 0 0,0 0 1 0 0,1 0-1 0 0,-1 0 1 0 0,0 0-1 0 0,0 0 1 0 0,0-1-1 0 0,0 1 1 0 0,0 0-1 0 0,17 1 1190 0 0,19-6 404 0 0,-9-4-852 0 0,0-2 0 0 0,0-1 0 0 0,-1-1 1 0 0,33-22-1 0 0,-25 14-916 0 0,54-24-1 0 0,-47 29 157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5 16131 0 0,'-2'-1'173'0'0,"-1"0"0"0"0,1 0-1 0 0,-1 1 1 0 0,1-1-1 0 0,-1 1 1 0 0,0 0-1 0 0,1 0 1 0 0,-1 0-1 0 0,1 0 1 0 0,-1 0-1 0 0,0 0 1 0 0,1 1-1 0 0,-1-1 1 0 0,1 1-1 0 0,-1 0 1 0 0,1 0-1 0 0,-3 1 1 0 0,2 1-30 0 0,0-1 1 0 0,0 1-1 0 0,1 0 0 0 0,0 0 0 0 0,-1 0 1 0 0,1 0-1 0 0,0 0 0 0 0,0 0 1 0 0,0 1-1 0 0,1-1 0 0 0,-3 7 0 0 0,-16 52 330 0 0,3 0 0 0 0,3 1-1 0 0,-11 105 1 0 0,24-158-444 0 0,-7 60 66 0 0,2 1 1 0 0,4 0-1 0 0,3 0 1 0 0,13 94-1 0 0,-7-121-44 0 0,2 1-1 0 0,2-1 1 0 0,2-1-1 0 0,1 0 1 0 0,3-1-1 0 0,1-1 1 0 0,46 75-1 0 0,-31-66-27 0 0,1-2 0 0 0,3 0-1 0 0,2-3 1 0 0,45 42 0 0 0,-64-70-14 0 0,0-1 0 0 0,0-1-1 0 0,2-1 1 0 0,45 22 0 0 0,-51-29-15 0 0,0-1 0 0 0,1 0 0 0 0,-1-1 0 0 0,1-1 0 0 0,0-1 0 0 0,0-1 0 0 0,1 0 0 0 0,21-1 0 0 0,-29-1-169 0 0,0-1-1 0 0,1-1 1 0 0,-1 1-1 0 0,19-7 1 0 0,2-4-508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3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10594 0 0,'1'-7'3352'0'0,"-1"7"-3277"0"0,14-6 1705 0 0,15-1 178 0 0,-28 7-1777 0 0,101-10 3331 0 0,-77 9-3267 0 0,0-1 1 0 0,0-1-1 0 0,0-1 1 0 0,35-11 0 0 0,-35 4-705 0 0,15-5-1052 0 0,-16 13-2253 0 0,-15 6 2261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48 3681 0 0,'-10'5'406'0'0,"-32"15"1442"0"0,13-14 7731 0 0,34-10-9322 0 0,6-5-100 0 0,1 1 0 0 0,0 0-1 0 0,1 1 1 0 0,-1 0 0 0 0,1 1-1 0 0,1 0 1 0 0,-1 1 0 0 0,1 1-1 0 0,0 0 1 0 0,0 1-1 0 0,0 0 1 0 0,28-1 0 0 0,-17 4 115 0 0,1 0 1 0 0,0 2 0 0 0,-1 0-1 0 0,1 2 1 0 0,-1 1 0 0 0,41 13-1 0 0,-62-16-274 0 0,-1-1 1 0 0,1 0-1 0 0,0 1 0 0 0,-1 0 0 0 0,1-1 1 0 0,-1 1-1 0 0,0 1 0 0 0,0-1 0 0 0,0 0 1 0 0,0 1-1 0 0,0 0 0 0 0,0-1 0 0 0,-1 1 1 0 0,1 0-1 0 0,-1 1 0 0 0,0-1 0 0 0,2 4 0 0 0,-2-3-3 0 0,0 1-1 0 0,-1 0 0 0 0,1 0 0 0 0,-1 0 0 0 0,-1 0 0 0 0,1 0 0 0 0,-1 0 0 0 0,0 0 0 0 0,0 0 0 0 0,0 0 0 0 0,-2 8 0 0 0,-4 10-17 0 0,0 0 0 0 0,-2-1 0 0 0,-1 0 0 0 0,-18 34 0 0 0,15-32 24 0 0,2-4 74 0 0,6-14-34 0 0,0 1 0 0 0,1-1 0 0 0,0 1-1 0 0,0 0 1 0 0,0-1 0 0 0,1 1-1 0 0,-2 15 1 0 0,4-21-37 0 0,0-1 1 0 0,0 1-1 0 0,1 0 0 0 0,-1-1 0 0 0,0 1 0 0 0,0-1 0 0 0,1 1 1 0 0,-1 0-1 0 0,1-1 0 0 0,-1 1 0 0 0,1-1 0 0 0,-1 1 1 0 0,1-1-1 0 0,-1 1 0 0 0,1-1 0 0 0,-1 1 0 0 0,1-1 0 0 0,-1 1 1 0 0,1-1-1 0 0,0 0 0 0 0,-1 0 0 0 0,1 1 0 0 0,0-1 0 0 0,-1 0 1 0 0,1 0-1 0 0,0 0 0 0 0,0 1 0 0 0,-1-1 0 0 0,1 0 1 0 0,0 0-1 0 0,-1 0 0 0 0,1 0 0 0 0,0 0 0 0 0,0 0 0 0 0,0-1 1 0 0,32-3-288 0 0,-27 3 279 0 0,9-1 6 0 0,0 1 1 0 0,0 0-1 0 0,1 1 0 0 0,-1 0 0 0 0,0 1 1 0 0,0 1-1 0 0,0 0 0 0 0,-1 1 0 0 0,16 6 1 0 0,-21-6-6 0 0,0 1 0 0 0,-1 0 0 0 0,1 0 0 0 0,-1 1 0 0 0,0 0 0 0 0,0 1 0 0 0,-1 0 0 0 0,1 0 0 0 0,-1 0 1 0 0,-1 1-1 0 0,1 0 0 0 0,-1 1 0 0 0,-1-1 0 0 0,1 1 0 0 0,6 14 0 0 0,-6-9 33 0 0,0 0-1 0 0,-1 0 0 0 0,-1 1 1 0 0,-1-1-1 0 0,0 1 1 0 0,0 0-1 0 0,-1 0 0 0 0,-1 0 1 0 0,-1 0-1 0 0,0 0 1 0 0,0 1-1 0 0,-1-1 0 0 0,-1 0 1 0 0,-1 0-1 0 0,-4 14 1 0 0,5-19 50 0 0,-2 1 0 0 0,1 0 1 0 0,-1-1-1 0 0,-1 1 1 0 0,1-1-1 0 0,-2 0 1 0 0,1 0-1 0 0,-1-1 1 0 0,0 0-1 0 0,-1 0 1 0 0,0 0-1 0 0,0-1 1 0 0,-1 0-1 0 0,0-1 0 0 0,0 1 1 0 0,-1-2-1 0 0,1 1 1 0 0,-1-1-1 0 0,-1 0 1 0 0,1-1-1 0 0,-14 5 1 0 0,19-8-85 0 0,-1-1-1 0 0,0 1 1 0 0,0-1 0 0 0,1 1 0 0 0,-1-2 0 0 0,0 1 0 0 0,0 0-1 0 0,0-1 1 0 0,1 0 0 0 0,-1 0 0 0 0,0 0 0 0 0,1-1 0 0 0,-1 1-1 0 0,1-1 1 0 0,0 0 0 0 0,-1-1 0 0 0,1 1 0 0 0,0-1 0 0 0,0 1 0 0 0,1-1-1 0 0,-1-1 1 0 0,1 1 0 0 0,-1 0 0 0 0,-3-5 0 0 0,5 4-424 0 0,-1 1 0 0 0,1-1 0 0 0,-1 0 0 0 0,1 0 0 0 0,0 0 1 0 0,1 0-1 0 0,-1 0 0 0 0,1 0 0 0 0,-1 0 0 0 0,0-6 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74 216 7370 0 0,'-35'-8'1544'0'0,"32"7"-1160"0"0,1 0-1 0 0,-1 0 1 0 0,1 0 0 0 0,0 0-1 0 0,0-1 1 0 0,-1 1 0 0 0,1-1-1 0 0,0 1 1 0 0,0-1 0 0 0,1 0-1 0 0,-1 0 1 0 0,0 0 0 0 0,1 0-1 0 0,-1 0 1 0 0,1 0-1 0 0,-1 0 1 0 0,1-1 0 0 0,-2-3-1 0 0,3 5-352 0 0,0 1-1 0 0,0 0 0 0 0,0 0 0 0 0,0 0 0 0 0,0 0 0 0 0,0 0 0 0 0,0 0 1 0 0,0 0-1 0 0,0-1 0 0 0,0 1 0 0 0,0 0 0 0 0,0 0 0 0 0,0 0 0 0 0,0 0 1 0 0,0 0-1 0 0,0 0 0 0 0,0-1 0 0 0,0 1 0 0 0,0 0 0 0 0,0 0 1 0 0,0 0-1 0 0,0 0 0 0 0,0 0 0 0 0,0 0 0 0 0,0 0 0 0 0,0-1 0 0 0,0 1 1 0 0,0 0-1 0 0,0 0 0 0 0,1 0 0 0 0,-1 0 0 0 0,0 0 0 0 0,0 0 0 0 0,0 0 1 0 0,0 0-1 0 0,0 0 0 0 0,0 0 0 0 0,0-1 0 0 0,0 1 0 0 0,1 0 0 0 0,-1 0 1 0 0,0 0-1 0 0,0 0 0 0 0,0 0 0 0 0,0 0 0 0 0,0 0 0 0 0,0 0 0 0 0,1 0 1 0 0,-1 0-1 0 0,10 2 500 0 0,8 6-95 0 0,0 8-2 0 0,0 1 0 0 0,-2 1 0 0 0,0 0 0 0 0,-1 2 0 0 0,19 29 0 0 0,-3-4-141 0 0,-7-13-155 0 0,2 0 0 0 0,1-1 0 0 0,1-2 1 0 0,2-1-1 0 0,61 45 0 0 0,-89-72-119 0 0,-1 1 0 0 0,1-1 1 0 0,0 0-1 0 0,0 0 0 0 0,0 0 1 0 0,0 0-1 0 0,0 0 0 0 0,0-1 1 0 0,0 1-1 0 0,0 0 0 0 0,4 0 1 0 0,-5-2-4 0 0,0 1 0 0 0,0 0 0 0 0,-1-1 0 0 0,1 1 0 0 0,0-1 1 0 0,-1 1-1 0 0,1-1 0 0 0,0 1 0 0 0,-1-1 0 0 0,1 1 0 0 0,-1-1 0 0 0,1 0 0 0 0,-1 1 1 0 0,1-1-1 0 0,-1 0 0 0 0,1 1 0 0 0,-1-1 0 0 0,0 0 0 0 0,1 0 0 0 0,-1 0 1 0 0,0 1-1 0 0,0-1 0 0 0,1 0 0 0 0,-1 0 0 0 0,0 0 0 0 0,0 1 0 0 0,0-1 0 0 0,0 0 1 0 0,0 0-1 0 0,0 0 0 0 0,-1-1 0 0 0,6-72 470 0 0,12-115-61 0 0,-12 159-747 0 0,24-133 45 0 0,-21 132-2974 0 0,17-42 0 0 0,-20 60 1406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7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132 126 1376 0 0,'-29'-35'785'0'0,"-21"-8"8582"0"0,-2-1-2419 0 0,52 44-6921 0 0,0 0 0 0 0,0 0 0 0 0,0 0 1 0 0,0 0-1 0 0,0 0 0 0 0,0-1 0 0 0,0 1 0 0 0,0 0 1 0 0,0 0-1 0 0,0 0 0 0 0,0 0 0 0 0,0 0 0 0 0,0 0 0 0 0,0 0 1 0 0,0 0-1 0 0,0 0 0 0 0,-1 0 0 0 0,1-1 0 0 0,0 1 1 0 0,0 0-1 0 0,1 0 0 0 0,-1 0 0 0 0,0 0 0 0 0,0 0 0 0 0,0 0 1 0 0,0 0-1 0 0,0 0 0 0 0,0 0 0 0 0,0 0 0 0 0,0-1 1 0 0,0 1-1 0 0,0 0 0 0 0,0 0 0 0 0,0 0 0 0 0,0 0 0 0 0,0 0 1 0 0,0 0-1 0 0,0 0 0 0 0,0 0 0 0 0,0 0 0 0 0,0 0 1 0 0,0 0-1 0 0,1 0 0 0 0,-1 0 0 0 0,0 0 0 0 0,0 0 0 0 0,0 0 1 0 0,0-1-1 0 0,0 1 0 0 0,0 0 0 0 0,0 0 0 0 0,0 0 1 0 0,0 0-1 0 0,0 0 0 0 0,1 0 0 0 0,-1 0 0 0 0,0 0 0 0 0,0 0 1 0 0,0 0-1 0 0,0 0 0 0 0,0 0 0 0 0,0 1 0 0 0,0-1 1 0 0,12-1 653 0 0,12 3-53 0 0,-13-1-486 0 0,0 2 0 0 0,0-1 0 0 0,0 1 0 0 0,0 1 0 0 0,0 0 0 0 0,-1 1 1 0 0,1-1-1 0 0,-1 2 0 0 0,12 8 0 0 0,-7-3-48 0 0,-1 1 1 0 0,-1 0-1 0 0,0 1 0 0 0,0 0 1 0 0,13 19-1 0 0,-1 5-120 0 0,-1 2-1 0 0,-2 1 1 0 0,30 76-1 0 0,-28-56-123 0 0,-3 0 0 0 0,-3 1 0 0 0,-2 1 0 0 0,10 91 0 0 0,-22-118 192 0 0,-2 0-1 0 0,-2 1 0 0 0,-1-1 0 0 0,-1 0 1 0 0,-3 0-1 0 0,0 0 0 0 0,-2-1 0 0 0,-2 0 1 0 0,-21 54-1 0 0,-22 22 447 0 0,-69 106-1 0 0,33-64-176 0 0,14-15-1646 0 0,65-126 488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1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12 108 6449 0 0,'-3'-7'722'0'0,"1"0"0"0"0,0-1-1 0 0,1 1 1 0 0,-1 0 0 0 0,1-1 0 0 0,1 1-1 0 0,-1-1 1 0 0,1 1 0 0 0,1-1-1 0 0,-1 0 1 0 0,1 1 0 0 0,3-11-1 0 0,-7 56 3530 0 0,5 7-5516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 8754 0 0,'-7'-9'6132'0'0,"8"24"-3905"0"0,8 29-1487 0 0,-8-43-592 0 0,41 168 2344 0 0,32 139-726 0 0,1 8-1512 0 0,-9-111-4144 0 0,-38-122-857 0 0,-11-28-3018 0 0,-17-46 6772 0 0,-3-11 972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 11979 0 0,'0'-1'70'0'0,"-1"0"1"0"0,1 0-1 0 0,0-1 1 0 0,0 1-1 0 0,0 0 1 0 0,0 0-1 0 0,0 0 1 0 0,1 0 0 0 0,-1 0-1 0 0,0-1 1 0 0,0 1-1 0 0,1 0 1 0 0,-1 0-1 0 0,1 0 1 0 0,-1 0-1 0 0,1 0 1 0 0,-1 0 0 0 0,1 0-1 0 0,0 0 1 0 0,-1 0-1 0 0,3-1 1 0 0,25-17 854 0 0,35-3-325 0 0,-62 22-599 0 0,6-2-203 0 0,-1 0 0 0 0,1 1 0 0 0,0-1-1 0 0,0 2 1 0 0,-1-1 0 0 0,1 1 0 0 0,0 0 0 0 0,0 0 0 0 0,0 1 0 0 0,0-1 0 0 0,0 2 0 0 0,0-1 0 0 0,-1 1 0 0 0,1 0 0 0 0,-1 0 0 0 0,1 1 0 0 0,-1 0 0 0 0,0 0 0 0 0,0 1 0 0 0,0-1 0 0 0,0 1 0 0 0,-1 0 0 0 0,0 1 0 0 0,6 6 0 0 0,10 11 158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21 211 9218 0 0,'-7'8'283'0'0,"-6"9"625"0"0,14-14-10 0 0,11-8 479 0 0,17-14 354 0 0,-2-1-1 0 0,44-42 1 0 0,-1 2-2129 0 0,-54 48-1329 0 0,-1 1-1 0 0,31-16 1 0 0,-36 23 1431 0 0,0 0 1 0 0,1 0-1 0 0,-1 2 0 0 0,1-1 0 0 0,0 1 1 0 0,0 1-1 0 0,15-1 0 0 0,-13 2 296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198 1 10138 0 0,'-1'0'61'0'0,"0"-1"0"0"0,-1 1 0 0 0,1 0 0 0 0,0 0 0 0 0,0 0 0 0 0,-1 1 0 0 0,1-1 0 0 0,0 0 0 0 0,-1 0 0 0 0,1 1 0 0 0,0-1 0 0 0,0 1 0 0 0,0-1 0 0 0,0 1 0 0 0,-1-1 0 0 0,1 1 0 0 0,0 0 0 0 0,0-1 0 0 0,0 1 0 0 0,-1 1 0 0 0,-25 19 629 0 0,27-21-602 0 0,-12 11 365 0 0,0 1-1 0 0,1 0 1 0 0,0 1 0 0 0,2 0-1 0 0,-1 1 1 0 0,-9 19-1 0 0,5-7 421 0 0,2 0-1 0 0,-16 48 1 0 0,27-70-832 0 0,0-1 1 0 0,0 1 0 0 0,0-1 0 0 0,0 1-1 0 0,1 0 1 0 0,-1-1 0 0 0,1 1 0 0 0,0 0-1 0 0,0-1 1 0 0,0 1 0 0 0,1 0 0 0 0,-1-1-1 0 0,1 1 1 0 0,0 0 0 0 0,0-1 0 0 0,0 1 0 0 0,1-1-1 0 0,-1 1 1 0 0,4 5 0 0 0,0-3 6 0 0,1 0 0 0 0,0 0 0 0 0,0-1 0 0 0,0 1 0 0 0,1-1 0 0 0,0-1-1 0 0,13 8 1 0 0,34 18-58 0 0,-26-15-17 0 0,1 1 1 0 0,-2 2 0 0 0,0 1 0 0 0,31 28 0 0 0,-56-45 39 0 0,1 0-1 0 0,-1 0 1 0 0,0 0 0 0 0,-1 0-1 0 0,1 0 1 0 0,0 1 0 0 0,0-1 0 0 0,-1 0-1 0 0,0 1 1 0 0,1-1 0 0 0,-1 1-1 0 0,0 0 1 0 0,0-1 0 0 0,0 1-1 0 0,-1 0 1 0 0,1 0 0 0 0,-1-1-1 0 0,1 1 1 0 0,-1 0 0 0 0,0 0-1 0 0,0 0 1 0 0,0 0 0 0 0,-1-1 0 0 0,1 1-1 0 0,-1 0 1 0 0,1 0 0 0 0,-1 0-1 0 0,0-1 1 0 0,0 1 0 0 0,0 0-1 0 0,0-1 1 0 0,-1 1 0 0 0,1-1-1 0 0,-1 0 1 0 0,1 1 0 0 0,-1-1-1 0 0,0 0 1 0 0,0 0 0 0 0,0 0-1 0 0,0 0 1 0 0,0 0 0 0 0,-4 2 0 0 0,-2 2 27 0 0,0 0 1 0 0,-1-1 0 0 0,0 0 0 0 0,0 0 0 0 0,-1-1 0 0 0,1 0 0 0 0,-1 0-1 0 0,0-1 1 0 0,0-1 0 0 0,-16 3 0 0 0,16-4-704 0 0,1-1 0 0 0,-1-1 1 0 0,-15-2-1 0 0,7 0-5675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10138 0 0,'2'-3'279'0'0,"0"1"0"0"0,0 0-1 0 0,0 0 1 0 0,0-1 0 0 0,0 1-1 0 0,0 1 1 0 0,1-1 0 0 0,-1 0 0 0 0,1 1-1 0 0,0-1 1 0 0,5-1 0 0 0,35-14 1505 0 0,-35 14-1272 0 0,102-30 1097 0 0,2 7-3288 0 0,-73 21-755 0 0,-24 4 1186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22 119 8290 0 0,'-21'7'889'0'0,"43"-14"1324"0"0,0-1-1 0 0,24-13 0 0 0,15-6 84 0 0,-16 10-1413 0 0,45-16-1690 0 0,-29 21-3781 0 0,-43 12 2847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93 8290 0 0,'-3'-10'1127'0'0,"0"1"0"0"0,1 0 0 0 0,0-1 1 0 0,0 0-1 0 0,1 1 0 0 0,1-1 0 0 0,8-15 4608 0 0,-5 28-5711 0 0,0 0-1 0 0,-1 0 0 0 0,1 0 0 0 0,-1 0 0 0 0,0 1 0 0 0,0 0 0 0 0,0-1 1 0 0,0 1-1 0 0,-1 0 0 0 0,1 0 0 0 0,-1 0 0 0 0,0 0 0 0 0,-1 0 1 0 0,1 0-1 0 0,0 0 0 0 0,-1 4 0 0 0,2 6 1 0 0,10 50 17 0 0,107 513 238 0 0,-111-549-752 0 0,2 0 0 0 0,0 0 0 0 0,2-1 0 0 0,20 34 0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22 168 8378 0 0,'-4'-30'558'0'0,"-1"17"2315"0"0,4 13-2792 0 0,1 0 0 0 0,0 0-1 0 0,0 0 1 0 0,-1 0 0 0 0,1 0-1 0 0,0 0 1 0 0,0 0 0 0 0,0 1 0 0 0,-1-1-1 0 0,-1 1 889 0 0,2-1-889 0 0,0 1 1 0 0,0-1 0 0 0,0 0 0 0 0,0 0-1 0 0,-1 0 1 0 0,1 1 0 0 0,0-1-1 0 0,0 0 1 0 0,0 0 0 0 0,0 1 0 0 0,0-1-1 0 0,0 0 1 0 0,0 0 0 0 0,0 0-1 0 0,0 1 1 0 0,0-1 0 0 0,0 0-1 0 0,0 0 1 0 0,0 1 0 0 0,0-1 0 0 0,0 0-1 0 0,0 1 1 0 0,-3 14 831 0 0,0 13-308 0 0,2 1 0 0 0,1-1 0 0 0,1 1 0 0 0,2-1 0 0 0,5 29 0 0 0,-4-36-531 0 0,2-1 1 0 0,0 1-1 0 0,0-1 1 0 0,2-1-1 0 0,1 1 1 0 0,0-1-1 0 0,18 25 0 0 0,-22-36-43 0 0,1-1 0 0 0,0 0-1 0 0,0-1 1 0 0,0 0 0 0 0,1 0-1 0 0,0 0 1 0 0,0-1 0 0 0,1 0-1 0 0,-1 0 1 0 0,1-1 0 0 0,0 0-1 0 0,1 0 1 0 0,-1-1-1 0 0,1 0 1 0 0,-1 0 0 0 0,12 1-1 0 0,-15-3 7 0 0,1-1-1 0 0,-1 1 1 0 0,1-1-1 0 0,-1 0 1 0 0,1-1-1 0 0,-1 1 1 0 0,0-1-1 0 0,1 0 0 0 0,-1-1 1 0 0,0 1-1 0 0,0-1 1 0 0,1 0-1 0 0,-2-1 1 0 0,1 1-1 0 0,0-1 0 0 0,0 0 1 0 0,-1 0-1 0 0,1 0 1 0 0,-1 0-1 0 0,0-1 1 0 0,0 0-1 0 0,0 0 1 0 0,-1 0-1 0 0,1 0 0 0 0,-1-1 1 0 0,0 1-1 0 0,3-8 1 0 0,-1 2 19 0 0,-2 0-1 0 0,1 0 1 0 0,-1 0 0 0 0,-1 0 0 0 0,0 0 0 0 0,0-1 0 0 0,-1 1 0 0 0,0-1 0 0 0,-1 0-1 0 0,0 1 1 0 0,-1-1 0 0 0,0 1 0 0 0,-4-20 0 0 0,-6-11 37 0 0,0 1 1 0 0,-20-43-1 0 0,22 61-92 0 0,4 7-4 0 0,-36-79 116 0 0,37 85-155 0 0,-2 0-1 0 0,1 0 1 0 0,-1 0 0 0 0,-1 1 0 0 0,0-1 0 0 0,0 2 0 0 0,-11-11 0 0 0,16 17-83 0 0,-1-1 0 0 0,1 1 0 0 0,0 0 0 0 0,-1 0 0 0 0,1 0 0 0 0,0 0 0 0 0,-1 1 0 0 0,1-1 0 0 0,-1 0 0 0 0,1 1 0 0 0,-1 0 0 0 0,0 0 0 0 0,1 0 0 0 0,-1 0 0 0 0,1 0 0 0 0,-1 0 0 0 0,1 1 0 0 0,-1-1 0 0 0,1 1 0 0 0,-1-1 0 0 0,1 1 0 0 0,-1 0 0 0 0,1 0 0 0 0,0 0 0 0 0,-1 1 0 0 0,1-1 0 0 0,0 1 0 0 0,0-1 0 0 0,0 1 0 0 0,0-1 0 0 0,0 1 0 0 0,0 0-1 0 0,1 0 1 0 0,-1 0 0 0 0,1 0 0 0 0,-1 0 0 0 0,1 1 0 0 0,0-1 0 0 0,-1 0 0 0 0,1 1 0 0 0,1-1 0 0 0,-2 3 0 0 0,-4 14-1217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22 3225 0 0,'-20'-21'12468'0'0,"20"36"-9390"0"0,4 64-1001 0 0,-14 143 1 0 0,4-137-2461 0 0,4 113 1 0 0,9-133-1459 0 0,1 38-7893 0 0,-8-92 8974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5 117 6913 0 0,'-5'3'2866'0'0,"26"4"1863"0"0,37 29-1464 0 0,-37-22-2430 0 0,0-1 0 0 0,1-1 0 0 0,30 13 0 0 0,-46-23-873 0 0,1 0 1 0 0,-1 0 0 0 0,0 0 0 0 0,1-1 0 0 0,-1 0-1 0 0,1 0 1 0 0,-1-1 0 0 0,1 0 0 0 0,-1 0 0 0 0,1 0-1 0 0,-1-1 1 0 0,1 0 0 0 0,-1 0 0 0 0,0-1 0 0 0,1 0-1 0 0,-1 0 1 0 0,10-5 0 0 0,-4 0-397 0 0,0-1 0 0 0,0-1 0 0 0,-1 0 0 0 0,0-1 0 0 0,-1 0 1 0 0,0-1-1 0 0,-1 0 0 0 0,0 0 0 0 0,12-21 0 0 0,-7 12 500 0 0,0 0 0 0 0,21-20 0 0 0,-33 38 73 0 0,0 0 0 0 0,0 0 0 0 0,0 0 0 0 0,0 0 0 0 0,0 0 0 0 0,0 1 0 0 0,1-1 0 0 0,-1 1 0 0 0,1 0 0 0 0,-1 0 0 0 0,1 0 0 0 0,-1 0 0 0 0,1 0 0 0 0,0 0 0 0 0,0 0 0 0 0,-1 1-1 0 0,6-1 1 0 0,-5 2-57 0 0,-1-1 0 0 0,0 1-1 0 0,1 0 1 0 0,-1 0 0 0 0,0 0 0 0 0,0 0-1 0 0,0 0 1 0 0,0 1 0 0 0,0-1-1 0 0,0 0 1 0 0,0 1 0 0 0,0 0-1 0 0,0-1 1 0 0,-1 1 0 0 0,1 0-1 0 0,-1 0 1 0 0,1 0 0 0 0,-1 0-1 0 0,0 0 1 0 0,1 0 0 0 0,0 3-1 0 0,17 33 405 0 0,14 23-1301 0 0,-6-23-5421 0 0,-12-20 179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31 12099 0 0,'-10'-11'-503'0'0,"-11"-9"5666"0"0,14 22-2124 0 0,4 15-1522 0 0,4 82 234 0 0,-5 146-1157 0 0,2-223-578 0 0,-13 128 13 0 0,8 244-1 0 0,7-392-16 0 0,5 84-1968 0 0,-8-2-3815 0 0,1-67 3892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4 114 5065 0 0,'-2'-13'1701'0'0,"1"1"0"0"0,1 0-1 0 0,0-1 1 0 0,1 1 0 0 0,0 0 0 0 0,5-21-1 0 0,-6 32-1628 0 0,0 1 0 0 0,0 0 0 0 0,0 0 0 0 0,0-1 0 0 0,0 1 0 0 0,0 0 0 0 0,0 0 0 0 0,0-1 0 0 0,1 1-1 0 0,-1 0 1 0 0,0 0 0 0 0,0-1 0 0 0,0 1 0 0 0,0 0 0 0 0,0 0 0 0 0,1-1 0 0 0,-1 1 0 0 0,0 0 0 0 0,0 0 0 0 0,0 0 0 0 0,1 0-1 0 0,-1-1 1 0 0,0 1 0 0 0,0 0 0 0 0,0 0 0 0 0,1 0 0 0 0,-1 0 0 0 0,0 0 0 0 0,0 0 0 0 0,1 0 0 0 0,-1-1 0 0 0,0 1 0 0 0,1 0-1 0 0,-1 0 1 0 0,0 0 0 0 0,0 0 0 0 0,1 0 0 0 0,-1 0 0 0 0,0 0 0 0 0,0 0 0 0 0,1 1 0 0 0,-1-1 0 0 0,14 10 1151 0 0,11 22-719 0 0,-23-29-275 0 0,63 93 246 0 0,-4 3-1 0 0,-4 2 1 0 0,80 199-1 0 0,-129-278-824 0 0,70 165 967 0 0,-29-98-2350 0 0,-35-68-1645 0 0,33 37-1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12443 0 0,'7'-5'734'0'0,"1"0"0"0"0,-1 1 0 0 0,1 0 0 0 0,-1 0 0 0 0,1 1 0 0 0,12-4 0 0 0,-2 1-387 0 0,180-65-1659 0 0,-172 61 1043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146 348 5985 0 0,'3'-74'-368'0'0,"0"40"798"0"0,-2 1 1 0 0,-4-38 0 0 0,2 62-36 0 0,-1-1 0 0 0,1 1 0 0 0,-1 0 0 0 0,-1 0-1 0 0,0 0 1 0 0,0 1 0 0 0,-1-1 0 0 0,0 1 0 0 0,0 0 0 0 0,-1 0 0 0 0,0 0 0 0 0,-8-9 0 0 0,12 16-262 0 0,1 0 0 0 0,-1 0 0 0 0,0 0 1 0 0,1 0-1 0 0,-1 0 0 0 0,0 0 1 0 0,0 0-1 0 0,0 0 0 0 0,0 1 1 0 0,0-1-1 0 0,0 0 0 0 0,0 1 1 0 0,0-1-1 0 0,0 1 0 0 0,0-1 0 0 0,0 1 1 0 0,0-1-1 0 0,0 1 0 0 0,0 0 1 0 0,-1-1-1 0 0,1 1 0 0 0,0 0 1 0 0,0 0-1 0 0,0 0 0 0 0,0 0 1 0 0,-1 0-1 0 0,1 0 0 0 0,0 0 0 0 0,0 1 1 0 0,0-1-1 0 0,0 0 0 0 0,0 1 1 0 0,-1-1-1 0 0,1 1 0 0 0,0-1 1 0 0,0 1-1 0 0,0-1 0 0 0,0 1 0 0 0,0 0 1 0 0,0-1-1 0 0,0 1 0 0 0,1 0 1 0 0,-1 0-1 0 0,0 0 0 0 0,0 0 1 0 0,1 0-1 0 0,-1 0 0 0 0,0 0 1 0 0,1 0-1 0 0,-1 0 0 0 0,0 1 0 0 0,-3 6 108 0 0,0 1 0 0 0,1-1 0 0 0,-1 1-1 0 0,2 0 1 0 0,-3 10 0 0 0,-6 38-52 0 0,3 0 0 0 0,3 0 0 0 0,2 1 0 0 0,7 100 1 0 0,-2-138-205 0 0,1 0 0 0 0,1-1 0 0 0,1 1 0 0 0,9 24 0 0 0,-12-38-33 0 0,0 0 0 0 0,0 0 0 0 0,1 0 0 0 0,0-1 1 0 0,1 1-1 0 0,-1-1 0 0 0,1 0 0 0 0,0 0 0 0 0,0 0 0 0 0,0 0 0 0 0,1-1 1 0 0,0 0-1 0 0,0 1 0 0 0,0-2 0 0 0,0 1 0 0 0,1-1 0 0 0,7 4 0 0 0,-11-6-43 0 0,1 0 0 0 0,-1 0-1 0 0,1-1 1 0 0,-1 1-1 0 0,1-1 1 0 0,-1 0 0 0 0,1 0-1 0 0,-1 0 1 0 0,1 0 0 0 0,-1 0-1 0 0,1 0 1 0 0,-1-1-1 0 0,1 1 1 0 0,-1-1 0 0 0,1 1-1 0 0,-1-1 1 0 0,0 0 0 0 0,1 0-1 0 0,-1 0 1 0 0,3-2-1 0 0,-1 0-93 0 0,0-1 1 0 0,-1 1-1 0 0,1 0 0 0 0,-1-1 0 0 0,0 0 0 0 0,0 0 0 0 0,0 0 0 0 0,0 0 0 0 0,-1 0 0 0 0,3-5 0 0 0,-1-1-125 0 0,0 1-1 0 0,-1 0 1 0 0,0-1-1 0 0,-1 0 1 0 0,0 0 0 0 0,0 1-1 0 0,-1-1 1 0 0,0 0-1 0 0,-1-19 1 0 0,-2 21 270 0 0,0 0 0 0 0,0 1 0 0 0,0-1 0 0 0,-1 1 0 0 0,0 0 0 0 0,-8-14 0 0 0,0 1 1741 0 0,28 54 150 0 0,3 8-806 0 0,1-1 0 0 0,52 72 0 0 0,-66-104-1003 0 0,0 0 0 0 0,0 0 0 0 0,1-1 1 0 0,0 0-1 0 0,1-1 0 0 0,0 0 0 0 0,0 0 1 0 0,0-1-1 0 0,1 0 0 0 0,0 0 0 0 0,0-1 0 0 0,0-1 1 0 0,0 0-1 0 0,1 0 0 0 0,0-1 0 0 0,0 0 0 0 0,16 2 1 0 0,-21-5 10 0 0,0 0 0 0 0,-1 0 1 0 0,1 0-1 0 0,0 0 0 0 0,-1-1 0 0 0,1 0 1 0 0,-1 0-1 0 0,1-1 0 0 0,-1 1 1 0 0,0-1-1 0 0,1 0 0 0 0,-1-1 0 0 0,0 1 1 0 0,0-1-1 0 0,-1 0 0 0 0,1 0 1 0 0,4-5-1 0 0,-3 2-15 0 0,0 0-1 0 0,-1-1 1 0 0,0 1 0 0 0,0-1 0 0 0,-1 0-1 0 0,0-1 1 0 0,0 1 0 0 0,-1-1 0 0 0,0 1-1 0 0,4-14 1 0 0,-2-1-79 0 0,-1-1-1 0 0,-1 0 1 0 0,-1 1-1 0 0,-1-1 1 0 0,-1 0-1 0 0,-1 0 1 0 0,-6-36 0 0 0,4 45-459 0 0,-1 0 1 0 0,0-1 0 0 0,-1 2-1 0 0,-11-22 1 0 0,13 29-661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0,'3'32'7366'0'0,"4"5"-3541"0"0,28 89-3091 0 0,-17-66 109 0 0,-6-19-728 0 0,2 13 248 0 0,3-1-1 0 0,38 85 1 0 0,-53-134-347 0 0,1 1 0 0 0,-1-1 0 0 0,1 0 0 0 0,-1 0 1 0 0,1 0-1 0 0,6 6 0 0 0,-9-10-17 0 0,1 0 1 0 0,-1 1-1 0 0,1-1 0 0 0,-1 0 1 0 0,1 1-1 0 0,-1-1 0 0 0,1 0 1 0 0,-1 0-1 0 0,1 0 0 0 0,-1 1 1 0 0,1-1-1 0 0,0 0 0 0 0,-1 0 1 0 0,1 0-1 0 0,-1 0 0 0 0,1 0 1 0 0,-1 0-1 0 0,1 0 0 0 0,-1 0 1 0 0,1 0-1 0 0,0 0 1 0 0,-1-1-1 0 0,1 1 0 0 0,1-1 0 0 0,-1 0-1 0 0,0 0 0 0 0,1 0 1 0 0,-1 0-1 0 0,0 0 1 0 0,0 0-1 0 0,0 0 1 0 0,0 0-1 0 0,0 0 1 0 0,0-1-1 0 0,-1 1 0 0 0,2-3 1 0 0,5-12-93 0 0,0-1 0 0 0,-2-1 0 0 0,0 1 0 0 0,-1-1 0 0 0,-1 0 0 0 0,2-21 0 0 0,6-32 58 0 0,-8 58 100 0 0,0 0-1 0 0,1 0 0 0 0,9-17 0 0 0,-12 27-43 0 0,0 1 1 0 0,0-1-1 0 0,1 0 1 0 0,-1 1 0 0 0,1-1-1 0 0,0 1 1 0 0,0-1-1 0 0,0 1 1 0 0,0 0-1 0 0,0 0 1 0 0,0 0-1 0 0,0 0 1 0 0,1 0-1 0 0,-1 1 1 0 0,1-1-1 0 0,0 1 1 0 0,-1-1-1 0 0,1 1 1 0 0,0 0 0 0 0,0 0-1 0 0,3-1 1 0 0,-4 2-10 0 0,1 1 1 0 0,-1-1 0 0 0,0 1-1 0 0,0-1 1 0 0,0 1-1 0 0,0 0 1 0 0,1 0 0 0 0,-1 0-1 0 0,0 0 1 0 0,-1 0 0 0 0,1 0-1 0 0,0 1 1 0 0,0-1 0 0 0,0 1-1 0 0,-1-1 1 0 0,1 1 0 0 0,-1-1-1 0 0,1 1 1 0 0,-1 0-1 0 0,2 3 1 0 0,26 44 348 0 0,-25-41-318 0 0,20 40 185 0 0,-6-11-643 0 0,1-1-1 0 0,2-1 1 0 0,49 63-1 0 0,-51-76-828 0 0,0-2-270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6 6913 0 0,'0'0'1422'0'0,"-21"-6"6687"0"0,18 8-7952 0 0,-1-1 0 0 0,1 1 0 0 0,0 0 0 0 0,-1 0 0 0 0,1 1 0 0 0,0-1 0 0 0,0 1 0 0 0,0-1 0 0 0,0 1 0 0 0,1 0 0 0 0,-1 0 0 0 0,1 0 0 0 0,0 0 0 0 0,0 0 0 0 0,0 1 0 0 0,0-1 0 0 0,0 1 0 0 0,1 0 0 0 0,0-1 1 0 0,-2 6-1 0 0,-3 7-26 0 0,1 1 1 0 0,1 0-1 0 0,0 0 1 0 0,1 0-1 0 0,1 0 1 0 0,1 0 0 0 0,0 0-1 0 0,2 19 1 0 0,-1-34-149 0 0,0 0-1 0 0,0-1 1 0 0,1 1 0 0 0,-1 0 0 0 0,1-1 0 0 0,-1 1-1 0 0,1 0 1 0 0,0-1 0 0 0,-1 1 0 0 0,1-1 0 0 0,0 1-1 0 0,0-1 1 0 0,0 1 0 0 0,2 1 0 0 0,-2-2-95 0 0,0-1 1 0 0,0 1 0 0 0,-1-1-1 0 0,1 1 1 0 0,0-1-1 0 0,0 0 1 0 0,-1 0 0 0 0,1 1-1 0 0,0-1 1 0 0,0 0-1 0 0,0 0 1 0 0,-1 0 0 0 0,1 0-1 0 0,0 0 1 0 0,0 0 0 0 0,0 0-1 0 0,-1 0 1 0 0,1 0-1 0 0,0 0 1 0 0,0 0 0 0 0,0-1-1 0 0,0 1 1 0 0,2-1-221 0 0,0-1-1 0 0,-1 1 1 0 0,0-1 0 0 0,1 0-1 0 0,-1 1 1 0 0,0-1 0 0 0,0 0 0 0 0,0 0-1 0 0,0-1 1 0 0,0 1 0 0 0,0 0 0 0 0,-1-1-1 0 0,1 1 1 0 0,-1-1 0 0 0,3-5-1 0 0,6-21-100 0 0,14-59 0 0 0,-24 87 537 0 0,0 1 0 0 0,0-1 1 0 0,0 0-1 0 0,0 0 1 0 0,0 1-1 0 0,0-1 1 0 0,0 0-1 0 0,1 0 1 0 0,-1 1-1 0 0,0-1 1 0 0,1 0-1 0 0,-1 1 0 0 0,0-1 1 0 0,1 0-1 0 0,-1 1 1 0 0,1-1-1 0 0,-1 1 1 0 0,1-1-1 0 0,-1 1 1 0 0,1-1-1 0 0,0 1 1 0 0,-1-1-1 0 0,1 1 0 0 0,0-1 1 0 0,-1 1-1 0 0,2-1 1 0 0,-1 1-10 0 0,0 1 1 0 0,0-1-1 0 0,0 0 0 0 0,0 0 1 0 0,1 0-1 0 0,-1 1 1 0 0,0-1-1 0 0,0 0 1 0 0,0 1-1 0 0,0-1 0 0 0,0 1 1 0 0,0 0-1 0 0,0-1 1 0 0,-1 1-1 0 0,1 0 0 0 0,1 0 1 0 0,34 41 1430 0 0,-29-34-1084 0 0,22 29 158 0 0,-12-14 41 0 0,2-1 1 0 0,24 24 0 0 0,-35-39-1046 0 0,1 0 0 0 0,-1-1 0 0 0,15 8 0 0 0,-15-10-479 0 0,0-1-1 0 0,0 1 1 0 0,0-1 0 0 0,0-1-1 0 0,10 2 1 0 0,6 0-5121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0,'3'-10'82'0'0,"6"-11"1329"0"0,-3 20-169 0 0,3 12 290 0 0,3 12 94 0 0,-2 1 0 0 0,0 0 0 0 0,7 34 0 0 0,-1-8-868 0 0,166 429 2566 0 0,-175-460-3310 0 0,74 153-2420 0 0,-68-143-4918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0 264 9674 0 0,'1'-2'106'0'0,"-1"0"-1"0"0,1-1 1 0 0,-1 1 0 0 0,1 0-1 0 0,0 0 1 0 0,0 0-1 0 0,0 0 1 0 0,0 0 0 0 0,0 0-1 0 0,1 0 1 0 0,-1 0 0 0 0,0 0-1 0 0,1 0 1 0 0,0 1-1 0 0,-1-1 1 0 0,3-1 0 0 0,34-26 1253 0 0,-24 19-1085 0 0,29-21 161 0 0,2 1 0 0 0,1 2 0 0 0,84-37 0 0 0,-82 42-502 0 0,-27 10 54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11058 0 0,'4'-2'3240'0'0,"-4"2"-3190"0"0,9 11 1115 0 0,5 17-379 0 0,29 97 1883 0 0,31 156 0 0 0,-19-64-2219 0 0,-32-128-578 0 0,17 52-3924 0 0,-34-121-2541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0,'0'-5'155'0'0,"0"1"-1"0"0,1 0 1 0 0,-1-1-1 0 0,1 1 1 0 0,0 0-1 0 0,0 0 1 0 0,1 0-1 0 0,-1 0 0 0 0,1 0 1 0 0,0 0-1 0 0,0 0 1 0 0,0 0-1 0 0,0 0 1 0 0,1 1-1 0 0,0 0 1 0 0,0-1-1 0 0,-1 1 1 0 0,2 0-1 0 0,-1 0 1 0 0,0 0-1 0 0,1 1 1 0 0,-1-1-1 0 0,6-2 1 0 0,-2 1 200 0 0,0-1-1 0 0,0 1 1 0 0,0 1 0 0 0,0-1 0 0 0,1 1 0 0 0,0 1 0 0 0,-1-1 0 0 0,1 1 0 0 0,0 1 0 0 0,14-2 0 0 0,-18 3-251 0 0,0 0 1 0 0,0 0 0 0 0,0 0 0 0 0,0 1 0 0 0,0 0 0 0 0,0 0 0 0 0,-1 0 0 0 0,1 0 0 0 0,0 0 0 0 0,0 1 0 0 0,-1 0 0 0 0,1 0 0 0 0,-1 0 0 0 0,0 0 0 0 0,1 0 0 0 0,-1 1 0 0 0,0-1 0 0 0,0 1 0 0 0,0 0 0 0 0,-1 0-1 0 0,1 0 1 0 0,-1 0 0 0 0,4 6 0 0 0,-1 3 43 0 0,1 0 0 0 0,-2 0 0 0 0,0 0 1 0 0,0 1-1 0 0,-1 0 0 0 0,0 0 0 0 0,-2-1 0 0 0,1 1 0 0 0,-1 0 0 0 0,-1 1 0 0 0,-1-1 0 0 0,0 0 0 0 0,-3 15 0 0 0,-4 16 350 0 0,-1 0 0 0 0,-24 63-1 0 0,-2-30 1275 0 0,30-67-1171 0 0,15-17 283 0 0,-9 7-700 0 0,5-2-101 0 0,36-5-214 0 0,0 1 1 0 0,77 1-1 0 0,-55 3-3934 0 0,-41 2-2705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16 8290 0 0,'-5'-3'382'0'0,"-1"1"1"0"0,1-1-1 0 0,-1 1 1 0 0,0 1-1 0 0,1-1 0 0 0,-1 1 1 0 0,0 0-1 0 0,0 1 1 0 0,0-1-1 0 0,0 1 1 0 0,0 0-1 0 0,0 1 1 0 0,0-1-1 0 0,1 1 1 0 0,-1 0-1 0 0,0 1 0 0 0,0 0 1 0 0,1-1-1 0 0,-1 2 1 0 0,1-1-1 0 0,-1 1 1 0 0,1-1-1 0 0,-9 8 1 0 0,-1 0 163 0 0,1 0 1 0 0,1 1-1 0 0,0 1 0 0 0,0 0 1 0 0,1 1-1 0 0,-21 28 1 0 0,27-32-424 0 0,1 0 0 0 0,0 0 0 0 0,0 0 0 0 0,1 1 0 0 0,0 0 0 0 0,1-1 1 0 0,0 1-1 0 0,0 1 0 0 0,1-1 0 0 0,1 0 0 0 0,0 0 0 0 0,0 16 0 0 0,2-10-64 0 0,0-1-1 0 0,1 0 1 0 0,1 1-1 0 0,1-1 1 0 0,0 0 0 0 0,1 0-1 0 0,11 22 1 0 0,2-2-186 0 0,2-1 1 0 0,2-1 0 0 0,1-1-1 0 0,1-2 1 0 0,49 49 0 0 0,-64-70-121 0 0,18 19-1018 0 0,-11-9-4079 0 0,-3-1-1435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5 327 7834 0 0,'-1'0'37'0'0,"1"0"1"0"0,0 0 0 0 0,0-1 0 0 0,-1 1-1 0 0,1 0 1 0 0,0 0 0 0 0,0-1 0 0 0,-1 1-1 0 0,1 0 1 0 0,0 0 0 0 0,0-1 0 0 0,-1 1-1 0 0,1 0 1 0 0,0-1 0 0 0,0 1 0 0 0,0 0 0 0 0,0-1-1 0 0,0 1 1 0 0,0 0 0 0 0,0-1 0 0 0,0 1-1 0 0,0-1 1 0 0,0 1 0 0 0,0 0 0 0 0,0-1-1 0 0,0 1 1 0 0,0 0 0 0 0,0-1 0 0 0,0 1-1 0 0,0 0 1 0 0,0-1 0 0 0,0 1 0 0 0,0 0-1 0 0,0-1 1 0 0,1 1 0 0 0,-1 0 0 0 0,0-1-1 0 0,0 1 1 0 0,0 0 0 0 0,1-1 0 0 0,-1 1-1 0 0,0 0 1 0 0,0 0 0 0 0,1-1 0 0 0,16-15 2044 0 0,-12 11-1593 0 0,51-50 3003 0 0,79-58 0 0 0,-95 84-4684 0 0,63-34 0 0 0,-43 41-3978 0 0,-32 13 2494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 11522 0 0,'-1'0'151'0'0,"0"1"-1"0"0,0 0 1 0 0,0 0-1 0 0,0 0 1 0 0,0-1-1 0 0,1 1 0 0 0,-1 0 1 0 0,0 0-1 0 0,1 0 1 0 0,-1 0-1 0 0,1 0 1 0 0,-1 1-1 0 0,1-1 0 0 0,-1 0 1 0 0,1 0-1 0 0,0 0 1 0 0,-1 2-1 0 0,-6 26 573 0 0,6-26-477 0 0,-6 29 401 0 0,1 0 0 0 0,2 0 0 0 0,1 0-1 0 0,2 63 1 0 0,2-82-478 0 0,0 0 0 0 0,1 0 0 0 0,0-1 0 0 0,1 1-1 0 0,1-1 1 0 0,0 1 0 0 0,0-1 0 0 0,1 0 0 0 0,1-1 0 0 0,0 0 0 0 0,1 1 0 0 0,0-2 0 0 0,0 1-1 0 0,1-1 1 0 0,12 12 0 0 0,-18-20-118 0 0,-1-1 0 0 0,1 1 0 0 0,0-1 0 0 0,-1 0 0 0 0,1 0 0 0 0,0 1 0 0 0,0-1 0 0 0,0 0 0 0 0,0 0 0 0 0,0-1 0 0 0,0 1 0 0 0,0 0 0 0 0,0-1 0 0 0,0 1 0 0 0,0-1 0 0 0,0 0 0 0 0,0 1 0 0 0,0-1 0 0 0,0 0 0 0 0,1 0 0 0 0,2-1 0 0 0,-2 0-43 0 0,0 0 1 0 0,-1-1-1 0 0,1 1 1 0 0,0 0-1 0 0,-1-1 1 0 0,1 0-1 0 0,-1 0 1 0 0,1 0-1 0 0,-1 0 1 0 0,0 0-1 0 0,0 0 1 0 0,0 0-1 0 0,3-4 1 0 0,3-7-183 0 0,0 0-1 0 0,-1-1 1 0 0,0 0 0 0 0,8-25 0 0 0,-8 15-296 0 0,-6 18 360 0 0,1 0-1 0 0,0-1 1 0 0,0 1 0 0 0,0 0 0 0 0,1 0 0 0 0,0 0 0 0 0,4-5 0 0 0,-7 10 108 0 0,0 1 1 0 0,0 0 0 0 0,1-1-1 0 0,-1 1 1 0 0,0 0 0 0 0,1 0-1 0 0,-1-1 1 0 0,0 1 0 0 0,1 0-1 0 0,-1 0 1 0 0,0-1 0 0 0,1 1-1 0 0,-1 0 1 0 0,1 0 0 0 0,-1 0-1 0 0,0 0 1 0 0,1-1 0 0 0,-1 1-1 0 0,1 0 1 0 0,-1 0 0 0 0,1 0 0 0 0,-1 0-1 0 0,0 0 1 0 0,1 0 0 0 0,-1 0-1 0 0,1 0 1 0 0,-1 1 0 0 0,1-1-1 0 0,-1 0 1 0 0,0 0 0 0 0,1 0-1 0 0,12 12-51 0 0,4 20-16 0 0,-16-31 68 0 0,5 12 5 0 0,6 16 85 0 0,1-1 0 0 0,2-1 0 0 0,30 43-1 0 0,-41-64-72 0 0,0-1 0 0 0,1 1 0 0 0,0-1 1 0 0,0 0-1 0 0,0 0 0 0 0,1 0 0 0 0,-1-1 0 0 0,1 0 0 0 0,0 0 0 0 0,0 0 0 0 0,1-1 0 0 0,-1 0 0 0 0,1 0 0 0 0,0-1 0 0 0,0 0 0 0 0,-1 0 0 0 0,1-1 0 0 0,1 1 0 0 0,-1-1 0 0 0,0-1 0 0 0,13 0 0 0 0,-17 0-4 0 0,-1 0 0 0 0,1-1 0 0 0,0 1 0 0 0,-1-1-1 0 0,1 1 1 0 0,-1-1 0 0 0,1 0 0 0 0,-1 0-1 0 0,1 0 1 0 0,-1 0 0 0 0,1-1 0 0 0,-1 1 0 0 0,0-1-1 0 0,0 1 1 0 0,0-1 0 0 0,0 0 0 0 0,0 0-1 0 0,0 0 1 0 0,0 0 0 0 0,2-4 0 0 0,-2 2 14 0 0,-1 0 1 0 0,1 0-1 0 0,-1 0 1 0 0,1-1-1 0 0,-1 1 1 0 0,0-1-1 0 0,-1 1 1 0 0,1-1-1 0 0,-1 1 1 0 0,0-1-1 0 0,0-5 1 0 0,-2-8-99 0 0,-1-1 0 0 0,-1 1 0 0 0,-1-1 0 0 0,-10-26 0 0 0,-1 0-3462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0 338 3225 0 0,'4'2'256'0'0,"-1"-1"1"0"0,1 1-1 0 0,0-1 1 0 0,0 0 0 0 0,0-1-1 0 0,-1 1 1 0 0,1-1 0 0 0,0 0-1 0 0,0 1 1 0 0,0-2-1 0 0,0 1 1 0 0,0 0 0 0 0,0-1-1 0 0,0 0 1 0 0,0 0-1 0 0,-1 0 1 0 0,1 0 0 0 0,0-1-1 0 0,-1 1 1 0 0,1-1-1 0 0,-1 0 1 0 0,1 0 0 0 0,-1 0-1 0 0,3-3 1 0 0,3-1 209 0 0,-1-1 0 0 0,0 1 0 0 0,0-2 0 0 0,-1 1 0 0 0,0-1 1 0 0,0 0-1 0 0,-1 0 0 0 0,6-10 0 0 0,-7 9-85 0 0,-1 0 1 0 0,0-1-1 0 0,-1 1 1 0 0,0-1-1 0 0,0 0 1 0 0,-1 0-1 0 0,-1 0 1 0 0,1 0-1 0 0,-2 0 1 0 0,1 0-1 0 0,-3-18 1 0 0,2 22-248 0 0,-1 1-1 0 0,0-1 1 0 0,0 1 0 0 0,-1-1 0 0 0,1 1 0 0 0,-1 0 0 0 0,-1-1 0 0 0,1 1 0 0 0,-1 0 0 0 0,1 0 0 0 0,-2 1 0 0 0,1-1-1 0 0,0 1 1 0 0,-1-1 0 0 0,0 1 0 0 0,0 0 0 0 0,0 1 0 0 0,0-1 0 0 0,-1 1 0 0 0,1-1 0 0 0,-1 1 0 0 0,-9-4 0 0 0,13 7-130 0 0,-1-1 1 0 0,0 0 0 0 0,0 0 0 0 0,0 1 0 0 0,0-1 0 0 0,0 1 0 0 0,-1 0 0 0 0,1 0-1 0 0,0 0 1 0 0,0 0 0 0 0,0 0 0 0 0,0 0 0 0 0,0 0 0 0 0,0 1 0 0 0,0-1 0 0 0,0 1-1 0 0,0-1 1 0 0,0 1 0 0 0,-3 2 0 0 0,2-1-18 0 0,-1 0 0 0 0,1 0 0 0 0,0 1 0 0 0,0 0 0 0 0,1-1 0 0 0,-1 1 0 0 0,0 0 0 0 0,1 0 0 0 0,-4 7 0 0 0,0 0-17 0 0,1 1 1 0 0,0 0-1 0 0,1 0 0 0 0,0 0 0 0 0,1 0 0 0 0,-2 13 0 0 0,3-13 96 0 0,1 1 1 0 0,0 0-1 0 0,0 0 0 0 0,1 0 0 0 0,1 0 0 0 0,0 0 0 0 0,0 0 1 0 0,2 0-1 0 0,-1 0 0 0 0,9 21 0 0 0,-9-27-63 0 0,2 1-1 0 0,-1-1 1 0 0,0-1 0 0 0,1 1 0 0 0,0 0-1 0 0,1-1 1 0 0,-1 0 0 0 0,1 0-1 0 0,0 0 1 0 0,0 0 0 0 0,1-1-1 0 0,-1 0 1 0 0,1 0 0 0 0,0-1-1 0 0,0 1 1 0 0,0-1 0 0 0,1 0-1 0 0,-1-1 1 0 0,1 0 0 0 0,9 2-1 0 0,3 1-684 0 0,0-1-1 0 0,0-1 0 0 0,1-1 0 0 0,-1-1 0 0 0,22-1 1 0 0,-9-3-693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4 3225 0 0,'-1'0'240'0'0,"-20"-2"4509"0"0,19 1-4420 0 0,0 1 0 0 0,0 0 0 0 0,-1-1 0 0 0,1 1 0 0 0,0 0 0 0 0,-1 0 0 0 0,1 0 0 0 0,0 0 1 0 0,-1 1-1 0 0,1-1 0 0 0,0 1 0 0 0,0-1 0 0 0,-1 1 0 0 0,1 0 0 0 0,0 0 0 0 0,0 0 0 0 0,0 0 0 0 0,-3 2 0 0 0,-1 2 40 0 0,-1 1 1 0 0,1 0 0 0 0,0 0-1 0 0,1 1 1 0 0,-1 0 0 0 0,1 0-1 0 0,1 0 1 0 0,-1 0 0 0 0,1 1-1 0 0,0 0 1 0 0,1 0 0 0 0,-4 12-1 0 0,2-3-148 0 0,0 0-1 0 0,2 0 1 0 0,0 0 0 0 0,0 0-1 0 0,1 21 1 0 0,2-30-204 0 0,0-1 0 0 0,1 1 0 0 0,0-1 0 0 0,0 1 0 0 0,0-1 0 0 0,1 0 0 0 0,0 1 0 0 0,1-1 0 0 0,0 0 0 0 0,0 0 0 0 0,0-1 0 0 0,1 1-1 0 0,0 0 1 0 0,0-1 0 0 0,1 0 0 0 0,-1 0 0 0 0,1-1 0 0 0,1 1 0 0 0,-1-1 0 0 0,1 0 0 0 0,0 0 0 0 0,0-1 0 0 0,0 0 0 0 0,1 0 0 0 0,-1 0 0 0 0,1-1 0 0 0,0 0 0 0 0,0 0 0 0 0,0-1 0 0 0,0 0 0 0 0,1 0 0 0 0,-1-1 0 0 0,1 0 0 0 0,14 1 0 0 0,-6-1-22 0 0,8 0-52 0 0,45 9 0 0 0,-64-9 52 0 0,0 0-1 0 0,0 0 0 0 0,0 1 1 0 0,0 0-1 0 0,0 0 1 0 0,0 0-1 0 0,-1 0 0 0 0,1 1 1 0 0,-1 0-1 0 0,0 0 1 0 0,0 0-1 0 0,0 0 0 0 0,0 1 1 0 0,0-1-1 0 0,3 5 0 0 0,-6-6 4 0 0,0 0 0 0 0,0 0 0 0 0,0 0 0 0 0,0 0-1 0 0,-1 0 1 0 0,1 0 0 0 0,0 0 0 0 0,-1 0-1 0 0,1 0 1 0 0,-1 0 0 0 0,0 0 0 0 0,0 0-1 0 0,0 0 1 0 0,0 0 0 0 0,0 1 0 0 0,0-1 0 0 0,-1 0-1 0 0,0 4 1 0 0,-1-2 12 0 0,0 1-1 0 0,0-1 1 0 0,0 0 0 0 0,0 0-1 0 0,-1 0 1 0 0,0 0-1 0 0,1 0 1 0 0,-5 4-1 0 0,-1 0-17 0 0,0-1 0 0 0,-1 0-1 0 0,0 0 1 0 0,0 0 0 0 0,0-1-1 0 0,-16 7 1 0 0,24-12-86 0 0,-33 12-178 0 0,21-11-2718 0 0,17-2 1880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38 656 0 0,'3'-19'-405'0'0,"8"2"4996"0"0,-10 16-4391 0 0,-1 1 0 0 0,1 0 0 0 0,-1 0 0 0 0,1 0 0 0 0,-1-1 0 0 0,1 1-1 0 0,-1 0 1 0 0,1 0 0 0 0,-1 0 0 0 0,1 0 0 0 0,-1 0 0 0 0,1 0 0 0 0,-1 0 0 0 0,1 0 0 0 0,-1 0 0 0 0,2 1 0 0 0,-1-1 140 0 0,0 1-1 0 0,1 0 1 0 0,-1-1 0 0 0,0 1 0 0 0,0 0-1 0 0,1 0 1 0 0,-1 0 0 0 0,0 0-1 0 0,0 0 1 0 0,0 0 0 0 0,0 1 0 0 0,1 1-1 0 0,9 14 1271 0 0,-1 0 1 0 0,15 36-1 0 0,21 91 801 0 0,-31-92-1706 0 0,9 34 41 0 0,24 71-71 0 0,-38-130-655 0 0,1 0-1 0 0,1-1 0 0 0,24 39 0 0 0,-35-65-97 0 0,-1 1 0 0 0,0 0 0 0 0,0-1 0 0 0,1 1 1 0 0,-1-1-1 0 0,0 1 0 0 0,1-1 0 0 0,-1 1 0 0 0,0-1 0 0 0,1 1 0 0 0,-1-1 0 0 0,1 0 0 0 0,-1 1 1 0 0,1-1-1 0 0,-1 0 0 0 0,1 1 0 0 0,-1-1 0 0 0,1 0 0 0 0,-1 1 0 0 0,1-1 0 0 0,0 0 0 0 0,0 0 1 0 0,2-11-1153 0 0,-7-34-409 0 0,2 33 953 0 0,1-7 397 0 0,1 0 0 0 0,0 0 0 0 0,1 0 0 0 0,8-36 0 0 0,-5 40 553 0 0,0-1 0 0 0,1 1-1 0 0,1-1 1 0 0,1 2 0 0 0,0-1-1 0 0,0 1 1 0 0,2 0 0 0 0,0 0 0 0 0,0 1-1 0 0,14-14 1 0 0,-22 25-176 0 0,1 0-1 0 0,0 0 1 0 0,0 0 0 0 0,0 0 0 0 0,0 0 0 0 0,0 1-1 0 0,0-1 1 0 0,1 1 0 0 0,-1-1 0 0 0,1 1-1 0 0,-1 0 1 0 0,1 0 0 0 0,-1 0 0 0 0,1 0-1 0 0,0 1 1 0 0,-1-1 0 0 0,1 1 0 0 0,0-1 0 0 0,-1 1-1 0 0,5 0 1 0 0,-4 1-12 0 0,0 0 0 0 0,0 0 0 0 0,-1 0 0 0 0,1 0 0 0 0,0 1 0 0 0,-1-1 0 0 0,1 1 0 0 0,-1-1 0 0 0,1 1-1 0 0,-1 0 1 0 0,0 0 0 0 0,0 0 0 0 0,0 0 0 0 0,0 1 0 0 0,0-1 0 0 0,-1 1 0 0 0,1-1 0 0 0,1 5 0 0 0,48 90 581 0 0,-31-56-603 0 0,26 41 1 0 0,-36-68-1699 0 0,0 0 1 0 0,1-1-1 0 0,18 18 1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6913 0 0,'4'65'7711'0'0,"-3"-57"-7080"0"0,1 0 1 0 0,0 0-1 0 0,0 0 1 0 0,1 0-1 0 0,0 0 1 0 0,6 9-1 0 0,-2-6-236 0 0,0 1-1 0 0,0-1 0 0 0,1 0 1 0 0,1-1-1 0 0,0 0 1 0 0,0 0-1 0 0,1-1 1 0 0,19 15-1 0 0,-24-21-385 0 0,0 0-1 0 0,1 0 1 0 0,-1 0 0 0 0,1-1-1 0 0,-1 1 1 0 0,1-1-1 0 0,0 0 1 0 0,0-1 0 0 0,0 0-1 0 0,0 0 1 0 0,0 0-1 0 0,0-1 1 0 0,0 1 0 0 0,0-2-1 0 0,0 1 1 0 0,0 0 0 0 0,1-1-1 0 0,-1-1 1 0 0,-1 1-1 0 0,1-1 1 0 0,11-4 0 0 0,-13 4-12 0 0,0 1 0 0 0,0-1 1 0 0,-1 0-1 0 0,1 0 0 0 0,-1-1 1 0 0,0 1-1 0 0,1-1 0 0 0,-1 0 1 0 0,0 0-1 0 0,0 0 0 0 0,-1 0 1 0 0,1 0-1 0 0,-1 0 0 0 0,0-1 1 0 0,1 1-1 0 0,-1-1 0 0 0,2-7 1 0 0,-2 4 1 0 0,-1 1 1 0 0,0-1-1 0 0,0 1 1 0 0,-1-1-1 0 0,1 0 1 0 0,-2 1-1 0 0,1-1 1 0 0,-1 1-1 0 0,0-1 1 0 0,-3-10-1 0 0,1 4 43 0 0,-2-1 0 0 0,0 1 0 0 0,0 1 0 0 0,-1-1 0 0 0,0 1 1 0 0,-2 0-1 0 0,-9-13 0 0 0,14 20-241 0 0,-1 0 1 0 0,-1 0-1 0 0,1 0 1 0 0,-1 0-1 0 0,1 1 1 0 0,-1 0-1 0 0,-1 0 1 0 0,1 0-1 0 0,0 0 1 0 0,-1 1-1 0 0,0 0 1 0 0,0 0-1 0 0,0 1 1 0 0,0 0-1 0 0,0 0 1 0 0,0 0-1 0 0,-9-1 1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9674 0 0,'10'11'780'0'0,"-1"1"1"0"0,-1 0-1 0 0,0 0 0 0 0,12 26 0 0 0,-12-23-292 0 0,0 0-1 0 0,0-1 0 0 0,15 18 1 0 0,-13-21-261 0 0,0 0 1 0 0,0-1 0 0 0,23 17 0 0 0,-31-25-191 0 0,0-1 0 0 0,0 1 0 0 0,1 0 0 0 0,-1-1 0 0 0,0 0 0 0 0,1 1 0 0 0,-1-1 0 0 0,1 0 1 0 0,0 0-1 0 0,-1 0 0 0 0,1-1 0 0 0,0 1 0 0 0,0-1 0 0 0,-1 1 0 0 0,1-1 0 0 0,0 0 0 0 0,0 0 0 0 0,-1 0 1 0 0,1 0-1 0 0,0-1 0 0 0,0 1 0 0 0,-1-1 0 0 0,1 0 0 0 0,0 0 0 0 0,-1 1 0 0 0,1-2 0 0 0,4-1 0 0 0,-3-1-26 0 0,0 0 0 0 0,-1 1 0 0 0,1-2 0 0 0,-1 1-1 0 0,0 0 1 0 0,0-1 0 0 0,-1 1 0 0 0,1-1 0 0 0,-1 0 0 0 0,3-7-1 0 0,12-54-33 0 0,-14 54-15 0 0,4-29 166 0 0,9-34 456 0 0,-14 69-396 0 0,0 0-1 0 0,1 0 0 0 0,-1 0 0 0 0,1 0 0 0 0,0 0 0 0 0,0 1 0 0 0,1-1 0 0 0,0 1 0 0 0,4-5 0 0 0,-7 9-158 0 0,0 0 1 0 0,-1 1-1 0 0,1-1 1 0 0,0 0-1 0 0,-1 1 1 0 0,1-1-1 0 0,0 1 1 0 0,0-1-1 0 0,0 1 1 0 0,0 0-1 0 0,0-1 1 0 0,-1 1-1 0 0,1 0 0 0 0,0 0 1 0 0,0-1-1 0 0,0 1 1 0 0,0 0-1 0 0,0 0 1 0 0,0 0-1 0 0,0 0 1 0 0,0 0-1 0 0,0 0 1 0 0,0 1-1 0 0,0-1 1 0 0,0 0-1 0 0,0 0 1 0 0,-1 1-1 0 0,1-1 0 0 0,0 0 1 0 0,0 1-1 0 0,0-1 1 0 0,0 1-1 0 0,-1-1 1 0 0,1 1-1 0 0,0 0 1 0 0,0-1-1 0 0,-1 1 1 0 0,1 0-1 0 0,-1-1 1 0 0,1 1-1 0 0,0 0 1 0 0,-1 0-1 0 0,1-1 0 0 0,-1 1 1 0 0,0 0-1 0 0,1 2 1 0 0,5 6 31 0 0,-2 0 0 0 0,1 1 0 0 0,4 14 0 0 0,-5-11 72 0 0,3 3-24 0 0,1-1-1 0 0,18 29 1 0 0,-22-39-200 0 0,0 0 0 0 0,0 0 1 0 0,1 0-1 0 0,0 0 0 0 0,0-1 0 0 0,0 1 0 0 0,0-1 0 0 0,1-1 0 0 0,-1 1 0 0 0,11 4 0 0 0,1-2-660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0,'4'8'6528'0'0,"3"13"-3782"0"0,26 125 2945 0 0,30 72-4041 0 0,-27-99-1237 0 0,-36-117-457 0 0,60 223 596 0 0,-42-127-7629 0 0,-15-73 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325 531 1376 0 0,'0'-2'213'0'0,"0"1"0"0"0,-1 0 0 0 0,1 0-1 0 0,-1 0 1 0 0,1 0 0 0 0,-1 0 0 0 0,1 0-1 0 0,-1 0 1 0 0,0 0 0 0 0,0 0 0 0 0,1 0 0 0 0,-1 0-1 0 0,0 1 1 0 0,0-1 0 0 0,0 0 0 0 0,0 0-1 0 0,0 1 1 0 0,0-1 0 0 0,0 1 0 0 0,0-1 0 0 0,0 1-1 0 0,0-1 1 0 0,-1 1 0 0 0,1 0 0 0 0,0-1-1 0 0,0 1 1 0 0,0 0 0 0 0,-1 0 0 0 0,1 0 0 0 0,0 0-1 0 0,-2 0 1 0 0,-40 1 3722 0 0,32 0-3483 0 0,0 1 1 0 0,0 1-1 0 0,0 0 0 0 0,0 0 1 0 0,1 1-1 0 0,0 0 1 0 0,0 1-1 0 0,0 0 0 0 0,0 1 1 0 0,1 0-1 0 0,0 0 1 0 0,0 1-1 0 0,-15 15 0 0 0,15-12-244 0 0,0 1 0 0 0,0 1 0 0 0,1-1 0 0 0,1 1-1 0 0,0 0 1 0 0,0 1 0 0 0,2 0 0 0 0,-1 0 0 0 0,2 0-1 0 0,-6 22 1 0 0,5-15-162 0 0,2 1-1 0 0,0-1 0 0 0,0 33 1 0 0,2-49-52 0 0,1 1 0 0 0,0-1 1 0 0,1 1-1 0 0,-1-1 0 0 0,1 1 1 0 0,0-1-1 0 0,0 0 0 0 0,0 1 1 0 0,0-1-1 0 0,1 0 0 0 0,0 0 1 0 0,0 0-1 0 0,0 0 0 0 0,0 0 1 0 0,1 0-1 0 0,-1-1 0 0 0,1 1 1 0 0,0-1-1 0 0,0 0 0 0 0,0 0 0 0 0,1 0 1 0 0,-1 0-1 0 0,6 3 0 0 0,-6-5-11 0 0,0 0 0 0 0,0 0 0 0 0,0 0-1 0 0,0 0 1 0 0,0-1 0 0 0,0 0-1 0 0,0 1 1 0 0,0-1 0 0 0,0 0-1 0 0,0 0 1 0 0,0-1 0 0 0,0 1-1 0 0,0-1 1 0 0,0 1 0 0 0,0-1 0 0 0,0 0-1 0 0,0 0 1 0 0,-1 0 0 0 0,1-1-1 0 0,0 1 1 0 0,0-1 0 0 0,-1 1-1 0 0,1-1 1 0 0,-1 0 0 0 0,0 0-1 0 0,3-3 1 0 0,7-7-190 0 0,0 0 1 0 0,-2 0-1 0 0,16-22 0 0 0,-21 26 80 0 0,15-21-310 0 0,-2 0 1 0 0,-1-1 0 0 0,-1-1-1 0 0,-2 0 1 0 0,-1-2 0 0 0,-1 1-1 0 0,-2-1 1 0 0,-2-1-1 0 0,0 0 1 0 0,-3 0 0 0 0,-1 0-1 0 0,-1-1 1 0 0,-2-38-1 0 0,-3 41 976 0 0,-1-1-1 0 0,-2 2 1 0 0,-1-1-1 0 0,-2 1 1 0 0,-1 0-1 0 0,-1 0 1 0 0,-2 1-1 0 0,-28-54 1 0 0,38 81-332 0 0,0 0 0 0 0,0 0 0 0 0,0 0 0 0 0,0 0 0 0 0,0 0 0 0 0,-1 0 1 0 0,1 0-1 0 0,-4-2 0 0 0,5 5-167 0 0,1 0 1 0 0,0 0-1 0 0,0-1 0 0 0,-1 1 1 0 0,1 0-1 0 0,0 0 1 0 0,-1 0-1 0 0,1 0 0 0 0,0 0 1 0 0,-1 0-1 0 0,1 0 1 0 0,0 0-1 0 0,-1 0 1 0 0,1 0-1 0 0,0 0 0 0 0,-1 0 1 0 0,1 0-1 0 0,0 0 1 0 0,-1 0-1 0 0,1 0 0 0 0,0 0 1 0 0,-1 0-1 0 0,1 0 1 0 0,0 0-1 0 0,0 0 1 0 0,-1 1-1 0 0,1-1 0 0 0,0 0 1 0 0,-1 0-1 0 0,1 0 1 0 0,0 1-1 0 0,-1-1 0 0 0,-5 20 532 0 0,4 9-371 0 0,1-1 1 0 0,1 1 0 0 0,5 37 0 0 0,21 85-62 0 0,-23-133-95 0 0,5 23-120 0 0,1-1 0 0 0,3 0-1 0 0,0-1 1 0 0,3 0 0 0 0,1-1 0 0 0,2-1 0 0 0,2-1 0 0 0,1 0-1 0 0,2-2 1 0 0,29 36 0 0 0,-19-32-5270 0 0,-2-2-1822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15 185 5065 0 0,'-1'-2'134'0'0,"-1"-1"-1"0"0,1 0 1 0 0,0 1 0 0 0,0-1-1 0 0,0 0 1 0 0,0 0 0 0 0,0 0-1 0 0,1 0 1 0 0,13-20 9628 0 0,-15 27-9148 0 0,-2 7-388 0 0,1 0 1 0 0,0 0 0 0 0,0 0-1 0 0,2 1 1 0 0,-1-1-1 0 0,1 1 1 0 0,1-1 0 0 0,0 1-1 0 0,1-1 1 0 0,3 19 0 0 0,3 10 168 0 0,22 68 0 0 0,-25-93-271 0 0,2-1 0 0 0,0 0 0 0 0,0 0 0 0 0,15 21 0 0 0,-19-31-75 0 0,0-1-1 0 0,0 0 1 0 0,0 1 0 0 0,1-1 0 0 0,0-1 0 0 0,-1 1-1 0 0,1 0 1 0 0,0 0 0 0 0,0-1 0 0 0,0 0 0 0 0,1 0-1 0 0,-1 0 1 0 0,0 0 0 0 0,1 0 0 0 0,-1-1 0 0 0,1 1-1 0 0,0-1 1 0 0,0 0 0 0 0,-1 0 0 0 0,1 0 0 0 0,0-1-1 0 0,0 1 1 0 0,6-1 0 0 0,-6-1-25 0 0,0-1 0 0 0,0 1 0 0 0,0-1 0 0 0,1 0 0 0 0,-2 0 0 0 0,1 0 0 0 0,0 0 0 0 0,0-1 0 0 0,-1 0 0 0 0,1 1 0 0 0,-1-1 0 0 0,0-1 0 0 0,0 1 0 0 0,0 0 0 0 0,3-6 0 0 0,7-9 139 0 0,17-35 1 0 0,-25 44-156 0 0,13-29-36 0 0,-2-1 1 0 0,-2-1-1 0 0,-2 0 0 0 0,11-62 1 0 0,9-30-9 0 0,-31 126 69 0 0,1 0 0 0 0,0 0 0 0 0,0 1 0 0 0,1-1-1 0 0,-1 1 1 0 0,7-10 0 0 0,-8 14-23 0 0,-1 1 0 0 0,1-1-1 0 0,-1 1 1 0 0,1-1 0 0 0,0 1 0 0 0,-1-1 0 0 0,1 1-1 0 0,0-1 1 0 0,-1 1 0 0 0,1-1 0 0 0,0 1 0 0 0,0 0-1 0 0,-1-1 1 0 0,1 1 0 0 0,0 0 0 0 0,0 0 0 0 0,0 0-1 0 0,0-1 1 0 0,-1 1 0 0 0,1 0 0 0 0,1 0 0 0 0,0 1-4 0 0,-1-1 0 0 0,1 1 0 0 0,0 0 0 0 0,-1-1 0 0 0,1 1 0 0 0,-1 0 0 0 0,1 0 0 0 0,-1 0 0 0 0,0 0 0 0 0,1 0 0 0 0,-1 0 0 0 0,0 1 0 0 0,0-1 0 0 0,2 3 1 0 0,21 28 73 0 0,-2 1 1 0 0,33 65 0 0 0,11 18 50 0 0,-47-87-121 0 0,59 82 131 0 0,-67-98-121 0 0,0 0 1 0 0,1-1 0 0 0,0 0-1 0 0,1-1 1 0 0,25 17 0 0 0,-33-25-187 0 0,0-1 0 0 0,0 1 1 0 0,0-1-1 0 0,1 0 0 0 0,-1 0 1 0 0,1-1-1 0 0,-1 0 0 0 0,1 0 1 0 0,0 0-1 0 0,0-1 0 0 0,-1 1 1 0 0,12-2-1 0 0,5-3-7493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289 1 5529 0 0,'-18'3'1080'0'0,"0"1"0"0"0,0 2-1 0 0,1-1 1 0 0,-1 2 0 0 0,1 0 0 0 0,1 1 0 0 0,0 1-1 0 0,-22 15 1 0 0,29-16-643 0 0,0 0-1 0 0,0 0 1 0 0,1 1-1 0 0,0 0 1 0 0,0 0-1 0 0,1 1 1 0 0,0 0-1 0 0,1 0 1 0 0,0 0 0 0 0,1 1-1 0 0,0 0 1 0 0,0 0-1 0 0,2 1 1 0 0,-4 11-1 0 0,4-12-389 0 0,1 0 0 0 0,0 0-1 0 0,0 0 1 0 0,1 0 0 0 0,1 1 0 0 0,0-1-1 0 0,2 15 1 0 0,-1-21-35 0 0,0 1 0 0 0,0-1 1 0 0,1 0-1 0 0,0-1 0 0 0,0 1 0 0 0,1 0 1 0 0,-1 0-1 0 0,1-1 0 0 0,0 1 0 0 0,0-1 0 0 0,1 0 1 0 0,-1 0-1 0 0,1 0 0 0 0,0-1 0 0 0,0 1 0 0 0,0-1 1 0 0,9 5-1 0 0,8 4-94 0 0,37 14 0 0 0,-36-17-52 0 0,0 1 0 0 0,36 23 1 0 0,-53-30 118 0 0,0 1 1 0 0,0-1 0 0 0,0 1 0 0 0,-1 1 0 0 0,0-1-1 0 0,0 0 1 0 0,0 1 0 0 0,0 0 0 0 0,-1 0 0 0 0,0 0 0 0 0,0 1-1 0 0,0-1 1 0 0,0 1 0 0 0,-1-1 0 0 0,3 10 0 0 0,-5-9 14 0 0,1 0 0 0 0,-1-1 0 0 0,0 1 1 0 0,-1-1-1 0 0,1 1 0 0 0,-1 0 0 0 0,0-1 1 0 0,-1 1-1 0 0,1-1 0 0 0,-1 1 0 0 0,0-1 1 0 0,-1 0-1 0 0,1 0 0 0 0,-1 0 0 0 0,-3 5 1 0 0,4-6-2 0 0,-1-1 0 0 0,1 1 0 0 0,-1-1 0 0 0,1 1 0 0 0,-1-1 0 0 0,0 0 0 0 0,-1 0 0 0 0,1 0 0 0 0,0-1 0 0 0,-1 1 0 0 0,0-1 0 0 0,1 0 0 0 0,-1 0 0 0 0,0 0 0 0 0,0 0 0 0 0,0-1 0 0 0,0 1 0 0 0,0-1 1 0 0,-1 0-1 0 0,-4 0 0 0 0,7-1-112 0 0,1 0-1 0 0,0 0 1 0 0,-1 0 0 0 0,1 0 0 0 0,0-1 0 0 0,0 1 0 0 0,-1 0 0 0 0,1-1 0 0 0,0 1 0 0 0,0-1 0 0 0,-1 1 0 0 0,1-1 0 0 0,-1-1 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0 496 5985 0 0,'6'-1'176'0'0,"-1"0"-1"0"0,1 0 0 0 0,-1 0 1 0 0,0 0-1 0 0,1-1 0 0 0,-1 0 1 0 0,0 0-1 0 0,0-1 0 0 0,8-5 1 0 0,44-33 1604 0 0,-44 32-1678 0 0,1-3 135 0 0,0 0 1 0 0,-1-1 0 0 0,0-1-1 0 0,-1 0 1 0 0,0 0-1 0 0,-2-1 1 0 0,1 0 0 0 0,13-30-1 0 0,-17 31-100 0 0,-1-1-1 0 0,-1 1 0 0 0,0-1 1 0 0,-2 0-1 0 0,1 0 0 0 0,-2 0 1 0 0,0 0-1 0 0,0 0 0 0 0,-2-1 1 0 0,-2-28-1 0 0,2 40-128 0 0,-1 0 1 0 0,0 0-1 0 0,0 0 1 0 0,0 0 0 0 0,0 0-1 0 0,-1 0 1 0 0,1 1-1 0 0,-1-1 1 0 0,0 0-1 0 0,0 1 1 0 0,0 0-1 0 0,-1-1 1 0 0,1 1 0 0 0,-1 0-1 0 0,0 0 1 0 0,0 1-1 0 0,0-1 1 0 0,0 0-1 0 0,-5-2 1 0 0,6 4 17 0 0,-1 0 0 0 0,1 0 0 0 0,0 0 0 0 0,-1 1 1 0 0,1-1-1 0 0,0 1 0 0 0,-1 0 0 0 0,1-1 0 0 0,0 1 0 0 0,-1 0 1 0 0,1 0-1 0 0,-1 1 0 0 0,1-1 0 0 0,0 0 0 0 0,-1 1 0 0 0,1 0 0 0 0,0-1 1 0 0,0 1-1 0 0,-1 0 0 0 0,1 0 0 0 0,0 0 0 0 0,0 0 0 0 0,0 1 1 0 0,0-1-1 0 0,0 1 0 0 0,0-1 0 0 0,1 1 0 0 0,-1 0 0 0 0,0-1 0 0 0,1 1 1 0 0,-1 0-1 0 0,1 0 0 0 0,-2 3 0 0 0,-3 5 256 0 0,0 0 1 0 0,1 1-1 0 0,1-1 0 0 0,-1 1 0 0 0,1 0 0 0 0,1 0 1 0 0,0 1-1 0 0,1-1 0 0 0,0 1 0 0 0,0 11 0 0 0,0 20 829 0 0,5 56-1 0 0,-2-72-763 0 0,2-1 0 0 0,1 0 0 0 0,1 0 0 0 0,1 0 0 0 0,14 39 1 0 0,-16-56-355 0 0,0 1 0 0 0,0-1 0 0 0,1 0 0 0 0,0 0 0 0 0,1-1 0 0 0,0 0 1 0 0,0 0-1 0 0,1 0 0 0 0,0-1 0 0 0,0 0 0 0 0,1 0 0 0 0,0 0 1 0 0,0-1-1 0 0,1-1 0 0 0,0 1 0 0 0,-1-1 0 0 0,16 5 0 0 0,2-2-584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28 155 10594 0 0,'-3'-4'355'0'0,"0"0"-1"0"0,0 0 0 0 0,1 0 1 0 0,0-1-1 0 0,-1 1 0 0 0,2 0 1 0 0,-1-1-1 0 0,0 1 0 0 0,1-1 1 0 0,0 0-1 0 0,-1-6 0 0 0,1 0 421 0 0,0 0 0 0 0,0 0 0 0 0,2-20 1 0 0,-1 29-731 0 0,0 1 1 0 0,0-1-1 0 0,1 1 1 0 0,-1-1 0 0 0,0 1-1 0 0,0-1 1 0 0,1 1 0 0 0,-1-1-1 0 0,1 1 1 0 0,0 0 0 0 0,-1-1-1 0 0,1 1 1 0 0,0 0 0 0 0,0 0-1 0 0,-1-1 1 0 0,1 1-1 0 0,0 0 1 0 0,0 0 0 0 0,1 0-1 0 0,0-1 1 0 0,0 1-15 0 0,-1 1 0 0 0,0 0 0 0 0,0-1 0 0 0,1 1 0 0 0,-1 0 0 0 0,0 0 0 0 0,1 0 0 0 0,-1 0 0 0 0,0 0 0 0 0,0 0 1 0 0,1 0-1 0 0,-1 0 0 0 0,0 0 0 0 0,1 1 0 0 0,-1-1 0 0 0,0 0 0 0 0,0 1 0 0 0,2 0 0 0 0,3 2 74 0 0,-1 1 0 0 0,1-1 0 0 0,-1 1 1 0 0,0 0-1 0 0,0 0 0 0 0,0 0 0 0 0,7 10 0 0 0,1 5 22 0 0,-1-1 1 0 0,-1 2-1 0 0,0 0 0 0 0,-2 0 0 0 0,0 0 0 0 0,-2 1 0 0 0,11 43 0 0 0,-10-21-91 0 0,-1 0 0 0 0,-3 1 0 0 0,0 47 0 0 0,-12 40 78 0 0,2 26-246 0 0,6-131-126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5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17972 0 0,'-6'25'800'0'0,"4"-13"160"0"0,1 1-768 0 0,1-2-192 0 0,0-6 0 0 0,0-1 0 0 0,1-1-760 0 0,5 4-184 0 0,3 2-40 0 0,5 0-9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59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5857 0 0,'-8'12'0'0'0,"0"0"0"0"0,1 0 0 0 0,1 0 0 0 0,0 1 0 0 0,1 0 0 0 0,-5 16 0 0 0,5-10 8 0 0,0 1-1 0 0,2 0 1 0 0,0 0-1 0 0,1 0 1 0 0,1 27-1 0 0,-4 35 12 0 0,5-81-19 0 0,0-1 0 0 0,0 1 0 0 0,0-1 0 0 0,0 0 0 0 0,0 1 1 0 0,0-1-1 0 0,0 1 0 0 0,0-1 0 0 0,0 1 0 0 0,0-1 0 0 0,-1 0 0 0 0,1 1 0 0 0,0-1 0 0 0,0 0 0 0 0,0 1 0 0 0,-1-1 0 0 0,1 1 0 0 0,0-1 0 0 0,0 0 0 0 0,-1 0 0 0 0,1 1 0 0 0,0-1 0 0 0,-1 0 0 0 0,1 1 0 0 0,0-1 0 0 0,-1 0 0 0 0,1 0 1 0 0,0 0-1 0 0,-1 1 0 0 0,1-1 0 0 0,-1 0 0 0 0,1 0 0 0 0,0 0 0 0 0,-1 0 0 0 0,1 0 0 0 0,-1 0 0 0 0,1 0 0 0 0,0 0 0 0 0,-1 0 0 0 0,1 0 0 0 0,-1 0 0 0 0,1 0 0 0 0,-1 0 0 0 0,1 0 0 0 0,0 0 0 0 0,-1 0 0 0 0,1 0 0 0 0,-1-1 0 0 0,1 1 1 0 0,0 0-1 0 0,-1 0 0 0 0,1 0 0 0 0,0-1 0 0 0,-1 1 0 0 0,1 0 0 0 0,0 0 0 0 0,-1-1 0 0 0,1 0 0 0 0,-18-18-13 0 0,12-4 69 0 0,6 21 235 0 0,-1-1 0 0 0,1 0-1 0 0,-1 1 1 0 0,1-1 0 0 0,-1 1-1 0 0,0-1 1 0 0,0 1 0 0 0,0-1-1 0 0,-2-2 1 0 0,3 5-262 0 0,-1 0 0 0 0,1 0 1 0 0,0 0-1 0 0,-1 0 0 0 0,1 0 0 0 0,0 0 1 0 0,0 0-1 0 0,-1 0 0 0 0,1 0 1 0 0,0 0-1 0 0,0 0 0 0 0,-1 0 0 0 0,1 0 1 0 0,0 0-1 0 0,-1 1 0 0 0,1-1 0 0 0,0 0 1 0 0,0 0-1 0 0,0 0 0 0 0,-1 0 0 0 0,1 1 1 0 0,0-1-1 0 0,0 0 0 0 0,0 0 0 0 0,-1 1 1 0 0,1-1-1 0 0,0 0 0 0 0,0 0 0 0 0,0 1 1 0 0,0-1-1 0 0,0 0 0 0 0,0 0 1 0 0,0 1-1 0 0,-1-1 0 0 0,1 0 0 0 0,0 0 1 0 0,0 1-1 0 0,0-1 0 0 0,0 1 0 0 0,-5 18 937 0 0,-5 64 925 0 0,2 86 0 0 0,1-20-832 0 0,-6 160 388 0 0,37 445 0 0 0,58 201-1370 0 0,34 471 657 0 0,-4-439 964 0 0,-101-926-1512 0 0,65 390 811 0 0,-60-318-761 0 0,-1 187 0 0 0,-15-277-213 0 0,-2-1 0 0 0,-1 0-1 0 0,-3-1 1 0 0,-1 1 0 0 0,-2-1 0 0 0,-23 62 0 0 0,18-75-95 0 0,14-27 40 0 0,-1 0 1 0 0,1 0-1 0 0,-1-1 1 0 0,1 1-1 0 0,-1 0 0 0 0,1 0 1 0 0,-1 0-1 0 0,1-1 1 0 0,-1 1-1 0 0,0 0 1 0 0,0-1-1 0 0,1 1 1 0 0,-1 0-1 0 0,0-1 1 0 0,0 1-1 0 0,0-1 1 0 0,0 0-1 0 0,1 1 1 0 0,-1-1-1 0 0,0 1 1 0 0,0-1-1 0 0,0 0 1 0 0,0 0-1 0 0,0 0 1 0 0,0 0-1 0 0,0 1 1 0 0,-1-2-1 0 0,-4-4-733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34 107 2761 0 0,'-27'-31'7892'0'0,"26"30"-7683"0"0,1 1 0 0 0,-1-1 0 0 0,0 0 0 0 0,1 0 0 0 0,-1 0 0 0 0,1 0 0 0 0,0 0 0 0 0,-1 0 0 0 0,1 0 0 0 0,0 0 0 0 0,-1 0 0 0 0,1 0 0 0 0,0 0 0 0 0,0 0 0 0 0,0 0-1 0 0,0 0 1 0 0,0 0 0 0 0,0 0 0 0 0,0 0 0 0 0,0 0 0 0 0,0 0 0 0 0,0 0 0 0 0,1 0 0 0 0,-1 0 0 0 0,0 0 0 0 0,1 0 0 0 0,-1 0 0 0 0,2-1 0 0 0,0-1-5 0 0,0 1-1 0 0,0 0 1 0 0,0-1-1 0 0,1 1 1 0 0,-1 0-1 0 0,1 1 1 0 0,-1-1-1 0 0,1 0 1 0 0,5-2-1 0 0,2 0 90 0 0,1 0-1 0 0,0 0 1 0 0,0 1-1 0 0,22-3 1 0 0,-26 5-243 0 0,0 0 1 0 0,0 1-1 0 0,0 0 0 0 0,0 0 0 0 0,1 1 1 0 0,-1 0-1 0 0,0 0 0 0 0,0 1 1 0 0,0 0-1 0 0,-1 0 0 0 0,1 1 1 0 0,9 4-1 0 0,-12-4-51 0 0,0-1-1 0 0,0 1 1 0 0,0 1 0 0 0,-1-1-1 0 0,1 1 1 0 0,-1-1 0 0 0,0 1 0 0 0,0 0-1 0 0,0 0 1 0 0,0 0 0 0 0,-1 1-1 0 0,0-1 1 0 0,1 1 0 0 0,-2-1 0 0 0,1 1-1 0 0,-1 0 1 0 0,1-1 0 0 0,-1 1-1 0 0,0 5 1 0 0,1 6-54 0 0,-1 0-1 0 0,0 0 1 0 0,-2 0-1 0 0,0-1 1 0 0,0 1 0 0 0,-7 27-1 0 0,-35 90 41 0 0,4-11 366 0 0,38-122-346 0 0,1 1 0 0 0,0-1 0 0 0,0 1 1 0 0,0-1-1 0 0,-1 1 0 0 0,1-1 0 0 0,0 1 0 0 0,0-1 0 0 0,0 1 0 0 0,0-1 0 0 0,0 1 0 0 0,0-1 0 0 0,0 1 1 0 0,0-1-1 0 0,1 1 0 0 0,-1-1 0 0 0,0 1 0 0 0,0-1 0 0 0,0 1 0 0 0,0-1 0 0 0,1 1 0 0 0,-1-1 0 0 0,0 1 1 0 0,0-1-1 0 0,1 1 0 0 0,-1-1 0 0 0,1 1 0 0 0,-1-1 0 0 0,0 0 0 0 0,1 1 0 0 0,19 0 40 0 0,31-20-75 0 0,-37 13 56 0 0,-7 3-19 0 0,1 0 0 0 0,0 1 0 0 0,0 1 0 0 0,-1-1 0 0 0,1 1-1 0 0,0 0 1 0 0,1 1 0 0 0,-1 0 0 0 0,0 0 0 0 0,0 1 0 0 0,14 3 0 0 0,-16-2-3 0 0,0 0 0 0 0,0 0 0 0 0,-1 1 0 0 0,1 0 0 0 0,-1 0 0 0 0,1 0 0 0 0,-1 1 0 0 0,0-1 0 0 0,0 1 0 0 0,-1 1 0 0 0,1-1 0 0 0,-1 1 0 0 0,0-1 0 0 0,0 1 0 0 0,6 10 0 0 0,-7-9-57 0 0,1 1 1 0 0,-1 0 0 0 0,0 0 0 0 0,0 0 0 0 0,0 0 0 0 0,-1 0 0 0 0,-1 1 0 0 0,1-1 0 0 0,-1 1 0 0 0,0-1 0 0 0,-1 1-1 0 0,0 12 1 0 0,-2-8-168 0 0,1-1-1 0 0,-2 1 0 0 0,0-1 0 0 0,0 0 0 0 0,-1 1 1 0 0,0-2-1 0 0,-10 17 0 0 0,0-3-523 0 0,-2 0-1 0 0,-1-1 1 0 0,0-1 0 0 0,-2-1-1 0 0,0-1 1 0 0,-26 21 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53 332 4145 0 0,'-8'-11'925'0'0,"0"-1"0"0"0,0 0-1 0 0,-7-17 1 0 0,12 24-391 0 0,1 0 0 0 0,0 0 0 0 0,1 0-1 0 0,-1 0 1 0 0,1 0 0 0 0,0 0 0 0 0,0-1 0 0 0,1 1-1 0 0,-1 0 1 0 0,1-1 0 0 0,1-9 0 0 0,-1 15-491 0 0,0 0 1 0 0,0 0-1 0 0,0 0 1 0 0,0 0-1 0 0,0-1 1 0 0,0 1 0 0 0,1 0-1 0 0,-1 0 1 0 0,0 0-1 0 0,0-1 1 0 0,0 1-1 0 0,0 0 1 0 0,0 0-1 0 0,0 0 1 0 0,0 0-1 0 0,0 0 1 0 0,1-1-1 0 0,-1 1 1 0 0,0 0 0 0 0,0 0-1 0 0,0 0 1 0 0,0 0-1 0 0,0 0 1 0 0,1 0-1 0 0,-1 0 1 0 0,0 0-1 0 0,0 0 1 0 0,0-1-1 0 0,1 1 1 0 0,-1 0 0 0 0,0 0-1 0 0,0 0 1 0 0,0 0-1 0 0,0 0 1 0 0,1 0-1 0 0,-1 0 1 0 0,0 0-1 0 0,0 0 1 0 0,0 0-1 0 0,1 0 1 0 0,-1 1-1 0 0,10 4 983 0 0,6 11 67 0 0,-15-16-1083 0 0,18 25 480 0 0,0 1 0 0 0,-2 1 0 0 0,-1 1 0 0 0,24 57 0 0 0,8 12-176 0 0,69 89 122 0 0,-109-173-385 0 0,-8-13-43 0 0,1 0 0 0 0,-1 0 0 0 0,0 0 0 0 0,0 0 0 0 0,0 0 0 0 0,0 0 0 0 0,0 0 0 0 0,0 0 0 0 0,0 0 0 0 0,0 0 0 0 0,1 0 0 0 0,-1 0 1 0 0,0 0-1 0 0,0 0 0 0 0,0 0 0 0 0,0 0 0 0 0,0 0 0 0 0,0 0 0 0 0,0 0 0 0 0,1 0 0 0 0,-1 0 0 0 0,0 0 0 0 0,0 0 0 0 0,0 0 0 0 0,0 0 0 0 0,0 0 0 0 0,0 0 0 0 0,0 0 0 0 0,1 0 0 0 0,-1 0 0 0 0,0 0 0 0 0,0 0 0 0 0,0 0 0 0 0,0 0 1 0 0,0 0-1 0 0,0 0 0 0 0,0 0 0 0 0,0 0 0 0 0,0-1 0 0 0,0 1 0 0 0,0 0 0 0 0,1 0 0 0 0,-1 0 0 0 0,0 0 0 0 0,0 0 0 0 0,0 0 0 0 0,0 0 0 0 0,0 0 0 0 0,0-1 0 0 0,0 1 0 0 0,0 0 0 0 0,0 0 0 0 0,0 0 0 0 0,0 0 0 0 0,0 0 1 0 0,0 0-1 0 0,0 0 0 0 0,0-1 0 0 0,0 1 0 0 0,0 0 0 0 0,0 0 0 0 0,0 0 0 0 0,0 0 0 0 0,0 0 0 0 0,0 0 0 0 0,-1 0 0 0 0,1-1 0 0 0,2-17 317 0 0,-1-19 38 0 0,-7-505-350 0 0,10 492-1171 0 0,0 19-4756 0 0,0 12-822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4609 0 0,'3'-5'697'0'0,"0"0"1"0"0,0 1-1 0 0,1-1 1 0 0,-1 1-1 0 0,1 0 1 0 0,0 0-1 0 0,9-7 1 0 0,-10 8-229 0 0,7-6 467 0 0,1 1-1 0 0,0 0 0 0 0,0 1 1 0 0,21-11-1 0 0,-27 16-898 0 0,0-1 0 0 0,0 2 0 0 0,-1-1 0 0 0,1 0 0 0 0,0 1 0 0 0,0 0 0 0 0,1 0 0 0 0,-1 0 0 0 0,0 1 0 0 0,0-1-1 0 0,0 1 1 0 0,0 1 0 0 0,1-1 0 0 0,-1 1 0 0 0,6 1 0 0 0,-1 2-1088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2937 0 0,'34'-22'1600'0'0,"0"-1"1"0"0,40-37 0 0 0,-12 10-3164 0 0,6 10 876 0 0,-51 29 759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43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0 4145 0 0,'-14'2'12320'0'0,"11"-2"-12303"0"0,0 0 0 0 0,0 1 1 0 0,0-1-1 0 0,0 1 0 0 0,0 0 1 0 0,-1 0-1 0 0,1 0 0 0 0,1 0 1 0 0,-1 0-1 0 0,0 1 0 0 0,0 0 1 0 0,0-1-1 0 0,1 1 0 0 0,-1 0 1 0 0,-2 3-1 0 0,-13 7-43 0 0,-12 6 28 0 0,24-15 40 0 0,-1 0 0 0 0,1 1 0 0 0,0 0 0 0 0,0 0 0 0 0,0 0 0 0 0,1 0 0 0 0,0 1 0 0 0,0 0 0 0 0,0 0 0 0 0,0 1 0 0 0,-6 9 0 0 0,74-30 1724 0 0,-9 0-446 0 0,67-26 1 0 0,-108 38-779 0 0,-10 5-1695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5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51 5065 0 0,'-14'-20'2156'0'0,"12"17"-1728"0"0,0 0-1 0 0,0 1 1 0 0,1-1 0 0 0,-2 0-1 0 0,1 1 1 0 0,0-1 0 0 0,0 1-1 0 0,-1 0 1 0 0,0-1 0 0 0,-4-2-1 0 0,7 5-363 0 0,-1 0-1 0 0,1 1 0 0 0,-1-1 1 0 0,1 0-1 0 0,0 0 0 0 0,-1 0 1 0 0,1 1-1 0 0,0-1 0 0 0,-1 0 1 0 0,1 0-1 0 0,0 1 1 0 0,-1-1-1 0 0,1 0 0 0 0,0 1 1 0 0,0-1-1 0 0,-1 0 0 0 0,1 1 1 0 0,0-1-1 0 0,0 0 0 0 0,0 1 1 0 0,-1-1-1 0 0,1 1 0 0 0,0-1 1 0 0,0 0-1 0 0,0 1 1 0 0,0-1-1 0 0,0 1 0 0 0,0-1 1 0 0,0 0-1 0 0,0 1 0 0 0,0-1 1 0 0,0 1-1 0 0,0-1 0 0 0,0 1 1 0 0,0 0-1 0 0,0 18 816 0 0,0-19-849 0 0,7 52 1112 0 0,2-1-1 0 0,3 0 1 0 0,34 95-1 0 0,2 11 92 0 0,-21-51-790 0 0,25 214 1 0 0,-50-299-1674 0 0,9 40 0 0 0,-6-45-459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2 287 7370 0 0,'-2'-29'4702'0'0,"3"46"-3235"0"0,-1 8-717 0 0,0 51 924 0 0,10 84 0 0 0,-7-139-1595 0 0,0 0 1 0 0,1-1 0 0 0,1 1-1 0 0,2-1 1 0 0,0 0 0 0 0,0-1-1 0 0,2 1 1 0 0,0-2 0 0 0,13 20-1 0 0,-17-32-73 0 0,-1 0 0 0 0,1 0-1 0 0,1-1 1 0 0,-1 0 0 0 0,1 1-1 0 0,-1-2 1 0 0,1 1 0 0 0,1-1-1 0 0,-1 0 1 0 0,1 0 0 0 0,0 0 0 0 0,10 3-1 0 0,-13-6 9 0 0,1 1-1 0 0,0-1 0 0 0,-1-1 1 0 0,1 1-1 0 0,0-1 0 0 0,0 0 1 0 0,0 0-1 0 0,-1 0 1 0 0,1 0-1 0 0,0-1 0 0 0,0 0 1 0 0,-1 0-1 0 0,1 0 0 0 0,0-1 1 0 0,-1 1-1 0 0,1-1 1 0 0,-1 0-1 0 0,0-1 0 0 0,0 1 1 0 0,6-5-1 0 0,5-5 163 0 0,0-1 1 0 0,-1-1-1 0 0,0-1 0 0 0,-1 0 1 0 0,-1 0-1 0 0,-1-1 0 0 0,0-1 1 0 0,-1 0-1 0 0,-1 0 1 0 0,0-1-1 0 0,8-25 0 0 0,-7 15-42 0 0,-2-2 1 0 0,-1 1-1 0 0,-1-1 0 0 0,-1 0 0 0 0,-2 0 0 0 0,-1-51 0 0 0,-2 57-58 0 0,-2 1 0 0 0,-1-1 0 0 0,-1 0 0 0 0,0 1 0 0 0,-2 0-1 0 0,-11-27 1 0 0,14 42-107 0 0,-1-1-1 0 0,0 1 0 0 0,-1-1 0 0 0,0 1 1 0 0,0 1-1 0 0,-1-1 0 0 0,0 1 0 0 0,0 0 1 0 0,0 0-1 0 0,-1 1 0 0 0,0-1 0 0 0,-1 2 1 0 0,1-1-1 0 0,-1 1 0 0 0,0 0 1 0 0,-1 1-1 0 0,1 0 0 0 0,-14-5 0 0 0,-20-1-833 0 0,39 9 566 0 0,0 1 0 0 0,1 0 0 0 0,-1-1 1 0 0,1 2-1 0 0,-1-1 0 0 0,0 0 1 0 0,1 0-1 0 0,-1 1 0 0 0,0-1 0 0 0,1 1 1 0 0,-1 0-1 0 0,1 0 0 0 0,-1 0 1 0 0,-3 2-1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66 5065 0 0,'-2'-1'186'0'0,"1"0"-1"0"0,-1 0 1 0 0,1 0-1 0 0,-1 1 1 0 0,0-1 0 0 0,1 0-1 0 0,-1 1 1 0 0,0-1-1 0 0,0 1 1 0 0,1 0-1 0 0,-1 0 1 0 0,0-1 0 0 0,0 1-1 0 0,0 0 1 0 0,-2 1-1 0 0,3 0-11 0 0,0 0 0 0 0,0-1-1 0 0,0 1 1 0 0,0 1 0 0 0,0-1 0 0 0,0 0-1 0 0,0 0 1 0 0,0 0 0 0 0,0 0 0 0 0,0 1-1 0 0,1-1 1 0 0,-1 0 0 0 0,1 1-1 0 0,-1-1 1 0 0,1 0 0 0 0,-1 1 0 0 0,1-1-1 0 0,0 1 1 0 0,-1-1 0 0 0,1 2-1 0 0,-9 51 1075 0 0,3 1 0 0 0,1-1 0 0 0,5 89 0 0 0,0-137-1237 0 0,1 0 1 0 0,-1 1-1 0 0,1-1 0 0 0,0 0 0 0 0,1 0 0 0 0,-1 0 0 0 0,4 9 1 0 0,8-52-1331 0 0,-6 2 499 0 0,-2 0 1 0 0,2-44-1 0 0,6-42 1454 0 0,-10 107-276 0 0,0 0 0 0 0,1 0-1 0 0,0 0 1 0 0,1 1-1 0 0,0 0 1 0 0,10-16-1 0 0,-14 27-282 0 0,0 0 0 0 0,0 0 0 0 0,1 0 0 0 0,-1 0 0 0 0,1 0-1 0 0,-1 0 1 0 0,1 0 0 0 0,-1 1 0 0 0,1-1 0 0 0,0 1-1 0 0,0-1 1 0 0,0 1 0 0 0,0-1 0 0 0,0 1 0 0 0,0 0-1 0 0,0 0 1 0 0,1 0 0 0 0,-1 0 0 0 0,3 0 0 0 0,-3 1-4 0 0,0 0 0 0 0,0 0 1 0 0,0 0-1 0 0,1 1 0 0 0,-1-1 0 0 0,0 1 1 0 0,0-1-1 0 0,0 1 0 0 0,0 0 1 0 0,0 0-1 0 0,0 0 0 0 0,0 0 1 0 0,-1 0-1 0 0,1 0 0 0 0,0 0 0 0 0,0 1 1 0 0,1 1-1 0 0,5 5 136 0 0,0 1-1 0 0,-1 0 1 0 0,0 0 0 0 0,-1 0-1 0 0,0 1 1 0 0,7 15 0 0 0,1 4-19 0 0,32 63 202 0 0,-40-82-427 0 0,1 1 0 0 0,0-1 0 0 0,0 0 1 0 0,1-1-1 0 0,18 17 0 0 0,-23-24-90 0 0,-1 0-1 0 0,1 0 1 0 0,0 0-1 0 0,0 0 1 0 0,0-1-1 0 0,0 1 1 0 0,0-1-1 0 0,5 2 1 0 0,-6-3-361 0 0,-1 0 0 0 0,1 0 0 0 0,-1 0 0 0 0,1 0 0 0 0,-1 0 0 0 0,1 0 0 0 0,-1 0 0 0 0,1 0 0 0 0,-1 0 0 0 0,0-1 0 0 0,1 1 0 0 0,-1 0 0 0 0,3-2 0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 2761 0 0,'5'-6'1455'0'0,"-1"1"0"0"0,0 0 0 0 0,0-1 0 0 0,5-10 0 0 0,13-33 1071 0 0,11-62-3458 0 0,-19 61 1561 0 0,-5 11-353 0 0,7-63 1 0 0,-11 89 31 0 0,-5 12-294 0 0,1 1-1 0 0,-1 0 0 0 0,0 0 0 0 0,0 0 1 0 0,0 0-1 0 0,0 0 0 0 0,1-1 1 0 0,-1 1-1 0 0,0 0 0 0 0,0 0 0 0 0,0 0 1 0 0,1 0-1 0 0,-1 0 0 0 0,0 0 1 0 0,0 0-1 0 0,0 0 0 0 0,1 0 0 0 0,-1 0 1 0 0,0 0-1 0 0,0 0 0 0 0,1 0 1 0 0,-1 0-1 0 0,0 0 0 0 0,0 0 0 0 0,0 0 1 0 0,1 0-1 0 0,-1 0 0 0 0,0 0 1 0 0,0 0-1 0 0,0 0 0 0 0,1 0 0 0 0,-1 1 1 0 0,0-1-1 0 0,0 0 0 0 0,0 0 1 0 0,0 0-1 0 0,1 0 0 0 0,-1 0 0 0 0,0 1 1 0 0,0-1-1 0 0,0 0 0 0 0,0 0 1 0 0,0 0-1 0 0,1 0 0 0 0,-1 1 0 0 0,0-1 1 0 0,0 0-1 0 0,0 0 0 0 0,0 0 1 0 0,0 1-1 0 0,0-1 0 0 0,0 0 0 0 0,0 1 578 0 0,1 5-298 0 0,26 205 2847 0 0,-16-105-2542 0 0,31 134 0 0 0,-22-186-1585 0 0,-9-30-26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16 10138 0 0,'-13'-16'4242'0'0,"11"27"511"0"0,1 4-5683 0 0,-10 286 3457 0 0,9-151-2317 0 0,1 97-17 0 0,3-188-1091 0 0,3-1 0 0 0,16 70 0 0 0,-14-110-222 0 0,-3-10-445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1 252 2761 0 0,'0'-25'904'0'0,"0"-1"0"0"0,2 1 0 0 0,1-1 0 0 0,1 1 1 0 0,1 0-1 0 0,1 0 0 0 0,10-24 0 0 0,-16 47-784 0 0,1 1 1 0 0,-1 0-1 0 0,1-1 0 0 0,-1 1 0 0 0,1 0 1 0 0,0 0-1 0 0,-1-1 0 0 0,1 1 0 0 0,0 0 0 0 0,0 0 1 0 0,0 0-1 0 0,0 0 0 0 0,0 0 0 0 0,0 0 1 0 0,0 0-1 0 0,0 0 0 0 0,0 0 0 0 0,1 1 0 0 0,-1-1 1 0 0,0 0-1 0 0,0 1 0 0 0,1-1 0 0 0,-1 1 1 0 0,0-1-1 0 0,1 1 0 0 0,-1 0 0 0 0,1 0 1 0 0,-1-1-1 0 0,0 1 0 0 0,1 0 0 0 0,-1 0 0 0 0,1 0 1 0 0,-1 1-1 0 0,1-1 0 0 0,-1 0 0 0 0,0 1 1 0 0,1-1-1 0 0,-1 0 0 0 0,0 1 0 0 0,1-1 1 0 0,-1 1-1 0 0,0 0 0 0 0,0 0 0 0 0,1-1 0 0 0,-1 1 1 0 0,0 0-1 0 0,0 0 0 0 0,0 0 0 0 0,1 2 1 0 0,9 7 485 0 0,-1 0 0 0 0,0 1 1 0 0,-1 0-1 0 0,8 13 0 0 0,-7-10-280 0 0,20 28-502 0 0,-2 1 0 0 0,-2 2 1 0 0,33 78-1 0 0,-50-100-1152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8754 0 0,'0'0'793'0'0,"22"-19"798"0"0,39-37-393 0 0,-46 40-1590 0 0,1 2-1 0 0,0 0 1 0 0,24-16-1 0 0,-29 23 373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1376 0 0,'6'12'4840'0'0,"1"25"-3105"0"0,-6-28-1204 0 0,30 138 3290 0 0,-5-50-7864 0 0,-20-79 488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0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1 456 0 0,'-21'5'10296'0'0,"19"0"-9942"0"0,0-1-548 0 0,-7 18 878 0 0,5-3-4144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47 3225 0 0,'-10'-16'155'0'0,"8"12"385"0"0,0 1 0 0 0,0 0 1 0 0,0 0-1 0 0,0 0 0 0 0,0 0 0 0 0,-1 0 0 0 0,0 0 1 0 0,-3-2-1 0 0,21 40 4319 0 0,36 73-2458 0 0,59 184 0 0 0,-28-63-3046 0 0,-55-174-900 0 0,-26-52 1248 0 0,1 0-1 0 0,0-1 0 0 0,0 1 1 0 0,0-1-1 0 0,0 1 0 0 0,0-1 1 0 0,0 0-1 0 0,0 0 0 0 0,1 0 1 0 0,0 0-1 0 0,-1 0 0 0 0,1 0 1 0 0,0-1-1 0 0,-1 0 0 0 0,1 1 1 0 0,6 1-1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1840 0 0,'2'-10'689'0'0,"1"1"0"0"0,0 0 0 0 0,0 0 0 0 0,1 0-1 0 0,0 1 1 0 0,0-1 0 0 0,1 1 0 0 0,0 0 0 0 0,11-13 0 0 0,-15 19-496 0 0,0 0 0 0 0,1 1 0 0 0,-1-1 1 0 0,1 0-1 0 0,0 1 0 0 0,0-1 1 0 0,-1 1-1 0 0,1-1 0 0 0,0 1 0 0 0,0 0 1 0 0,0 0-1 0 0,4-2 0 0 0,-6 3-147 0 0,1 0 0 0 0,0 0 0 0 0,0 0 0 0 0,-1 1 0 0 0,1-1 0 0 0,0 0 0 0 0,-1 0 0 0 0,1 0-1 0 0,0 1 1 0 0,0-1 0 0 0,-1 0 0 0 0,1 1 0 0 0,-1-1 0 0 0,1 0 0 0 0,0 1 0 0 0,-1-1 0 0 0,1 1 0 0 0,-1-1 0 0 0,1 1-1 0 0,-1 0 1 0 0,1-1 0 0 0,-1 1 0 0 0,1-1 0 0 0,-1 1 0 0 0,0 0 0 0 0,1-1 0 0 0,-1 1 0 0 0,0 0 0 0 0,0-1-1 0 0,1 1 1 0 0,-1 0 0 0 0,0 0 0 0 0,0-1 0 0 0,0 1 0 0 0,0 0 0 0 0,0 0 0 0 0,0-1 0 0 0,0 1 0 0 0,0 1-1 0 0,5 42 227 0 0,-2-19-12 0 0,0-1 0 0 0,2 0-1 0 0,11 38 1 0 0,-14-56-103 0 0,0-1 0 0 0,1 1 0 0 0,-1-1 1 0 0,1 0-1 0 0,0 0 0 0 0,0 0 0 0 0,1 0 0 0 0,-1 0 0 0 0,1-1 0 0 0,0 0 0 0 0,1 0 1 0 0,-1 0-1 0 0,1 0 0 0 0,-1 0 0 0 0,1-1 0 0 0,0 0 0 0 0,0 0 0 0 0,1-1 1 0 0,-1 1-1 0 0,8 1 0 0 0,-8-3-118 0 0,-1 0 0 0 0,1 0 0 0 0,0-1 0 0 0,0 0 0 0 0,0 0 0 0 0,0-1 0 0 0,0 1 0 0 0,0-1 0 0 0,-1 0 0 0 0,1 0 0 0 0,0 0 0 0 0,-1-1 0 0 0,1 0 0 0 0,-1 0 0 0 0,1 0 0 0 0,-1 0 0 0 0,0-1 0 0 0,0 0 0 0 0,5-3 0 0 0,21-12-2194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1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46 920 0 0,'0'0'67'0'0,"2"-2"105"0"0,1 1-1 0 0,-1 0 1 0 0,0 0 0 0 0,0-1-1 0 0,0 0 1 0 0,-1 1 0 0 0,1-1-1 0 0,0 0 1 0 0,0 0 0 0 0,-1 0 0 0 0,0 0-1 0 0,3-4 1 0 0,4-4 878 0 0,-7 8-535 0 0,16-6 6604 0 0,-17 9-7035 0 0,-5 0 76 0 0,-39 11 478 0 0,-76 32 0 0 0,117-42-513 0 0,-1 0 0 0 0,0 0-1 0 0,-1 0 1 0 0,1-1 0 0 0,0 0 0 0 0,0 0 0 0 0,-1 0 0 0 0,1 0 0 0 0,0 0 0 0 0,-1-1-1 0 0,1 0 1 0 0,-1 0 0 0 0,1 0 0 0 0,0 0 0 0 0,-1-1 0 0 0,1 0 0 0 0,0 0-1 0 0,-7-2 1 0 0,16 1-2086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30 5985 0 0,'-4'-30'8403'0'0,"7"43"-6219"0"0,99 299 2554 0 0,-14-46-4257 0 0,-53-137-425 0 0,52 150-5 0 0,-76-256-30 0 0,-7-18-251 0 0,-1 1-1 0 0,-1 0 1 0 0,1-1 0 0 0,-1 1-1 0 0,0 0 1 0 0,0 1 0 0 0,1 5-1 0 0,-9-30-7188 0 0,-8-30 263 0 0,-2 0 4791 0 0,-13-37 2294 0 0,6 7 119 0 0,-51-112 0 0 0,53 144-48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18 230 3225 0 0,'-2'-4'224'0'0,"-1"0"0"0"0,1-1 1 0 0,0 1-1 0 0,1-1 0 0 0,-1 1 1 0 0,1-1-1 0 0,-1 1 0 0 0,2-1 1 0 0,-1 0-1 0 0,0 0 1 0 0,1 0-1 0 0,0 1 0 0 0,0-1 1 0 0,0 0-1 0 0,1 0 0 0 0,-1 1 1 0 0,1-1-1 0 0,0 0 0 0 0,1 0 1 0 0,-1 1-1 0 0,1-1 0 0 0,0 1 1 0 0,5-8-1 0 0,-3 3 127 0 0,1 0 1 0 0,0 1-1 0 0,0 0 1 0 0,1 0-1 0 0,0 0 1 0 0,1 1-1 0 0,-1 0 1 0 0,1 0-1 0 0,1 1 1 0 0,-1 0-1 0 0,10-6 1 0 0,-10 9-211 0 0,-1 0-1 0 0,0 1 1 0 0,0 0 0 0 0,1 0 0 0 0,-1 1-1 0 0,1-1 1 0 0,0 1 0 0 0,-1 1 0 0 0,1-1-1 0 0,0 1 1 0 0,0 0 0 0 0,-1 1 0 0 0,1 0 0 0 0,0 0-1 0 0,-1 0 1 0 0,1 1 0 0 0,-1 0 0 0 0,1 0-1 0 0,-1 0 1 0 0,0 1 0 0 0,0 0 0 0 0,10 7-1 0 0,-6-4-58 0 0,-1 1-1 0 0,0 0 1 0 0,0 1-1 0 0,-1-1 1 0 0,0 2-1 0 0,0-1 1 0 0,-1 1-1 0 0,0 0 1 0 0,-1 1-1 0 0,0-1 1 0 0,0 1-1 0 0,6 18 1 0 0,-6-12-35 0 0,-2 0 0 0 0,0 0 0 0 0,-1 1 0 0 0,0 0 0 0 0,-2 0 0 0 0,0 0 0 0 0,0 0 0 0 0,-2 0 0 0 0,0-1 0 0 0,-1 1 0 0 0,-1 0 0 0 0,0 0 1 0 0,-1-1-1 0 0,-1 0 0 0 0,-1 0 0 0 0,-10 21 0 0 0,16-37-9 0 0,0 1 0 0 0,-1-1 0 0 0,1 0 0 0 0,0 1 0 0 0,0-1 0 0 0,-1 1 0 0 0,1-1 0 0 0,0 0 0 0 0,0 1 0 0 0,0-1 0 0 0,-1 1 0 0 0,1-1 0 0 0,0 1 0 0 0,0-1 0 0 0,0 1 0 0 0,0-1 0 0 0,0 0 0 0 0,0 1 0 0 0,0-1 0 0 0,0 1 0 0 0,0-1 0 0 0,0 1-1 0 0,1-1 1 0 0,-1 1 0 0 0,0-1 0 0 0,0 0 0 0 0,0 1 0 0 0,0-1 0 0 0,1 1 0 0 0,-1-1 0 0 0,0 0 0 0 0,0 1 0 0 0,1-1 0 0 0,-1 0 0 0 0,0 1 0 0 0,1-1 0 0 0,-1 0 0 0 0,0 1 0 0 0,1-1 0 0 0,-1 0 0 0 0,0 0 0 0 0,1 1 0 0 0,21 1 1671 0 0,-9-1-1845 0 0,3 2 128 0 0,1 1-1 0 0,-1 1 1 0 0,0 0 0 0 0,0 1 0 0 0,0 1-1 0 0,-1 0 1 0 0,0 1 0 0 0,-1 1-1 0 0,19 14 1 0 0,-19-11-698 0 0,0 0 0 0 0,-1 1 0 0 0,0 0 0 0 0,18 27 0 0 0,-1-3-2697 0 0,-17-22 1660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45 106 3225 0 0,'-16'-35'1166'0'0,"-5"-17"4996"0"0,14 34-4323 0 0,29 83 144 0 0,-14-40-848 0 0,0 1 1 0 0,2-1 0 0 0,1 0-1 0 0,1-1 1 0 0,19 29 0 0 0,2-8-1346 0 0,-8-10-596 0 0,50 54 0 0 0,-62-81-1449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72 341 6449 0 0,'-3'1'103'0'0,"0"-1"0"0"0,0 0 0 0 0,0 0 0 0 0,0 0 0 0 0,-1 0 0 0 0,1 0 0 0 0,0-1 0 0 0,0 1 0 0 0,0-1 0 0 0,0 0 0 0 0,0 0 0 0 0,0 0 0 0 0,0 0 0 0 0,0 0-1 0 0,0-1 1 0 0,-3-2 0 0 0,4 2 51 0 0,0 1-1 0 0,1-1 1 0 0,0 0-1 0 0,-1 0 1 0 0,1 0-1 0 0,0 0 1 0 0,0 0-1 0 0,0 0 1 0 0,0 0-1 0 0,0-1 0 0 0,0 1 1 0 0,1 0-1 0 0,-1 0 1 0 0,1-1-1 0 0,0 1 1 0 0,0 0-1 0 0,0-1 1 0 0,0 1-1 0 0,0 0 1 0 0,0-1-1 0 0,0 1 1 0 0,1 0-1 0 0,0-4 1 0 0,2-5 100 0 0,1 0 1 0 0,0 0 0 0 0,0 1 0 0 0,1 0-1 0 0,0-1 1 0 0,1 1 0 0 0,1 1 0 0 0,-1-1-1 0 0,1 1 1 0 0,12-11 0 0 0,14-13-873 0 0,46-35 0 0 0,-41 37-1618 0 0,-15 11-1984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4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 1840 0 0,'-7'22'6838'0'0,"10"-26"-7593"0"0,0 1 538 0 0,0-1 111 0 0,0 0-1 0 0,1 0 1 0 0,-1 0 0 0 0,1 1-1 0 0,-1 0 1 0 0,1 0-1 0 0,0 0 1 0 0,0 0-1 0 0,1 1 1 0 0,-1-1 0 0 0,0 1-1 0 0,9-3 1 0 0,-13 5 94 0 0,1 1 0 0 0,-1-1 0 0 0,0 1 1 0 0,1-1-1 0 0,-1 0 0 0 0,0 1 0 0 0,0-1 0 0 0,0 1 1 0 0,1-1-1 0 0,-1 0 0 0 0,0 1 0 0 0,0-1 0 0 0,0 1 1 0 0,0-1-1 0 0,0 1 0 0 0,0-1 0 0 0,0 1 0 0 0,0-1 1 0 0,0 1-1 0 0,0-1 0 0 0,0 1 0 0 0,0-1 0 0 0,0 1 1 0 0,0-1-1 0 0,0 1 0 0 0,0-1 0 0 0,-1 0 0 0 0,1 1 1 0 0,0-1-1 0 0,0 1 0 0 0,-1 0 0 0 0,-5 17-128 0 0,5-17 128 0 0,-5 13-92 0 0</inkml:trace>
  <inkml:trace contextRef="#ctx0" brushRef="#br0" timeOffset="1">29 161 3249 0 0,'0'3'-92'0'0,"-2"24"847"0"0,9-21 407 0 0,10-11 239 0 0,8-9-1061 0 0,-1-2 1 0 0,44-37 0 0 0,-6 5-164 0 0,-44 35-177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1840 0 0,'-18'-3'8131'0'0,"25"-1"-7711"0"0,0-1 0 0 0,0 1 0 0 0,1 1-1 0 0,-1-1 1 0 0,1 1 0 0 0,-1 0-1 0 0,1 1 1 0 0,0 0 0 0 0,0 0 0 0 0,0 1-1 0 0,0 0 1 0 0,1 0 0 0 0,11 1-1 0 0,-12 1-350 0 0,-1 0-1 0 0,0 1 1 0 0,1-1-1 0 0,-1 1 1 0 0,0 1-1 0 0,0-1 1 0 0,0 1 0 0 0,0 1-1 0 0,-1-1 1 0 0,1 1-1 0 0,-1 0 1 0 0,0 1-1 0 0,0-1 1 0 0,0 1-1 0 0,7 9 1 0 0,-5-6-36 0 0,-1 1 0 0 0,-1-1 0 0 0,0 2 0 0 0,0-1 0 0 0,0 1 1 0 0,-1-1-1 0 0,-1 2 0 0 0,0-1 0 0 0,0 0 0 0 0,-1 1 0 0 0,0 0 1 0 0,1 16-1 0 0,-3-20 7 0 0,0-1 1 0 0,-1 1 0 0 0,0 0-1 0 0,-1 0 1 0 0,0 0-1 0 0,0-1 1 0 0,0 1 0 0 0,-1-1-1 0 0,1 1 1 0 0,-2-1-1 0 0,1 1 1 0 0,-1-1 0 0 0,0 0-1 0 0,0 0 1 0 0,-1 0-1 0 0,1-1 1 0 0,-1 1 0 0 0,-1-1-1 0 0,1 0 1 0 0,-1 0-1 0 0,-8 7 1 0 0,18-17 402 0 0,5-5-148 0 0,0 0 0 0 0,1 1 1 0 0,21-15-1 0 0,-27 21-284 0 0,0 0-1 0 0,1 0 0 0 0,0 1 1 0 0,-1 0-1 0 0,1 0 1 0 0,0 0-1 0 0,0 1 0 0 0,0-1 1 0 0,0 1-1 0 0,0 1 1 0 0,0-1-1 0 0,0 1 0 0 0,1 0 1 0 0,-1 1-1 0 0,0-1 1 0 0,0 1-1 0 0,0 1 0 0 0,0-1 1 0 0,0 1-1 0 0,0 0 1 0 0,-1 0-1 0 0,1 0 0 0 0,-1 1 1 0 0,1 0-1 0 0,-1 0 1 0 0,0 1-1 0 0,0-1 0 0 0,0 1 1 0 0,-1 0-1 0 0,1 0 1 0 0,-1 1-1 0 0,0 0 1 0 0,0-1-1 0 0,0 1 0 0 0,-1 0 1 0 0,0 1-1 0 0,0-1 1 0 0,0 1-1 0 0,3 10 0 0 0,-4-10 3 0 0,0 0 1 0 0,-1 0-1 0 0,0 0 0 0 0,0 0 0 0 0,0 0 0 0 0,-1 0 0 0 0,0 0 1 0 0,0 0-1 0 0,-1 1 0 0 0,0-1 0 0 0,0 0 0 0 0,-2 7 0 0 0,0-3 41 0 0,-1 0-1 0 0,0-1 0 0 0,0 1 1 0 0,-1-1-1 0 0,-1 0 0 0 0,-10 15 1 0 0,4-11 3 0 0,1 0 1 0 0,-1-1 0 0 0,-1 0-1 0 0,0 0 1 0 0,-1-2-1 0 0,0 0 1 0 0,-1 0 0 0 0,-23 10-1 0 0,33-18-189 0 0,0 0-1 0 0,0-1 0 0 0,0 0 1 0 0,0 0-1 0 0,-1 0 0 0 0,1-1 1 0 0,-9 1-1 0 0,-25 3-8413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4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152 528 456 0 0,'-8'-1'677'0'0,"-1"1"-1"0"0,1-1 1 0 0,-1 2 0 0 0,1-1-1 0 0,0 1 1 0 0,-1 0 0 0 0,1 1-1 0 0,0-1 1 0 0,0 2-1 0 0,-12 4 1 0 0,-8 1 2325 0 0,18-5-2361 0 0,-1 0 2467 0 0,16-11-522 0 0,0 6-2332 0 0,39-16 595 0 0,1 3-1 0 0,87-18 0 0 0,39-12-176 0 0,600-242 202 0 0,-661 240-810 0 0,-50 20-110 0 0,121-36 0 0 0,-136 54 15 0 0,-42 9-273 0 0,0-1-1 0 0,1 1 1 0 0,-1 0 0 0 0,0 0-1 0 0,0 0 1 0 0,0 0 0 0 0,0 1 0 0 0,0-1-1 0 0,1 1 1 0 0,-1 0 0 0 0,0 0 0 0 0,3 1-1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5529 0 0,'8'-15'8174'0'0,"-8"15"-8085"0"0,10 47 797 0 0,-1 0 0 0 0,-3 1 0 0 0,1 94 0 0 0,3 27-551 0 0,-6-140-420 0 0,0 0 0 0 0,2-1-1 0 0,16 48 1 0 0,-2-24-1067 0 0,-9-28 65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60 4609 0 0,'-1'0'120'0'0,"0"1"0"0"0,-1-1 1 0 0,1 1-1 0 0,0 0 0 0 0,0 0 0 0 0,0 0 1 0 0,0 0-1 0 0,0 0 0 0 0,0 0 0 0 0,0 0 1 0 0,1 0-1 0 0,-1 0 0 0 0,0 0 0 0 0,1 0 0 0 0,-1 0 1 0 0,0 1-1 0 0,1-1 0 0 0,-1 0 0 0 0,1 0 1 0 0,0 1-1 0 0,-1-1 0 0 0,1 0 0 0 0,0 1 1 0 0,0-1-1 0 0,0 1 0 0 0,0 1 0 0 0,2 46 865 0 0,0-34-759 0 0,16 151 1445 0 0,-13-139-1364 0 0,1-1-1 0 0,1 1 0 0 0,1-2 1 0 0,14 29-1 0 0,-17-45-61 0 0,-1-1-1 0 0,2 0 1 0 0,-1 0-1 0 0,1 0 1 0 0,1 0-1 0 0,-1-1 1 0 0,1 0-1 0 0,0-1 1 0 0,11 8-1 0 0,-16-12-175 0 0,0-1 0 0 0,0 1 0 0 0,1-1 0 0 0,-1 1 0 0 0,0-1 0 0 0,1 0 0 0 0,-1 0 0 0 0,0 0 0 0 0,1 0 0 0 0,-1-1 0 0 0,1 1 0 0 0,0-1 0 0 0,-1 1 0 0 0,1-1 0 0 0,-1 0 0 0 0,1 0 0 0 0,0 0 0 0 0,-1 0 0 0 0,1 0 0 0 0,-1-1-1 0 0,1 1 1 0 0,0-1 0 0 0,-1 0 0 0 0,1 0 0 0 0,-1 0 0 0 0,0 0 0 0 0,1 0 0 0 0,-1 0 0 0 0,0-1 0 0 0,0 1 0 0 0,0-1 0 0 0,0 1 0 0 0,0-1 0 0 0,0 0 0 0 0,0 0 0 0 0,0 0 0 0 0,-1 0 0 0 0,3-3 0 0 0,4-8 59 0 0,-1 0 0 0 0,-1-1 0 0 0,0 1 0 0 0,0-1 0 0 0,-2 0 0 0 0,0 0 0 0 0,0-1 0 0 0,2-26 1 0 0,-3 17 16 0 0,-2 0 1 0 0,-1 0-1 0 0,-1 0 1 0 0,-6-41-1 0 0,6 60-157 0 0,-4-23 195 0 0,-1 1 1 0 0,-1 0-1 0 0,-12-28 0 0 0,17 49-281 0 0,0 0 0 0 0,-1 1 0 0 0,0-1 0 0 0,0 1 0 0 0,0-1 0 0 0,-1 1 0 0 0,1 0 0 0 0,-1 0 0 0 0,-1 1 0 0 0,1-1 0 0 0,-1 1 0 0 0,1 0 0 0 0,-1 0 0 0 0,-1 0 0 0 0,1 1 0 0 0,0 0 0 0 0,-1 0 0 0 0,0 0 0 0 0,-11-3 0 0 0,3 4-1933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74 3225 0 0,'-8'-23'358'0'0,"-10"-27"5634"0"0,13 61-2245 0 0,1 8-2698 0 0,-7 167 2383 0 0,11-97-3190 0 0,13 104 0 0 0,1-119-1913 0 0,-6-43-2898 0 0,1-9-629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5 344 920 0 0,'-4'-50'665'0'0,"4"44"-41"0"0,0-1 1 0 0,1 1-1 0 0,0-1 0 0 0,0 1 1 0 0,1-1-1 0 0,0 1 0 0 0,0 0 1 0 0,1 0-1 0 0,4-8 0 0 0,-7 13-528 0 0,0 0-1 0 0,1 1 0 0 0,-1-1 1 0 0,0 0-1 0 0,1 1 0 0 0,-1-1 0 0 0,1 1 1 0 0,-1-1-1 0 0,1 1 0 0 0,0-1 1 0 0,-1 1-1 0 0,1-1 0 0 0,-1 1 1 0 0,1-1-1 0 0,0 1 0 0 0,-1 0 0 0 0,1-1 1 0 0,0 1-1 0 0,0 0 0 0 0,-1 0 1 0 0,1 0-1 0 0,0 0 0 0 0,-1-1 1 0 0,1 1-1 0 0,0 0 0 0 0,0 0 0 0 0,-1 0 1 0 0,1 0-1 0 0,0 1 0 0 0,0-1 1 0 0,-1 0-1 0 0,1 0 0 0 0,0 0 1 0 0,0 1-1 0 0,-1-1 0 0 0,1 0 0 0 0,0 1 1 0 0,-1-1-1 0 0,1 0 0 0 0,0 1 1 0 0,-1-1-1 0 0,1 1 0 0 0,-1-1 1 0 0,1 1-1 0 0,-1-1 0 0 0,1 1 0 0 0,-1 0 1 0 0,1-1-1 0 0,-1 1 0 0 0,1 0 1 0 0,26 37 2191 0 0,-24-33-1944 0 0,12 22 44 0 0,-6-9 160 0 0,2-1-1 0 0,18 24 1 0 0,-27-38-495 0 0,1 0 1 0 0,-1 0-1 0 0,1 0 0 0 0,0 0 1 0 0,0-1-1 0 0,1 1 0 0 0,-1-1 1 0 0,0 1-1 0 0,1-1 0 0 0,0 0 0 0 0,-1-1 1 0 0,1 1-1 0 0,0-1 0 0 0,0 1 1 0 0,0-1-1 0 0,0 0 0 0 0,0-1 1 0 0,4 1-1 0 0,-4-1-63 0 0,-1-1 0 0 0,0 0 0 0 0,1 1 0 0 0,-1-2 0 0 0,0 1 0 0 0,0 0 0 0 0,0-1-1 0 0,0 1 1 0 0,0-1 0 0 0,0 0 0 0 0,0 0 0 0 0,0 0 0 0 0,-1 0 0 0 0,1-1 0 0 0,-1 1 0 0 0,1-1 0 0 0,-1 1 0 0 0,2-4 0 0 0,3-4-43 0 0,-1 1 0 0 0,0-1 0 0 0,0 0 0 0 0,4-12 0 0 0,26-89-348 0 0,-29 83 566 0 0,2 0-1 0 0,0 0 1 0 0,2 1-1 0 0,16-29 1 0 0,-26 54-112 0 0,1 0 0 0 0,-1 0 1 0 0,0-1-1 0 0,1 1 0 0 0,-1 0 0 0 0,1 0 1 0 0,0 1-1 0 0,0-1 0 0 0,0 0 0 0 0,0 0 1 0 0,0 1-1 0 0,0-1 0 0 0,0 1 0 0 0,0 0 1 0 0,1 0-1 0 0,-1 0 0 0 0,5-2 0 0 0,-5 3-8 0 0,-1 0-1 0 0,1 1 0 0 0,0-1 0 0 0,0 0 1 0 0,0 0-1 0 0,-1 1 0 0 0,1-1 0 0 0,0 1 1 0 0,-1 0-1 0 0,1-1 0 0 0,0 1 0 0 0,-1 0 0 0 0,1 0 1 0 0,-1 0-1 0 0,1 0 0 0 0,-1 0 0 0 0,0 1 1 0 0,1-1-1 0 0,-1 0 0 0 0,0 1 0 0 0,0-1 0 0 0,0 1 1 0 0,0-1-1 0 0,0 1 0 0 0,1 2 0 0 0,34 56 448 0 0,-16-25-605 0 0,1-1 0 0 0,42 49 1 0 0,-42-59-761 0 0,1-1-258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8754 0 0,'7'-1'340'0'0,"-1"-1"0"0"0,0 0 1 0 0,0-1-1 0 0,0 0 0 0 0,0 0 0 0 0,6-4 1 0 0,-7 3-774 0 0,1 1 0 0 0,-1-1 0 0 0,1 1 1 0 0,0 1-1 0 0,0-1 0 0 0,0 1 0 0 0,0 0 0 0 0,0 0 0 0 0,0 1 1 0 0,1 0-1 0 0,-1 0 0 0 0,0 0 0 0 0,1 1 0 0 0,9 1 1 0 0,-7 0-1579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10594 0 0,'8'-7'109'0'0,"0"1"0"0"0,0 0 0 0 0,1 1 0 0 0,0 0 0 0 0,0 0 0 0 0,1 1 0 0 0,14-5 0 0 0,20-9 90 0 0,99-39-3014 0 0,-69 30 1799 0 0,-58 21 1016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45 181 3545 0 0,'-1'-2'102'0'0,"-1"1"0"0"0,1-1 0 0 0,-1 0 0 0 0,0 1 1 0 0,1-1-1 0 0,-1 1 0 0 0,0-1 0 0 0,0 1 0 0 0,0 0 0 0 0,0 0 1 0 0,0 0-1 0 0,-2-1 0 0 0,-15-12 2267 0 0,19 14-2289 0 0,0-1 1 0 0,0 0 0 0 0,0 0 0 0 0,0 0 0 0 0,0 0 0 0 0,0 0 0 0 0,0 0-1 0 0,0 1 1 0 0,0-1 0 0 0,0 0 0 0 0,0 0 0 0 0,1 0 0 0 0,-1 0-1 0 0,0 0 1 0 0,0 1 0 0 0,1-1 0 0 0,-1 0 0 0 0,1 0 0 0 0,-1 1-1 0 0,1-1 1 0 0,-1 0 0 0 0,1 1 0 0 0,-1-1 0 0 0,1 0 0 0 0,0 1 0 0 0,-1-1-1 0 0,1 1 1 0 0,1-1 0 0 0,3-4 253 0 0,0 1 0 0 0,1 1 1 0 0,-1-1-1 0 0,1 1 0 0 0,0 0 0 0 0,7-2 1 0 0,2-2-418 0 0,107-47 2403 0 0,-115 50-2203 0 0,53-22 789 0 0,-56 24-824 0 0,0 1 0 0 0,-1 0 0 0 0,1 0 0 0 0,0 0 0 0 0,1 1 0 0 0,-1-1 0 0 0,0 1 0 0 0,0 0 0 0 0,0 0 0 0 0,0 0 0 0 0,0 1 0 0 0,8 1-1 0 0,-10-1-68 0 0,-1 0 0 0 0,1 0 0 0 0,-1 1-1 0 0,0-1 1 0 0,0 1 0 0 0,1-1-1 0 0,-1 1 1 0 0,0-1 0 0 0,0 1-1 0 0,0-1 1 0 0,0 1 0 0 0,-1 0-1 0 0,1 0 1 0 0,0-1 0 0 0,-1 1-1 0 0,1 0 1 0 0,-1 0 0 0 0,0 0 0 0 0,1 0-1 0 0,-1 0 1 0 0,0-1 0 0 0,0 1-1 0 0,0 0 1 0 0,-1 4 0 0 0,-6 48-102 0 0,-13 24 94 0 0,10-41 13 0 0,2 0 0 0 0,-4 43 1 0 0,12-78-22 0 0,0 0 0 0 0,-1 0 0 0 0,2 0 0 0 0,-1 1 0 0 0,0-1 0 0 0,0 0 0 0 0,1 0 0 0 0,-1 0 0 0 0,1 0 0 0 0,0 2 0 0 0,-1-3 0 0 0,1-1-1 0 0,-1 1 1 0 0,1 0-1 0 0,-1-1 1 0 0,0 1-1 0 0,1-1 1 0 0,-1 1 0 0 0,1-1-1 0 0,0 1 1 0 0,-1-1-1 0 0,1 1 1 0 0,-1-1-1 0 0,1 0 1 0 0,0 1-1 0 0,-1-1 1 0 0,1 0-1 0 0,0 1 1 0 0,-1-1-1 0 0,1 0 1 0 0,1 0 0 0 0,1 0-8 0 0,0 0 1 0 0,0 0 0 0 0,1-1 0 0 0,-1 1-1 0 0,0-1 1 0 0,0 0 0 0 0,0 0-1 0 0,0 0 1 0 0,0 0 0 0 0,0-1 0 0 0,4-2-1 0 0,2 0 11 0 0,0 0-1 0 0,0 0 0 0 0,1 0 0 0 0,-1 2 0 0 0,1-1 0 0 0,0 1 0 0 0,0 0 1 0 0,0 1-1 0 0,0 0 0 0 0,0 1 0 0 0,0 0 0 0 0,0 1 0 0 0,0 0 0 0 0,16 3 0 0 0,-21-2 1 0 0,1-1 1 0 0,-1 1-1 0 0,0 0 0 0 0,0 0 0 0 0,-1 0 0 0 0,1 1 0 0 0,0 0 0 0 0,-1 0 0 0 0,0 0 0 0 0,1 1 0 0 0,-1-1 0 0 0,-1 1 0 0 0,1 0 0 0 0,0 0 0 0 0,-1 0 0 0 0,0 0 0 0 0,0 1 0 0 0,0-1 0 0 0,-1 1 0 0 0,1 0 0 0 0,-1 0 0 0 0,0 0 0 0 0,-1 0 0 0 0,1 0 0 0 0,-1 0 0 0 0,0 1 0 0 0,0-1 0 0 0,0 10 0 0 0,-1-3 26 0 0,-1-1-1 0 0,0 1 1 0 0,0-1-1 0 0,-2 1 1 0 0,1-1-1 0 0,-1 0 1 0 0,-1 0-1 0 0,-6 14 1 0 0,0-3-796 0 0,-1 0 1 0 0,-27 38-1 0 0,27-48 753 0 0,4-8 17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79 160 5985 0 0,'-15'1'244'0'0,"9"0"200"0"0,0-1 0 0 0,0 0-1 0 0,1 0 1 0 0,-1 0 0 0 0,0-1-1 0 0,0 1 1 0 0,1-1 0 0 0,-1-1 0 0 0,-5-1-1 0 0,11 2-349 0 0,0 1 0 0 0,0 0 0 0 0,0-1 0 0 0,0 1 0 0 0,0-1 0 0 0,0 1 0 0 0,0-1 0 0 0,1 1 0 0 0,-1 0 0 0 0,0-1 0 0 0,0 1 0 0 0,1-1 0 0 0,-1 1 0 0 0,0 0 0 0 0,0-1 0 0 0,1 1 0 0 0,-1 0 0 0 0,0-1 0 0 0,1 1 0 0 0,-1 0 0 0 0,0 0 0 0 0,1-1 0 0 0,-1 1 0 0 0,1 0 0 0 0,-1 0 0 0 0,1 0 0 0 0,-1 0 0 0 0,0-1 0 0 0,1 1 0 0 0,-1 0 0 0 0,1 0 0 0 0,0 0 0 0 0,18-8 732 0 0,52-13 1669 0 0,128-21 0 0 0,77 7-1436 0 0,-80 13-1626 0 0,-68 7-3992 0 0,-108 14-1228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4609 0 0,'-28'1'1031'0'0,"-1"1"3683"0"0,28-2-4580 0 0,0 1 1 0 0,0-1-1 0 0,0 1 1 0 0,0-1-1 0 0,0 1 1 0 0,0-1-1 0 0,0 1 0 0 0,0 0 1 0 0,1 0-1 0 0,-1-1 1 0 0,0 1-1 0 0,0 0 1 0 0,1 0-1 0 0,-1 0 1 0 0,1 0-1 0 0,-1 0 1 0 0,1 0-1 0 0,-1 0 0 0 0,1 0 1 0 0,-1 0-1 0 0,1 0 1 0 0,0 0-1 0 0,0 0 1 0 0,-1 0-1 0 0,1 1 1 0 0,-3 44 748 0 0,3 0 1 0 0,1 0-1 0 0,2 0 1 0 0,13 62-1 0 0,-15-99-822 0 0,5 22-103 0 0,16 53 0 0 0,6-11-2864 0 0,-19-53-2710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7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5529 0 0,'1'16'802'0'0,"0"0"0"0"0,1 0-1 0 0,1 0 1 0 0,6 21 0 0 0,-1-13-425 0 0,0 0 1 0 0,2 0-1 0 0,1-1 1 0 0,15 24-1 0 0,-21-39-278 0 0,0-1 0 0 0,0 0 0 0 0,0-1 1 0 0,1 1-1 0 0,0-1 0 0 0,0 0 0 0 0,0-1 0 0 0,15 10 0 0 0,-19-14-50 0 0,0 0 0 0 0,0 0 0 0 0,0 0-1 0 0,0 0 1 0 0,0 0 0 0 0,0-1 0 0 0,0 1 0 0 0,0-1 0 0 0,0 0-1 0 0,1 1 1 0 0,-1-1 0 0 0,0 0 0 0 0,0 0 0 0 0,0-1 0 0 0,1 1-1 0 0,1-1 1 0 0,-1 0 12 0 0,-1 0 0 0 0,0 0-1 0 0,1 0 1 0 0,-1-1 0 0 0,0 1-1 0 0,0-1 1 0 0,0 0 0 0 0,0 1-1 0 0,0-1 1 0 0,0 0 0 0 0,0 0 0 0 0,0 0-1 0 0,-1-1 1 0 0,1 1 0 0 0,-1 0-1 0 0,2-4 1 0 0,1-4 71 0 0,0 0 0 0 0,0 0 0 0 0,-1 0 0 0 0,0 0 0 0 0,-1-1 0 0 0,0 0 0 0 0,-1 1 0 0 0,0-1 0 0 0,0 0-1 0 0,-1 1 1 0 0,-1-1 0 0 0,0 0 0 0 0,-4-17 0 0 0,2 16-144 0 0,0 1-1 0 0,0-1 1 0 0,-1 0-1 0 0,-1 1 0 0 0,0 0 1 0 0,-1 0-1 0 0,0 1 1 0 0,0-1-1 0 0,-1 1 1 0 0,-1 1-1 0 0,-15-17 0 0 0,21 23-210 0 0,-1 1-1 0 0,0-1 0 0 0,0 1 0 0 0,0-1 1 0 0,0 1-1 0 0,-1 0 0 0 0,1 0 1 0 0,-1 1-1 0 0,1-1 0 0 0,-1 1 0 0 0,1 0 1 0 0,-1-1-1 0 0,0 2 0 0 0,0-1 0 0 0,1 0 1 0 0,-6 0-1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0,'8'16'7331'0'0,"5"15"-6102"0"0,15 49-354 0 0,-3 1 0 0 0,-4 1 0 0 0,20 160-1 0 0,-39-200-1514 0 0,-7 71-1 0 0,-2-48-6033 0 0,7-50 1705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15 101 6913 0 0,'0'0'38'0'0,"0"-1"0"0"0,0 1 0 0 0,0 0 0 0 0,0-1 0 0 0,-1 1-1 0 0,1 0 1 0 0,0-1 0 0 0,0 1 0 0 0,-1 0 0 0 0,1-1 0 0 0,0 1-1 0 0,0 0 1 0 0,-1 0 0 0 0,1-1 0 0 0,0 1 0 0 0,-1 0 0 0 0,1 0-1 0 0,0-1 1 0 0,-1 1 0 0 0,1 0 0 0 0,0 0 0 0 0,-1 0 0 0 0,1 0-1 0 0,-1 0 1 0 0,1 0 0 0 0,0-1 0 0 0,-1 1 0 0 0,1 0 0 0 0,-1 0-1 0 0,1 0 1 0 0,0 0 0 0 0,-1 0 0 0 0,1 1 0 0 0,-1-1 0 0 0,1 0-1 0 0,0 0 1 0 0,-1 0 0 0 0,0 0 0 0 0,0 17 1578 0 0,1-10-1571 0 0,1 20 369 0 0,1-1-1 0 0,2 1 1 0 0,0-1-1 0 0,2 0 1 0 0,11 31-1 0 0,-2-17 96 0 0,1-1 1 0 0,32 57-1 0 0,-42-86-364 0 0,0-1-1 0 0,1 1 1 0 0,0-1-1 0 0,1 0 1 0 0,0-1 0 0 0,0 1-1 0 0,0-2 1 0 0,18 13-1 0 0,-23-18-133 0 0,0 0 1 0 0,0 0-1 0 0,0-1 0 0 0,0 1 0 0 0,0-1 0 0 0,0 0 0 0 0,1 0 1 0 0,-1 0-1 0 0,0 0 0 0 0,0 0 0 0 0,1-1 0 0 0,-1 0 0 0 0,0 0 0 0 0,1 0 1 0 0,-1 0-1 0 0,1 0 0 0 0,-1 0 0 0 0,0-1 0 0 0,0 0 0 0 0,1 0 0 0 0,-1 0 1 0 0,0 0-1 0 0,0 0 0 0 0,0-1 0 0 0,0 1 0 0 0,0-1 0 0 0,0 0 0 0 0,0 1 1 0 0,-1-2-1 0 0,1 1 0 0 0,0 0 0 0 0,-1 0 0 0 0,4-6 0 0 0,0 0 99 0 0,0 0 0 0 0,-1 0 0 0 0,0-1 0 0 0,-1 1 0 0 0,0-1 0 0 0,0 0 0 0 0,-1-1 0 0 0,0 1 1 0 0,-1-1-1 0 0,0 1 0 0 0,0-1 0 0 0,-1 0 0 0 0,-1 1 0 0 0,1-1 0 0 0,-1 0 0 0 0,-1 0 0 0 0,-3-18 0 0 0,-4-13-48 0 0,-2 1 0 0 0,-28-74 0 0 0,28 85-203 0 0,6 20 23 0 0,0-6-234 0 0,-2 0-1 0 0,1 0 0 0 0,-2 1 0 0 0,0-1 0 0 0,-1 2 0 0 0,0-1 0 0 0,-15-17 0 0 0,12 22-1228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68 112 1376 0 0,'-12'-41'280'0'0,"10"32"925"0"0,-1 0 0 0 0,1 0 0 0 0,-1 1 0 0 0,-1-1 0 0 0,-6-11 0 0 0,10 19-1103 0 0,0 1 0 0 0,0 0 0 0 0,0-1 0 0 0,0 1 0 0 0,-1 0 0 0 0,1-1 0 0 0,0 1 0 0 0,0 0 0 0 0,0 0 0 0 0,-1-1 0 0 0,1 1 0 0 0,0 0 0 0 0,0 0 0 0 0,0-1-1 0 0,-1 1 1 0 0,1 0 0 0 0,0 0 0 0 0,-1 0 0 0 0,1 0 0 0 0,0-1 0 0 0,0 1 0 0 0,-1 0 0 0 0,1 0 0 0 0,0 0 0 0 0,-1 0 0 0 0,1 0 0 0 0,0 0 0 0 0,-1 0 0 0 0,1 0 0 0 0,0 0 0 0 0,-1 0 0 0 0,1 0 0 0 0,0 0 0 0 0,-1 0 0 0 0,1 0 0 0 0,0 0 0 0 0,-1 0 0 0 0,1 0 0 0 0,0 0 0 0 0,-1 1 0 0 0,-7 14 1615 0 0,0 22-892 0 0,6-8-628 0 0,0 0 1 0 0,2 1 0 0 0,0-1 0 0 0,3 0 0 0 0,10 56-1 0 0,-9-69-198 0 0,0 0-1 0 0,1 0 0 0 0,1-1 0 0 0,0 1 0 0 0,1-1 0 0 0,1-1 1 0 0,0 1-1 0 0,1-1 0 0 0,0-1 0 0 0,1 0 0 0 0,1 0 0 0 0,12 11 1 0 0,-20-21 1 0 0,0-1 0 0 0,-1 1 0 0 0,1-1 0 0 0,0 0 0 0 0,1 0 0 0 0,-1 0 0 0 0,0-1 0 0 0,0 1 0 0 0,1-1 0 0 0,-1 0 0 0 0,1 0 0 0 0,0 0 0 0 0,-1 0 0 0 0,1 0 0 0 0,-1-1 0 0 0,5 0 0 0 0,-5 0 0 0 0,-1 0 0 0 0,0-1 0 0 0,1 0 0 0 0,-1 0 0 0 0,0 0 0 0 0,0 0 0 0 0,1 0 0 0 0,-1 0 0 0 0,0 0 0 0 0,0-1 0 0 0,0 1 0 0 0,-1-1 0 0 0,1 1 0 0 0,0-1 0 0 0,0 0 0 0 0,-1 0 0 0 0,1 0 0 0 0,-1 0 0 0 0,0 0 0 0 0,0 0 0 0 0,1 0 0 0 0,-1 0 0 0 0,0-1 0 0 0,-1 1 0 0 0,2-4 0 0 0,1-3 22 0 0,-1 1 0 0 0,0-1 0 0 0,0 0 1 0 0,-1 0-1 0 0,0 0 0 0 0,-1-1 0 0 0,0 1 0 0 0,-2-16 1 0 0,1 20 1 0 0,0-1 1 0 0,0 0-1 0 0,0 1 1 0 0,-1-1-1 0 0,0 1 1 0 0,0 0-1 0 0,-1-1 1 0 0,1 1 0 0 0,-1 0-1 0 0,0 0 1 0 0,0 1-1 0 0,-1-1 1 0 0,0 0-1 0 0,-7-7 1 0 0,10 11-36 0 0,0 0 1 0 0,0 0-1 0 0,-1 1 1 0 0,1-1-1 0 0,0 0 0 0 0,0 0 1 0 0,0 0-1 0 0,-1 1 1 0 0,1-1-1 0 0,0 1 1 0 0,-1-1-1 0 0,1 1 1 0 0,0-1-1 0 0,-1 1 1 0 0,1 0-1 0 0,-1 0 0 0 0,1 0 1 0 0,-1 0-1 0 0,1 0 1 0 0,0 0-1 0 0,-1 0 1 0 0,1 0-1 0 0,-1 0 1 0 0,1 1-1 0 0,0-1 1 0 0,-1 0-1 0 0,1 1 0 0 0,0-1 1 0 0,-1 1-1 0 0,1 0 1 0 0,0-1-1 0 0,0 1 1 0 0,-1 0-1 0 0,1 0 1 0 0,0 0-1 0 0,0 0 1 0 0,0 0-1 0 0,-1 1 0 0 0,-2 3-380 0 0,1 0 0 0 0,-1 1-1 0 0,1-1 1 0 0,0 1 0 0 0,1-1-1 0 0,-1 1 1 0 0,-1 8 0 0 0,-3 9-4717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0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5985 0 0,'0'-1'127'0'0,"0"1"-1"0"0,0-1 1 0 0,1 1-1 0 0,-1-1 1 0 0,0 1 0 0 0,0 0-1 0 0,1-1 1 0 0,-1 1-1 0 0,1-1 1 0 0,-1 1-1 0 0,0 0 1 0 0,1 0-1 0 0,-1-1 1 0 0,1 1-1 0 0,-1 0 1 0 0,0 0 0 0 0,1-1-1 0 0,-1 1 1 0 0,1 0-1 0 0,-1 0 1 0 0,1 0-1 0 0,-1 0 1 0 0,1 0-1 0 0,-1 0 1 0 0,1-1-1 0 0,-1 1 1 0 0,1 0 0 0 0,-1 1-1 0 0,1-1 1 0 0,-1 0-1 0 0,1 0 1 0 0,-1 0-1 0 0,1 0 1 0 0,-1 0-1 0 0,1 0 1 0 0,-1 1-1 0 0,1-1 1 0 0,-1 0 0 0 0,0 0-1 0 0,1 1 1 0 0,-1-1-1 0 0,1 0 1 0 0,-1 1-1 0 0,1-1 1 0 0,-1 0-132 0 0,3 4-359 0 0,0 0 1 0 0,-1 0-1 0 0,1 0 0 0 0,-1 0 0 0 0,0 0 0 0 0,2 6 1 0 0,-1-1-620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1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15 468 4145 0 0,'-1'0'85'0'0,"1"0"1"0"0,-1 0-1 0 0,0 0 1 0 0,1 0-1 0 0,-1 0 1 0 0,0 0 0 0 0,1-1-1 0 0,-1 1 1 0 0,1 0-1 0 0,-1 0 1 0 0,1-1-1 0 0,-1 1 1 0 0,0-1-1 0 0,1 1 1 0 0,-1 0-1 0 0,1-1 1 0 0,0 1-1 0 0,-1-1 1 0 0,1 1-1 0 0,-1-1 1 0 0,1 1-1 0 0,0-1 1 0 0,-1 1-1 0 0,1-1 1 0 0,0 1-1 0 0,-1-1 1 0 0,1 0-1 0 0,0 1 1 0 0,0-1-1 0 0,0 0 1 0 0,0 1-1 0 0,0-1 1 0 0,0 1 0 0 0,0-1-1 0 0,0 0 1 0 0,0 1-1 0 0,0-1 1 0 0,0 0-1 0 0,0 1 1 0 0,0-1-1 0 0,0 0 1 0 0,0 1-1 0 0,1-1 1 0 0,-1 1-1 0 0,0-1 1 0 0,0 1-1 0 0,1-1 1 0 0,-1 0-1 0 0,0 1 1 0 0,1-1-1 0 0,1-2 173 0 0,0 0-1 0 0,0 1 0 0 0,0 0 1 0 0,1-1-1 0 0,-1 1 0 0 0,0 0 1 0 0,1 0-1 0 0,-1 0 0 0 0,6-3 1 0 0,0 2-25 0 0,0-1 0 0 0,0 1 1 0 0,1 1-1 0 0,-1-1 1 0 0,1 1-1 0 0,0 1 0 0 0,0 0 1 0 0,13 0-1 0 0,2 1 344 0 0,42 8 0 0 0,-47-5-470 0 0,1-1 1 0 0,0 0-1 0 0,37-2 0 0 0,-55-1-106 0 0,-1 1-1 0 0,0 0 0 0 0,0-1 1 0 0,0 1-1 0 0,0 0 0 0 0,0-1 1 0 0,0 1-1 0 0,0-1 0 0 0,0 0 1 0 0,0 1-1 0 0,0-1 0 0 0,0 0 1 0 0,0 1-1 0 0,0-1 0 0 0,0 0 1 0 0,-1 0-1 0 0,1 0 0 0 0,0 0 1 0 0,-1 0-1 0 0,1 0 0 0 0,0 0 1 0 0,-1 0-1 0 0,1 0 1 0 0,-1 0-1 0 0,0 0 0 0 0,1 0 1 0 0,-1-1-1 0 0,0 1 0 0 0,0 0 1 0 0,0 0-1 0 0,0 0 0 0 0,0 0 1 0 0,0-1-1 0 0,0 1 0 0 0,0 0 1 0 0,0 0-1 0 0,0 0 0 0 0,-1-2 1 0 0,-1-8 24 0 0,-1 0-1 0 0,0 0 1 0 0,-5-13 0 0 0,2 9 12 0 0,3 5-40 0 0,0 0 1 0 0,0 0 0 0 0,1 0-1 0 0,1 0 1 0 0,-1 0 0 0 0,1-1-1 0 0,1 1 1 0 0,0-1 0 0 0,1 1-1 0 0,0 0 1 0 0,0-1 0 0 0,1 1-1 0 0,1 0 1 0 0,-1 0 0 0 0,2 0-1 0 0,-1 0 1 0 0,1 1 0 0 0,1-1-1 0 0,0 1 1 0 0,0 0 0 0 0,1 1-1 0 0,11-14 1 0 0,-8 11-12 0 0,-6 6 63 0 0,0 0 0 0 0,1 0 0 0 0,0 0 0 0 0,0 1 1 0 0,0 0-1 0 0,0 0 0 0 0,1 0 0 0 0,0 0 1 0 0,0 1-1 0 0,0 0 0 0 0,8-4 0 0 0,-12 7-40 0 0,0 0-1 0 0,0 0 0 0 0,0 0 1 0 0,0 1-1 0 0,0-1 0 0 0,0 0 1 0 0,1 1-1 0 0,-1-1 0 0 0,0 1 0 0 0,0-1 1 0 0,-1 1-1 0 0,1 0 0 0 0,0-1 1 0 0,0 1-1 0 0,0 0 0 0 0,0 0 1 0 0,-1 0-1 0 0,1-1 0 0 0,0 1 1 0 0,-1 0-1 0 0,1 0 0 0 0,0 0 1 0 0,-1 0-1 0 0,1 0 0 0 0,0 2 1 0 0,13 33 10 0 0,-12-27 15 0 0,23 64 104 0 0,-16-40-154 0 0,2 0 0 0 0,2-1 0 0 0,24 45 0 0 0,-36-75 56 0 0,0-1 0 0 0,0 1 0 0 0,0-1 0 0 0,0 0 0 0 0,0 1 0 0 0,0-1 0 0 0,0 0 0 0 0,1 1 0 0 0,-1-1 0 0 0,0 0 0 0 0,1 0 0 0 0,-1 0 0 0 0,1 0 0 0 0,-1 0 0 0 0,1-1 1 0 0,-1 1-1 0 0,3 0 0 0 0,-3-1 27 0 0,0 0 0 0 0,1 0 0 0 0,-1 0 0 0 0,0 0 0 0 0,0 0 0 0 0,1 0 1 0 0,-1 0-1 0 0,0-1 0 0 0,0 1 0 0 0,1 0 0 0 0,-1-1 0 0 0,0 1 1 0 0,0-1-1 0 0,0 0 0 0 0,0 1 0 0 0,0-1 0 0 0,0 0 0 0 0,1-1 0 0 0,5-4 260 0 0,-1-1 0 0 0,0 0-1 0 0,0-1 1 0 0,-1 1-1 0 0,6-12 1 0 0,-3 6-395 0 0,5-8-175 0 0,55-79 429 0 0,-16 39-6330 0 0,-29 39 344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143 170 920 0 0,'-7'-5'5902'0'0,"0"-1"-3436"0"0,-14-24-4145 0 0,13 17 2104 0 0,-3-3-512 0 0,4 4 485 0 0,-1 0 0 0 0,1 1 0 0 0,-2 0 0 0 0,0 0 0 0 0,0 1 0 0 0,-1 0-1 0 0,-19-12 3146 0 0,31 29-1550 0 0,12 19-442 0 0,24 31-1022 0 0,184 204-433 0 0,-208-248-1505 0 0,-13-13 1242 0 0,-1 0 0 0 0,1 1-1 0 0,-1-1 1 0 0,1 0 0 0 0,-1 1 0 0 0,1-1 0 0 0,-1 0 0 0 0,1 0-1 0 0,-1 0 1 0 0,1 1 0 0 0,-1-1 0 0 0,1 0 0 0 0,-1 0 0 0 0,1 0 0 0 0,-1 0-1 0 0,1 0 1 0 0,-1 0 0 0 0,1 0 0 0 0,-1 0 0 0 0,1 0 0 0 0,0 0 0 0 0,-1 0-1 0 0,1-1 1 0 0,-1 1 0 0 0,1 0 0 0 0,-1 0 0 0 0,1 0 0 0 0,-1-1-1 0 0,1 1 1 0 0,0-1 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55 1840 0 0,'-1'-4'290'0'0,"0"-1"-1"0"0,0 1 0 0 0,-1-1 1 0 0,0 1-1 0 0,0-1 0 0 0,0 1 1 0 0,-1 0-1 0 0,1 0 0 0 0,-5-5 1 0 0,6 8-101 0 0,1 1-1 0 0,-1-1 1 0 0,0 1 0 0 0,1-1 0 0 0,-1 1 0 0 0,0-1 0 0 0,0 1 0 0 0,1-1 0 0 0,-1 1 0 0 0,0-1 0 0 0,0 1-1 0 0,0 0 1 0 0,0 0 0 0 0,1-1 0 0 0,-1 1 0 0 0,0 0 0 0 0,0 0 0 0 0,0 0 0 0 0,0 0 0 0 0,0 0-1 0 0,-1 0 1 0 0,0 1 44 0 0,1 0 0 0 0,-1 0-1 0 0,0-1 1 0 0,1 1-1 0 0,-1 0 1 0 0,1 0-1 0 0,-1 1 1 0 0,1-1 0 0 0,0 0-1 0 0,0 0 1 0 0,-1 1-1 0 0,1-1 1 0 0,0 0 0 0 0,0 1-1 0 0,-1 1 1 0 0,-9 16 269 0 0,0 0 1 0 0,2 1 0 0 0,0 0 0 0 0,1 1 0 0 0,1 0-1 0 0,-5 23 1 0 0,5-10-912 0 0,2 0-1 0 0,1 0 1 0 0,0 42-1 0 0,4-51-591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2:57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83 239 2304 0 0,'-3'0'242'0'0,"-1"-1"0"0"0,1 1 0 0 0,0 0 0 0 0,0 0 0 0 0,-1 1 0 0 0,1-1 0 0 0,0 1 0 0 0,0 0 0 0 0,-7 2 0 0 0,8-2 58 0 0,-1 0 0 0 0,1-1 0 0 0,0 1 0 0 0,-1 0 0 0 0,0-1-1 0 0,1 0 1 0 0,-1 1 0 0 0,1-1 0 0 0,-1 0 0 0 0,0 0 0 0 0,1 0 0 0 0,-1-1-1 0 0,1 1 1 0 0,-1-1 0 0 0,-3 0 0 0 0,7 1-217 0 0,-1 0-74 0 0,0 0 0 0 0,0 0 0 0 0,0 0 0 0 0,0 0 0 0 0,0 0 0 0 0,0 0 0 0 0,1 0 0 0 0,-1 0 0 0 0,0 0 1 0 0,0 0-1 0 0,0 0 0 0 0,0 0 0 0 0,0 0 0 0 0,0 0 0 0 0,0 0 0 0 0,1-1 0 0 0,-1 1 0 0 0,0 0 0 0 0,0 0 0 0 0,0 0 0 0 0,0 0 0 0 0,0 0 0 0 0,0 0 1 0 0,0 0-1 0 0,0 0 0 0 0,0 0 0 0 0,0 0 0 0 0,0 0 0 0 0,1-1 0 0 0,-1 1 0 0 0,0 0 0 0 0,0 0 0 0 0,0 0 0 0 0,0 0 0 0 0,0 0 0 0 0,0 0 0 0 0,0 0 1 0 0,0-1-1 0 0,0 1 0 0 0,0 0 0 0 0,0 0 0 0 0,0 0 0 0 0,0 0 0 0 0,0 0 0 0 0,0 0 0 0 0,0 0 0 0 0,0-1 0 0 0,0 1 0 0 0,0 0 0 0 0,0 0 0 0 0,-1 0 1 0 0,1 0-1 0 0,0 0 0 0 0,0 0 0 0 0,0 0 0 0 0,0 0 0 0 0,0-1 0 0 0,0 1 0 0 0,0 0 0 0 0,0 0 0 0 0,0 0 0 0 0,0 0 0 0 0,0 0 0 0 0,-1 0 0 0 0,1 0 1 0 0,29-3 383 0 0,0 1 1 0 0,0 1 0 0 0,1 1-1 0 0,28 5 1 0 0,44 1-129 0 0,131-23 571 0 0,-164 9-670 0 0,0 2 0 0 0,110 7 0 0 0,213 19-420 0 0,-263-15 185 0 0,-25-2 20 0 0,252 16 568 0 0,-251-10-401 0 0,354 13 721 0 0,-379-29-687 0 0,-1-3 0 0 0,117-30 0 0 0,-172 34-122 0 0,268-37 1666 0 0,-76 15-1299 0 0,-11 2-474 0 0,-29 4 0 0 0,-124 12 716 0 0,61-22 0 0 0,29-5 494 0 0,-91 26-831 0 0,-24 4-58 0 0,0 2 0 0 0,0 1 0 0 0,29-1-1 0 0,-56 5-258 0 0,1 0 0 0 0,-1 0-1 0 0,0 0 1 0 0,0 0-1 0 0,1 0 1 0 0,-1 0 0 0 0,0 0-1 0 0,1 0 1 0 0,-1 0-1 0 0,0 0 1 0 0,0 0 0 0 0,1 0-1 0 0,-1 0 1 0 0,0 0-1 0 0,0 0 1 0 0,1 1-1 0 0,-1-1 1 0 0,0 0 0 0 0,0 0-1 0 0,1 0 1 0 0,-1 0-1 0 0,0 1 1 0 0,0-1 0 0 0,0 0-1 0 0,1 0 1 0 0,-1 0-1 0 0,0 1 1 0 0,0-1 0 0 0,0 0-1 0 0,0 0 1 0 0,0 1-1 0 0,1-1 1 0 0,-1 0-1 0 0,0 0 1 0 0,0 1 0 0 0,0-1-1 0 0,0 0 1 0 0,0 0-1 0 0,0 1 1 0 0,0-1 0 0 0,0 0-1 0 0,0 1 1 0 0,0-1-1 0 0,0 0 1 0 0,0 0 0 0 0,0 1-1 0 0,0-1 1 0 0,0 0-1 0 0,0 0 1 0 0,0 1-1 0 0,-1-1 1 0 0,1 0 0 0 0,0 1-1 0 0,-2 6-800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2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743 2908 2304 0 0,'-2'0'167'0'0,"1"0"-85"0"0,-1 0 132 0 0,0 0 1 0 0,-1-1-1 0 0,1 1 1 0 0,0-1-1 0 0,0 0 1 0 0,0 1-1 0 0,0-1 1 0 0,0 0-1 0 0,-1 0 1 0 0,2 0-1 0 0,-1-1 1 0 0,0 1-1 0 0,0 0 1 0 0,0-1-1 0 0,1 1 1 0 0,-1-1-1 0 0,-1-1 1 0 0,-26-38 2201 0 0,12 15-1328 0 0,-24-32-365 0 0,3-3 0 0 0,2-1 0 0 0,-30-74 1 0 0,24 50-101 0 0,-31-64 229 0 0,-101-299 1 0 0,124 273-935 0 0,7-2-1 0 0,8-2 1 0 0,8-1 0 0 0,-5-248-1 0 0,39 182 152 0 0,1 27 26 0 0,0 29-3848 0 0,-7 174-359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3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130 196 4609 0 0,'-12'8'79'0'0,"2"0"1"0"0,-1 0-1 0 0,1 1 0 0 0,0 1 0 0 0,0-1 1 0 0,-10 16-1 0 0,-1-1 151 0 0,-1 2 119 0 0,19-22 19 0 0,14-17 210 0 0,106-115 1083 0 0,12-14 87 0 0,-127 138-1681 0 0,1 0-1 0 0,1 0 0 0 0,-1 1 1 0 0,0 0-1 0 0,1 0 1 0 0,0 0-1 0 0,0 0 0 0 0,0 0 1 0 0,0 1-1 0 0,0 0 1 0 0,0-1-1 0 0,0 2 1 0 0,1-1-1 0 0,7-2 0 0 0,-9 4-17 0 0,0 0 0 0 0,0 0 0 0 0,0 1 0 0 0,0-1 0 0 0,0 0-1 0 0,0 1 1 0 0,-1 0 0 0 0,1 0 0 0 0,0 0 0 0 0,0 0 0 0 0,0 0-1 0 0,-1 0 1 0 0,1 1 0 0 0,0-1 0 0 0,-1 1 0 0 0,1 0 0 0 0,-1 0 0 0 0,0 0-1 0 0,0 0 1 0 0,0 0 0 0 0,0 0 0 0 0,0 1 0 0 0,3 4 0 0 0,2 4 204 0 0,0 1 1 0 0,-1-1 0 0 0,0 1 0 0 0,-1 0 0 0 0,0 0-1 0 0,-1 1 1 0 0,3 13 0 0 0,12 96 1367 0 0,-15-89-1153 0 0,0 11-155 0 0,-2-21 17 0 0,1 1-1 0 0,1-1 1 0 0,6 24 0 0 0,-8-42-576 0 0,0 0 1 0 0,0 1-1 0 0,0-1 1 0 0,0 0-1 0 0,1 0 0 0 0,0 0 1 0 0,0-1-1 0 0,0 1 1 0 0,1-1-1 0 0,-1 1 1 0 0,1-1-1 0 0,0 0 0 0 0,0-1 1 0 0,1 1-1 0 0,-1-1 1 0 0,1 1-1 0 0,9 4 1 0 0,6-1-4831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5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88 3225 0 0,'0'0'109'0'0,"-1"-1"1"0"0,1 1-1 0 0,-1-1 1 0 0,1 1-1 0 0,-1 0 1 0 0,1-1 0 0 0,-1 1-1 0 0,1 0 1 0 0,-1 0-1 0 0,0 0 1 0 0,1-1-1 0 0,-1 1 1 0 0,0 0-1 0 0,1 0 1 0 0,-1 0-1 0 0,0 0 1 0 0,1 0 0 0 0,-1 0-1 0 0,0 0 1 0 0,1 0-1 0 0,-1 0 1 0 0,1 0-1 0 0,-1 1 1 0 0,0-1-1 0 0,1 0 1 0 0,-1 0-1 0 0,1 1 1 0 0,-1-1 0 0 0,0 0-1 0 0,1 1 1 0 0,-1-1-1 0 0,1 0 1 0 0,-1 1-1 0 0,1-1 1 0 0,-1 1-1 0 0,1-1 1 0 0,0 1-1 0 0,-1-1 1 0 0,1 1 0 0 0,-1-1-1 0 0,1 1 1 0 0,0-1-1 0 0,0 1 1 0 0,-1 0-1 0 0,0 1 19 0 0,0-1 0 0 0,1 1 0 0 0,-1-1 1 0 0,0 0-1 0 0,1 1 0 0 0,-1 0 0 0 0,1-1 0 0 0,-1 1 0 0 0,1-1 0 0 0,0 1 0 0 0,0-1 0 0 0,0 1 0 0 0,0 0 0 0 0,0-1 0 0 0,0 1 0 0 0,0 0 0 0 0,0-1 0 0 0,1 1 1 0 0,0 2-1 0 0,19 43 514 0 0,27 87 1 0 0,-36-95-423 0 0,2 0 1 0 0,2 0 0 0 0,35 64 0 0 0,-45-95-166 0 0,1 0 0 0 0,1 0 0 0 0,0-1 0 0 0,0 0 1 0 0,0 0-1 0 0,1-1 0 0 0,0 0 0 0 0,0 0 0 0 0,0-1 0 0 0,1 0 0 0 0,0-1 0 0 0,0 0 0 0 0,0 0 0 0 0,0-1 1 0 0,1 0-1 0 0,-1 0 0 0 0,1-1 0 0 0,0-1 0 0 0,0 1 0 0 0,0-2 0 0 0,0 1 0 0 0,0-1 0 0 0,-1-1 0 0 0,1 0 0 0 0,0 0 1 0 0,0-1-1 0 0,0 0 0 0 0,-1-1 0 0 0,1 0 0 0 0,-1-1 0 0 0,11-5 0 0 0,-12 4 16 0 0,-1-1 0 0 0,0 0 0 0 0,0 0 1 0 0,0 0-1 0 0,-1-1 0 0 0,0 0 0 0 0,0-1 0 0 0,8-14 0 0 0,3-8 262 0 0,13-34 0 0 0,-20 42-204 0 0,-1 2-13 0 0,-1 0 0 0 0,-1 0 1 0 0,0-1-1 0 0,-2 0 0 0 0,0 0 0 0 0,-2 0 0 0 0,2-36 0 0 0,-5 50-52 0 0,0 0 0 0 0,0 0-1 0 0,-1 0 1 0 0,1 0 0 0 0,-2 0 0 0 0,1 0-1 0 0,-1 0 1 0 0,0 0 0 0 0,-1 0 0 0 0,1 1-1 0 0,-1 0 1 0 0,-1-1 0 0 0,1 1 0 0 0,-1 0-1 0 0,0 0 1 0 0,-1 1 0 0 0,1-1 0 0 0,-1 1-1 0 0,0 0 1 0 0,0 0 0 0 0,-1 1 0 0 0,1-1-1 0 0,-1 1 1 0 0,0 0 0 0 0,0 1 0 0 0,-1 0-1 0 0,-6-3 1 0 0,-18-6-673 0 0,-1 2 0 0 0,0 1 1 0 0,-62-9-1 0 0,92 17 451 0 0,-1 1-1 0 0,1-1 1 0 0,-1 1 0 0 0,1 0 0 0 0,-1 0 0 0 0,1 0 0 0 0,0 1-1 0 0,-1-1 1 0 0,1 1 0 0 0,-1-1 0 0 0,1 1 0 0 0,0 0-1 0 0,-1 0 1 0 0,1 0 0 0 0,0 0 0 0 0,0 0 0 0 0,-3 1 0 0 0,-7 10-4802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1 456 0 0,'0'25'918'0'0,"-1"-9"-826"0"0,0-1 1 0 0,2 1-1 0 0,0 0 1 0 0,1 0-1 0 0,0 0 1 0 0,1-1-1 0 0,1 1 0 0 0,10 24 1 0 0,-9-29-71 0 0,1 0-1 0 0,0 0 1 0 0,0-1 0 0 0,11 12 0 0 0,-16-19 49 0 0,1 0 0 0 0,0-1 0 0 0,1 0 1 0 0,-1 1-1 0 0,0-1 0 0 0,1 0 0 0 0,-1 0 0 0 0,1 0 1 0 0,0-1-1 0 0,-1 1 0 0 0,1-1 0 0 0,0 1 0 0 0,0-1 0 0 0,0 0 1 0 0,0 0-1 0 0,0 0 0 0 0,0-1 0 0 0,0 1 0 0 0,1-1 0 0 0,-1 1 1 0 0,5-1-1 0 0,-6-1-56 0 0,0 0 0 0 0,0 0 0 0 0,0 0 0 0 0,0 0 0 0 0,0 0 0 0 0,-1-1 0 0 0,1 1 0 0 0,-1 0 0 0 0,1-1 0 0 0,-1 0 0 0 0,1 1 0 0 0,-1-1 0 0 0,0 0 0 0 0,1 1 0 0 0,-1-1 1 0 0,0 0-1 0 0,0 0 0 0 0,0 0 0 0 0,-1 0 0 0 0,1 0 0 0 0,0 0 0 0 0,-1 0 0 0 0,0 0 0 0 0,1-3 0 0 0,5-54 217 0 0,-5 40-107 0 0,-1 0 0 0 0,-5-32 0 0 0,5 48-63 0 0,0-1 0 0 0,-1 0 0 0 0,0 1-1 0 0,0-1 1 0 0,0 1 0 0 0,0-1 0 0 0,0 1 0 0 0,-1-1-1 0 0,1 1 1 0 0,-1 0 0 0 0,0 0 0 0 0,0 0 0 0 0,0 0 0 0 0,0 0-1 0 0,-1 0 1 0 0,1 0 0 0 0,-1 1 0 0 0,0-1 0 0 0,0 1-1 0 0,0 0 1 0 0,-5-3 0 0 0,6 4 22 0 0,-1 1 1 0 0,0 0-1 0 0,1-1 0 0 0,-1 1 1 0 0,0 0-1 0 0,1 1 0 0 0,-1-1 0 0 0,1 0 1 0 0,-1 1-1 0 0,0-1 0 0 0,1 1 1 0 0,-1 0-1 0 0,1 0 0 0 0,-1 0 1 0 0,1 0-1 0 0,0 1 0 0 0,-1-1 0 0 0,1 0 1 0 0,0 1-1 0 0,0 0 0 0 0,0-1 1 0 0,0 1-1 0 0,0 0 0 0 0,0 0 1 0 0,1 0-1 0 0,-1 0 0 0 0,1 1 0 0 0,-3 3 1 0 0,1-1 21 0 0,-1 0 1 0 0,1 1-1 0 0,1-1 1 0 0,-1 0-1 0 0,1 1 0 0 0,0 0 1 0 0,0 0-1 0 0,1-1 1 0 0,-1 1-1 0 0,1 0 1 0 0,0 11-1 0 0,1-16-92 0 0,0 1-1 0 0,0-1 1 0 0,0 1 0 0 0,0-1-1 0 0,1 0 1 0 0,-1 1-1 0 0,1-1 1 0 0,-1 1 0 0 0,1-1-1 0 0,-1 1 1 0 0,1-1 0 0 0,0 0-1 0 0,-1 0 1 0 0,1 1-1 0 0,0-1 1 0 0,0 0 0 0 0,0 0-1 0 0,0 0 1 0 0,0 0 0 0 0,0 0-1 0 0,1 0 1 0 0,-1 0-1 0 0,2 1 1 0 0,-1-1 37 0 0,0-1 1 0 0,1 1-1 0 0,-1-1 0 0 0,0 1 1 0 0,1-1-1 0 0,-1 0 1 0 0,1 1-1 0 0,-1-1 0 0 0,1-1 1 0 0,-1 1-1 0 0,1 0 0 0 0,3-2 1 0 0,3 0 87 0 0,-1 0 1 0 0,0-1-1 0 0,0-1 1 0 0,0 1 0 0 0,-1-1-1 0 0,1 0 1 0 0,6-6-1 0 0,-11 8-90 0 0,25-23 131 0 0,-26 24-164 0 0,-1-1-1 0 0,1 1 1 0 0,-1-1-1 0 0,1 1 1 0 0,-1-1-1 0 0,0 0 1 0 0,0 0-1 0 0,0 0 1 0 0,0 0-1 0 0,0 0 1 0 0,0 0-1 0 0,0 0 1 0 0,-1 0-1 0 0,1-2 1 0 0,-1 4 7 0 0,-1-1 1 0 0,1 1-1 0 0,0 0 1 0 0,-1 0 0 0 0,1 0-1 0 0,0 0 1 0 0,-1 0-1 0 0,1 0 1 0 0,0 0 0 0 0,-1 0-1 0 0,1 0 1 0 0,0 0-1 0 0,0 0 1 0 0,-1 1 0 0 0,1-1-1 0 0,0 0 1 0 0,-1 0-1 0 0,1 0 1 0 0,0 0 0 0 0,-1 0-1 0 0,1 1 1 0 0,0-1-1 0 0,0 0 1 0 0,-1 0-1 0 0,1 0 1 0 0,0 1 0 0 0,0-1-1 0 0,-1 0 1 0 0,1 0-1 0 0,0 1 1 0 0,0-1 0 0 0,0 0-1 0 0,0 1 1 0 0,-1-1-1 0 0,1 0 1 0 0,0 1 0 0 0,0-1-1 0 0,0 0 1 0 0,0 1-1 0 0,-11 13-7 0 0,5-3 157 0 0,-12 18-733 0 0,17-28 489 0 0,0-1-1 0 0,1 1 0 0 0,-1 0 0 0 0,0-1 1 0 0,0 1-1 0 0,0-1 0 0 0,0 1 1 0 0,1-1-1 0 0,-1 1 0 0 0,0-1 1 0 0,0 1-1 0 0,0-1 0 0 0,0 0 1 0 0,0 0-1 0 0,0 1 0 0 0,0-1 1 0 0,0 0-1 0 0,0 0 0 0 0,0 0 1 0 0,0 0-1 0 0,0 0 0 0 0,0 0 1 0 0,0 0-1 0 0,0-1 0 0 0,0 1 1 0 0,0 0-1 0 0,0 0 0 0 0,0-1 1 0 0,-1 0-1 0 0,-7-4 45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8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50 5065 0 0,'-26'13'1168'0'0,"23"-10"-876"0"0,-1-1 0 0 0,-1 0 0 0 0,1 1 0 0 0,0-1 1 0 0,0-1-1 0 0,-1 1 0 0 0,1-1 0 0 0,-1 0 0 0 0,-5 1 0 0 0,33-21 3313 0 0,-5 9-2878 0 0,0 0 0 0 0,1 1 1 0 0,1 0-1 0 0,35-9 1 0 0,-46 16-906 0 0,-1 0 1 0 0,1 1 0 0 0,-1 0-1 0 0,1 0 1 0 0,0 1 0 0 0,-1 0 0 0 0,1 1-1 0 0,-1 0 1 0 0,1 0 0 0 0,0 1-1 0 0,-1 0 1 0 0,0 0 0 0 0,1 1 0 0 0,9 4-1 0 0,-13-4 34 0 0,3 1-925 0 0,0 0 1 0 0,0-1-1 0 0,17 5 0 0 0,-23-7 915 0 0,0-1 0 0 0,0 1 0 0 0,0-1 0 0 0,0 0 0 0 0,0 0 0 0 0,1 0 0 0 0,-1 0 0 0 0,0 0 0 0 0,0 0 0 0 0,0-1 0 0 0,0 1 0 0 0,0-1 0 0 0,0 1 0 0 0,0-1 0 0 0,0 0 0 0 0,0 0 0 0 0,0 0 0 0 0,0 0 0 0 0,0 0 0 0 0,-1 0 0 0 0,4-3 0 0 0,7-11 154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45 344 2304 0 0,'2'-15'1861'0'0,"-1"13"-1621"0"0,-1 1 1 0 0,1-1-1 0 0,-1 1 1 0 0,0 0-1 0 0,0-1 1 0 0,1 1-1 0 0,-1-1 0 0 0,-5-20 9230 0 0,8 15-7310 0 0,-3 7-2149 0 0,1-1 0 0 0,0 0 0 0 0,-1 1 0 0 0,0-1 0 0 0,1 0 0 0 0,-1 0 0 0 0,0 0 0 0 0,1 1 0 0 0,-1-1 1 0 0,0 0-1 0 0,0 0 0 0 0,1 0 0 0 0,-1 0 0 0 0,0 1 0 0 0,0-1 0 0 0,0 0 0 0 0,0 0 0 0 0,0 0 0 0 0,0 0 0 0 0,-1 0 1 0 0,1 1-1 0 0,0-1 0 0 0,0 0 0 0 0,-1 0 0 0 0,1 0 0 0 0,-1 0 0 0 0,0 0 43 0 0,0-1 0 0 0,0 1 0 0 0,0 0 0 0 0,0 0 0 0 0,0-1-1 0 0,0 1 1 0 0,1-1 0 0 0,-1 1 0 0 0,0 0 0 0 0,1-1 0 0 0,-1 1 0 0 0,1-1-1 0 0,-1-1 1 0 0,-4-12 1315 0 0,-5 10-1272 0 0,10 4-93 0 0,-1 1 1 0 0,1-1-1 0 0,-1 1 0 0 0,1-1 1 0 0,-1 1-1 0 0,1 0 1 0 0,-1-1-1 0 0,1 1 1 0 0,-1-1-1 0 0,1 1 0 0 0,-1 0 1 0 0,0 0-1 0 0,1-1 1 0 0,-1 1-1 0 0,0 0 1 0 0,1 0-1 0 0,-1 0 0 0 0,1 0 1 0 0,-1 0-1 0 0,0 0 1 0 0,1 0-1 0 0,-1 0 1 0 0,-1 0-1 0 0,2 0 7 0 0,-1 0 0 0 0,1 0 0 0 0,-1 0 0 0 0,1 0-1 0 0,0 1 1 0 0,-1-1 0 0 0,1 0 0 0 0,-1 0 0 0 0,1 0 0 0 0,0 1 0 0 0,-1-1 0 0 0,1 0 0 0 0,0 1-1 0 0,-1-1 1 0 0,1 0 0 0 0,0 1 0 0 0,-1-1 0 0 0,1 0 0 0 0,0 1 0 0 0,0-1 0 0 0,0 1 0 0 0,-1-1-1 0 0,1 1 1 0 0,0-1 0 0 0,0 0 0 0 0,0 1 0 0 0,0-1 0 0 0,0 1 0 0 0,0-1 0 0 0,0 1-1 0 0,0-1 1 0 0,0 1 0 0 0,0 0 0 0 0,3 14-100 0 0,25 33 69 0 0,-24-40-11 0 0,0 1 0 0 0,0-1 0 0 0,1 0 0 0 0,1 0 0 0 0,9 11 0 0 0,9 3-15 0 0,1 0 1 0 0,1-1 0 0 0,1-1-1 0 0,57 30 1 0 0,-83-49 46 0 0,0 0-1 0 0,0 0 1 0 0,1 0 0 0 0,-1 0-1 0 0,1 0 1 0 0,-1-1 0 0 0,0 1-1 0 0,1-1 1 0 0,0 1 0 0 0,-1-1-1 0 0,1 1 1 0 0,-1-1 0 0 0,1 0-1 0 0,-1 0 1 0 0,1 0 0 0 0,0 0-1 0 0,-1 0 1 0 0,1 0 0 0 0,-1 0-1 0 0,1 0 1 0 0,0-1 0 0 0,-1 1-1 0 0,1-1 1 0 0,-1 1 0 0 0,1-1-1 0 0,-1 0 1 0 0,2 0 0 0 0,-1-2 15 0 0,-1 1 0 0 0,0-1 1 0 0,0 1-1 0 0,0-1 0 0 0,0 0 0 0 0,-1 1 1 0 0,1-1-1 0 0,-1 0 0 0 0,1 1 0 0 0,-1-1 0 0 0,0 0 1 0 0,0 0-1 0 0,0 1 0 0 0,0-1 0 0 0,-2-5 1 0 0,-3-31 135 0 0,-1 0 1 0 0,-3 1-1 0 0,-1 0 1 0 0,-1 0 0 0 0,-2 1-1 0 0,-2 1 1 0 0,-2 0-1 0 0,-1 1 1 0 0,-25-36-1 0 0,37 62-234 0 0,-17-19-988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1.8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49 119 4985 0 0,'-1'1'13'0'0,"1"-1"-1"0"0,0 0 1 0 0,-1 0 0 0 0,1 0 0 0 0,0 0-1 0 0,-1 0 1 0 0,1 0 0 0 0,0 1-1 0 0,-1-1 1 0 0,1 0 0 0 0,0 0-1 0 0,-1 0 1 0 0,1 0 0 0 0,0 0-1 0 0,-1 0 1 0 0,1 0 0 0 0,0 0 0 0 0,-1-1-1 0 0,1 1 1 0 0,0 0 0 0 0,-1 0-1 0 0,1 0 1 0 0,0 0 0 0 0,-1 0-1 0 0,1-1 1 0 0,0 1 0 0 0,-1 0-1 0 0,1 0 1 0 0,0 0 0 0 0,0-1 0 0 0,-1 1-1 0 0,1 0 1 0 0,0 0 0 0 0,-1-1-1 0 0,-13-17 655 0 0,-8-22 3211 0 0,26 53-3366 0 0,0 0 0 0 0,0 0 0 0 0,-1 0-1 0 0,2 22 1 0 0,3 15-418 0 0,-5-37-131 0 0,1 0 0 0 0,0 0 0 0 0,1 0 0 0 0,0-1 0 0 0,0 0 0 0 0,2 0 0 0 0,8 12 1 0 0,-14-21 52 0 0,1 0-1 0 0,0-1 1 0 0,0 0 0 0 0,0 1 0 0 0,0-1 0 0 0,1 0 0 0 0,-1 0 0 0 0,1 0 0 0 0,-1-1 0 0 0,1 1 0 0 0,0-1 0 0 0,-1 1 0 0 0,1-1 0 0 0,0 0 0 0 0,0 0 0 0 0,0 0 0 0 0,0 0 0 0 0,0 0-1 0 0,0-1 1 0 0,0 0 0 0 0,0 1 0 0 0,0-1 0 0 0,0 0 0 0 0,1-1 0 0 0,-1 1 0 0 0,0 0 0 0 0,0-1 0 0 0,0 0 0 0 0,0 0 0 0 0,0 1 0 0 0,0-2 0 0 0,-1 1 0 0 0,1 0 0 0 0,0-1 0 0 0,0 1-1 0 0,4-4 1 0 0,-4 1 44 0 0,0 1-1 0 0,1 0 1 0 0,-1-1-1 0 0,-1 1 0 0 0,1-1 1 0 0,0 0-1 0 0,-1 0 0 0 0,0 0 1 0 0,0 0-1 0 0,0 0 0 0 0,0 0 1 0 0,-1-1-1 0 0,0 1 0 0 0,0-1 1 0 0,0 1-1 0 0,0-6 1 0 0,2-10 171 0 0,-1 1 1 0 0,-2-28 0 0 0,0 43-215 0 0,-1-18 131 0 0,0 1 1 0 0,-6-26 0 0 0,7 43-193 0 0,-1 0 0 0 0,0 0 1 0 0,0 0-1 0 0,0 0 1 0 0,0 0-1 0 0,-1 0 0 0 0,0 0 1 0 0,0 0-1 0 0,0 1 1 0 0,0-1-1 0 0,0 1 1 0 0,-1-1-1 0 0,0 1 0 0 0,1 0 1 0 0,-1 0-1 0 0,0 0 1 0 0,-1 1-1 0 0,-5-5 0 0 0,8 6-75 0 0,0 1-1 0 0,0 0 0 0 0,1 0 0 0 0,-1-1 0 0 0,0 1 0 0 0,0 0 0 0 0,0 0 0 0 0,0 0 1 0 0,0 0-1 0 0,0 0 0 0 0,1 0 0 0 0,-1 0 0 0 0,0 0 0 0 0,0 1 0 0 0,0-1 0 0 0,0 0 1 0 0,0 0-1 0 0,1 1 0 0 0,-1-1 0 0 0,0 1 0 0 0,0-1 0 0 0,0 1 0 0 0,1-1 0 0 0,-1 1 1 0 0,0 0-1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2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1840 0 0,'2'-1'145'0'0,"-1"1"-1"0"0,0-1 1 0 0,1 1-1 0 0,-1 0 1 0 0,1-1-1 0 0,-1 1 1 0 0,1 0-1 0 0,-1 0 0 0 0,1 0 1 0 0,-1 0-1 0 0,1 0 1 0 0,-1 1-1 0 0,0-1 1 0 0,1 0-1 0 0,-1 1 1 0 0,1-1-1 0 0,-1 1 1 0 0,0-1-1 0 0,1 1 0 0 0,-1-1 1 0 0,0 1-1 0 0,1 0 1 0 0,-1 0-1 0 0,0 0 1 0 0,0 0-1 0 0,0 0 1 0 0,0 0-1 0 0,0 0 0 0 0,0 0 1 0 0,0 0-1 0 0,0 1 1 0 0,-1-1-1 0 0,2 2 1 0 0,4 8 432 0 0,0-1 1 0 0,-1 1-1 0 0,6 15 0 0 0,-4-9-71 0 0,-4-10-366 0 0,1 0 0 0 0,0-1 0 0 0,0 1-1 0 0,0-1 1 0 0,1 0 0 0 0,0 0 0 0 0,1 0-1 0 0,-1-1 1 0 0,12 9 0 0 0,-16-13-127 0 0,1 0-1 0 0,0 1 1 0 0,0-1 0 0 0,0 0 0 0 0,0 0-1 0 0,0 0 1 0 0,0-1 0 0 0,0 1 0 0 0,0 0-1 0 0,0-1 1 0 0,1 0 0 0 0,-1 1 0 0 0,0-1-1 0 0,0 0 1 0 0,0 0 0 0 0,1 0 0 0 0,-1 0 0 0 0,0-1-1 0 0,0 1 1 0 0,0 0 0 0 0,0-1 0 0 0,1 0-1 0 0,-1 1 1 0 0,0-1 0 0 0,0 0 0 0 0,0 0-1 0 0,-1 0 1 0 0,1 0 0 0 0,0-1 0 0 0,0 1-1 0 0,0-1 1 0 0,-1 1 0 0 0,1-1 0 0 0,-1 1-1 0 0,1-1 1 0 0,-1 0 0 0 0,0 1 0 0 0,2-5-1 0 0,2-1 2 0 0,-1-1 0 0 0,0 0-1 0 0,-1 0 1 0 0,0 0-1 0 0,0 0 1 0 0,-1-1-1 0 0,0 1 1 0 0,0-1-1 0 0,-1 1 1 0 0,0-1 0 0 0,-1 0-1 0 0,0 1 1 0 0,0-1-1 0 0,-3-15 1 0 0,-2-7-428 0 0,-2-1 1 0 0,-17-48-1 0 0,41 154 3663 0 0,-12-51-2950 0 0,0-1 0 0 0,12 32 0 0 0,-13-42-247 0 0,1-1 0 0 0,1 0 0 0 0,0 0 0 0 0,1-1 0 0 0,12 16 1 0 0,-14-21-592 0 0,0 1 1 0 0,0-1-1 0 0,1-1 1 0 0,0 1-1 0 0,0-1 1 0 0,1 0-1 0 0,-1 0 1 0 0,1 0-1 0 0,-1-1 1 0 0,12 3 0 0 0,1 1-3342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4145 0 0,'-2'4'235'0'0,"1"0"0"0"0,0-1 0 0 0,0 1 0 0 0,0 0 0 0 0,0-1 0 0 0,1 1 0 0 0,0 0 0 0 0,-1 0 0 0 0,1 0 0 0 0,1-1 0 0 0,0 8 0 0 0,-1-4 66 0 0,1 4 85 0 0,0 0 1 0 0,0 0 0 0 0,1 0 0 0 0,0-1-1 0 0,1 1 1 0 0,0 0 0 0 0,1-1 0 0 0,0 0-1 0 0,1 0 1 0 0,8 13 0 0 0,-3-8-20 0 0,1 0 0 0 0,1-1 0 0 0,1 0 1 0 0,0-1-1 0 0,20 16 0 0 0,3 1-994 0 0,-1 2 1 0 0,-2 2 0 0 0,44 57-1 0 0,-57-65-308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0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0 406 6913 0 0,'8'-14'345'0'0,"0"1"-1"0"0,1 0 1 0 0,0 0-1 0 0,0 1 1 0 0,2 0-1 0 0,15-14 1 0 0,-5 5-83 0 0,122-122 1882 0 0,-113 116-2668 0 0,1 2 1 0 0,1 2-1 0 0,40-22 1 0 0,-34 29-2675 0 0,-20 13 1552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7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1768 3225 0 0,'0'0'45'0'0,"0"0"0"0"0,1 0 0 0 0,-1 0 0 0 0,0 0 0 0 0,0-1 0 0 0,1 1 0 0 0,-1 0 0 0 0,0 0 0 0 0,0 0 0 0 0,1-1 0 0 0,-1 1 0 0 0,0 0 0 0 0,0 0 0 0 0,1 0 0 0 0,-1-1 0 0 0,0 1 0 0 0,0 0 0 0 0,0 0 0 0 0,0-1 0 0 0,1 1 0 0 0,-1 0 0 0 0,0-1 0 0 0,0 1 0 0 0,0 0 0 0 0,0-1 0 0 0,0 1 0 0 0,0 0 0 0 0,0-1 0 0 0,0 1 0 0 0,0 0 0 0 0,0 0 0 0 0,0-1 0 0 0,0 1 0 0 0,0 0 0 0 0,0-1 0 0 0,0 1 0 0 0,0 0 0 0 0,0-1 0 0 0,0 1-1 0 0,-1 0 1 0 0,1-1 0 0 0,0 1 0 0 0,0 0 0 0 0,0 0 0 0 0,0-1 0 0 0,-1 1 0 0 0,1 0 0 0 0,0 0 0 0 0,0 0 0 0 0,-1-1 0 0 0,1 1 0 0 0,0 0 0 0 0,0 0 0 0 0,-1 0 0 0 0,1-1 0 0 0,0 1 0 0 0,-1 0 0 0 0,1 0 0 0 0,0 0 0 0 0,0 0 0 0 0,-1 0 0 0 0,1 0 0 0 0,0 0 0 0 0,-1 0 0 0 0,1 0 0 0 0,0 0 0 0 0,-1 0 0 0 0,0 0 0 0 0,19-14 274 0 0,1 0 1 0 0,0 2-1 0 0,0 0 0 0 0,26-11 0 0 0,94-34 485 0 0,-67 28-120 0 0,320-137 1626 0 0,-72 20-1605 0 0,90-36-1146 0 0,342-65 1808 0 0,-623 208-1358 0 0,201-80 139 0 0,-144 49 37 0 0,178-70 83 0 0,-186 69-352 0 0,82-45-225 0 0,-19 8-114 0 0,91-41 678 0 0,-305 135 64 0 0,-21 11-403 0 0,0-1-1 0 0,0 1 1 0 0,1 0 0 0 0,-1 1-1 0 0,1-1 1 0 0,-1 1-1 0 0,1 1 1 0 0,0-1-1 0 0,-1 1 1 0 0,10-1-1 0 0,-5 7-1131 0 0,-6-2 417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4.7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5529 0 0,'5'5'5296'0'0,"6"11"-4414"0"0,49 92 903 0 0,-4-3-1441 0 0,5-3-1 0 0,97 123 1 0 0,-136-198-465 0 0,1-1-1314 0 0,32 51 1 0 0,-54-72-9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5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1 114 1376 0 0,'0'-5'166'0'0,"0"0"1"0"0,1 0-1 0 0,-1 0 0 0 0,1 0 0 0 0,0 0 0 0 0,1 0 1 0 0,-1 0-1 0 0,1 1 0 0 0,0-1 0 0 0,0 1 0 0 0,1-1 0 0 0,-1 1 1 0 0,1 0-1 0 0,0 0 0 0 0,0 0 0 0 0,0 0 0 0 0,0 0 1 0 0,1 1-1 0 0,0 0 0 0 0,-1-1 0 0 0,1 1 0 0 0,1 1 0 0 0,6-5 1 0 0,-7 5-83 0 0,-1 1 0 0 0,1 0 1 0 0,0-1-1 0 0,0 1 1 0 0,0 1-1 0 0,0-1 0 0 0,0 0 1 0 0,0 1-1 0 0,0 0 1 0 0,0 0-1 0 0,0 0 0 0 0,0 0 1 0 0,0 1-1 0 0,0 0 0 0 0,0 0 1 0 0,0 0-1 0 0,0 0 1 0 0,0 0-1 0 0,-1 1 0 0 0,1 0 1 0 0,0 0-1 0 0,-1 0 1 0 0,0 0-1 0 0,1 0 0 0 0,-1 1 1 0 0,0-1-1 0 0,0 1 1 0 0,0 0-1 0 0,3 5 0 0 0,-2-4-128 0 0,-1 0 0 0 0,0 0-1 0 0,-1 0 1 0 0,1 0-1 0 0,-1 0 1 0 0,1 1 0 0 0,-1-1-1 0 0,-1 1 1 0 0,1 0 0 0 0,-1 0-1 0 0,0 0 1 0 0,0-1-1 0 0,0 1 1 0 0,0 0 0 0 0,-1 0-1 0 0,0 0 1 0 0,0 5 0 0 0,-3 5-13 0 0,0-1 0 0 0,0 1 1 0 0,-1-1-1 0 0,-8 18 1 0 0,7-21 277 0 0,0 0 1 0 0,1 0 0 0 0,1 1-1 0 0,0-1 1 0 0,1 1 0 0 0,0 0-1 0 0,1 0 1 0 0,0 14 0 0 0,1-24-157 0 0,0-1-1 0 0,0 0 1 0 0,1 0 0 0 0,-1 1-1 0 0,0-1 1 0 0,1 0 0 0 0,-1 0-1 0 0,1 0 1 0 0,0 0 0 0 0,-1 0-1 0 0,1 1 1 0 0,0-1 0 0 0,0 0 0 0 0,-1-1-1 0 0,1 1 1 0 0,0 0 0 0 0,0 0-1 0 0,0 0 1 0 0,0 0 0 0 0,0-1-1 0 0,0 1 1 0 0,0 0 0 0 0,1-1-1 0 0,-1 1 1 0 0,0-1 0 0 0,0 0 0 0 0,0 1-1 0 0,1-1 1 0 0,-1 0 0 0 0,0 1-1 0 0,0-1 1 0 0,1 0 0 0 0,-1 0-1 0 0,0 0 1 0 0,1 0 0 0 0,-1-1-1 0 0,0 1 1 0 0,0 0 0 0 0,1 0 0 0 0,-1-1-1 0 0,1 0 1 0 0,11-2 373 0 0,-1 0 0 0 0,-1-1-1 0 0,17-7 1 0 0,-16 6 63 0 0,218-98 747 0 0,-195 93-2438 0 0,-11 10-3560 0 0,-13 3 824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1 6913 0 0,'-2'0'-60'0'0,"-1"1"-1"0"0,1 0 0 0 0,0 0 1 0 0,0 0-1 0 0,0 0 0 0 0,0 0 0 0 0,0 0 1 0 0,0 0-1 0 0,1 1 0 0 0,-1-1 1 0 0,0 1-1 0 0,1-1 0 0 0,-1 1 1 0 0,-1 2-1 0 0,-20 27 1529 0 0,18-21-1265 0 0,1 1 1 0 0,0 0-1 0 0,0 0 1 0 0,1 1-1 0 0,1-1 0 0 0,0 1 1 0 0,0-1-1 0 0,1 1 0 0 0,0 0 1 0 0,1 0-1 0 0,3 18 1 0 0,0-3 193 0 0,2 1 0 0 0,1-1 0 0 0,16 46 0 0 0,-6-30 242 0 0,1-1 0 0 0,25 44 0 0 0,-34-72-461 0 0,1-1-1 0 0,0 1 1 0 0,1-2 0 0 0,0 1-1 0 0,1-2 1 0 0,0 1 0 0 0,1-2 0 0 0,0 1-1 0 0,21 12 1 0 0,-7-8 23 0 0,1-1 0 0 0,31 11 0 0 0,-8-7-2394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4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10 281 6913 0 0,'0'0'26'0'0,"-1"0"-1"0"0,1 0 1 0 0,-1-1-1 0 0,1 1 0 0 0,-1 0 1 0 0,0-1-1 0 0,1 1 1 0 0,0-1-1 0 0,-1 1 0 0 0,1 0 1 0 0,-1-1-1 0 0,1 1 1 0 0,-1-1-1 0 0,1 1 0 0 0,0-1 1 0 0,-1 1-1 0 0,1-1 1 0 0,0 0-1 0 0,0 1 0 0 0,-1-1 1 0 0,1 1-1 0 0,0-1 1 0 0,0 0-1 0 0,0 1 0 0 0,0-1 1 0 0,0 0-1 0 0,5-21 119 0 0,22-22 275 0 0,-22 38-14 0 0,15-22 1049 0 0,1 1-1 0 0,37-37 1 0 0,-43 50-1778 0 0,1 0 1 0 0,33-21-1 0 0,-33 26-2643 0 0,-1 5-902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0 6449 0 0,'-1'25'3654'0'0,"-8"43"-1"0"0,0 5-2494 0 0,-12 181-916 0 0,-4 91 810 0 0,52 300-320 0 0,-1 15-2858 0 0,-27-614 1566 0 0,-5 92 881 0 0,-4-46-5507 0 0,7-76 1125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3681 0 0,'0'1'218'0'0,"1"0"0"0"0,0 0-1 0 0,-1 0 1 0 0,1 0 0 0 0,0 0 0 0 0,0 0 0 0 0,0 0 0 0 0,0 0 0 0 0,0 0-1 0 0,0 0 1 0 0,0 0 0 0 0,0-1 0 0 0,1 1 0 0 0,-1 0 0 0 0,0-1 0 0 0,0 1-1 0 0,1-1 1 0 0,1 1 0 0 0,10 6 2 0 0,37 39 1005 0 0,-39-33-1103 0 0,1-1 0 0 0,1-1 0 0 0,0 0 0 0 0,24 14 0 0 0,-34-23-64 0 0,1 0 0 0 0,0 0 0 0 0,0 0-1 0 0,0-1 1 0 0,0 1 0 0 0,0-1 0 0 0,1 0 0 0 0,-1-1 0 0 0,0 1 0 0 0,0-1 0 0 0,1 0 0 0 0,-1 0 0 0 0,0 0 0 0 0,1 0 0 0 0,-1-1 0 0 0,0 0 0 0 0,0 0-1 0 0,0 0 1 0 0,1 0 0 0 0,-1 0 0 0 0,0-1 0 0 0,-1 0 0 0 0,5-2 0 0 0,1-2 133 0 0,-1 0 0 0 0,0-1 0 0 0,-1 0 1 0 0,0 0-1 0 0,0-1 0 0 0,0 1 0 0 0,-1-2 0 0 0,0 1 0 0 0,6-13 0 0 0,40-86 1398 0 0,-49 101-1495 0 0,33-82 1064 0 0,35-75-194 0 0,-50 130-2583 0 0,-13 18-3925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71 611 920 0 0,'-11'13'191'0'0,"9"-11"-197"0"0,1 1 0 0 0,-1-1-1 0 0,0 0 1 0 0,0 0 0 0 0,0 0 0 0 0,0 0-1 0 0,0 0 1 0 0,-1 0 0 0 0,1 0 0 0 0,0-1 0 0 0,-1 1-1 0 0,1-1 1 0 0,-1 1 0 0 0,-3 0 0 0 0,5-3 42 0 0,0 1 1 0 0,1 0 0 0 0,-1-1 0 0 0,0 1 0 0 0,0-1 0 0 0,0 1-1 0 0,1-1 1 0 0,-1 0 0 0 0,0 1 0 0 0,1-1 0 0 0,-1 0 0 0 0,0 0-1 0 0,1 1 1 0 0,-1-1 0 0 0,1 0 0 0 0,-1 0 0 0 0,1 0 0 0 0,-1 0-1 0 0,1 1 1 0 0,0-1 0 0 0,0 0 0 0 0,-1 0 0 0 0,1 0 0 0 0,0 0-1 0 0,0 0 1 0 0,0-2 0 0 0,-5-28 943 0 0,5 31-931 0 0,-5-80 1884 0 0,6-82 1 0 0,1 49-919 0 0,0 73 80 0 0,11-65 0 0 0,0 17 394 0 0,-14 76-1610 0 0,-3 18-930 0 0,-3 22-3495 0 0,7-19 1991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1 136 1376 0 0,'5'1'5152'0'0,"11"0"-4435"0"0,1-1 0 0 0,0 0 0 0 0,-1-1-1 0 0,1-1 1 0 0,32-8 0 0 0,88-31 730 0 0,-69 19-766 0 0,-36 12-534 0 0,1 1 0 0 0,0 3 0 0 0,0 0 0 0 0,1 2 0 0 0,0 1 0 0 0,-1 2 0 0 0,1 2 0 0 0,54 7 0 0 0,-46-1-34 0 0,1-2-1 0 0,0-1 1 0 0,0-3-1 0 0,1-1 1 0 0,78-11-1 0 0,96-22 656 0 0,-181 30-712 0 0,0 1 0 0 0,1 3 0 0 0,69 9 0 0 0,-28 0-329 0 0,1-4 0 0 0,0-3 0 0 0,119-11 0 0 0,-186 8-801 0 0,1 0 0 0 0,-1 1 0 0 0,1 1 0 0 0,-1 0 0 0 0,0 1 0 0 0,0 0 1 0 0,23 10-1 0 0,-26-10 389 0 0,-2-1 59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27 3497 0 0,'-117'5'3356'0'0,"117"-5"-3313"0"0,-1 0-1 0 0,1 0 1 0 0,0 0-1 0 0,-1 0 1 0 0,1 0-1 0 0,0 0 1 0 0,-1 1-1 0 0,1-1 0 0 0,0 0 1 0 0,-1 0-1 0 0,1 0 1 0 0,0 0-1 0 0,-1 0 1 0 0,1 0-1 0 0,0 0 1 0 0,-1-1-1 0 0,1 1 0 0 0,-1 0 1 0 0,1 0-1 0 0,0 0 1 0 0,0 0-1 0 0,-1 0 1 0 0,1 0-1 0 0,0-1 1 0 0,-1 1-1 0 0,1 0 0 0 0,0 0 1 0 0,-1 0-1 0 0,1-1 1 0 0,0 1-1 0 0,0 0 1 0 0,0-1-1 0 0,-1 1 1 0 0,1 0-1 0 0,0 0 0 0 0,0-1 1 0 0,0 1-1 0 0,0 0 1 0 0,-1-1-1 0 0,1 1 1 0 0,0 0-1 0 0,0-1 1 0 0,0 1-1 0 0,0 0 0 0 0,0-1 1 0 0,0 1-1 0 0,0 0 1 0 0,0-1-1 0 0,0 1 1 0 0,0 0-1 0 0,0-1 1 0 0,0 1-1 0 0,0 0 0 0 0,0-1 1 0 0,0 1-1 0 0,1 0 1 0 0,-1-1-1 0 0,0 1 1 0 0,0 0-1 0 0,0-1 1 0 0,0 1-1 0 0,1 0 0 0 0,-1-1 1 0 0,0 1-1 0 0,0 0 1 0 0,1-1-1 0 0,0 0 148 0 0,1-1 0 0 0,-1 1 0 0 0,0-1-1 0 0,1 1 1 0 0,0-1 0 0 0,-1 1 0 0 0,1 0 0 0 0,0 0 0 0 0,-1 0-1 0 0,4-1 1 0 0,0 1-100 0 0,0 0 0 0 0,0 0-1 0 0,0 1 1 0 0,0 0 0 0 0,0 0-1 0 0,0 1 1 0 0,0-1 0 0 0,-1 1 0 0 0,1 0-1 0 0,0 0 1 0 0,6 3 0 0 0,57 25-278 0 0,-25-10-51 0 0,-29-13 108 0 0,20 7 403 0 0,50 26-1 0 0,-76-35-207 0 0,0 1 0 0 0,0 0-1 0 0,-1 0 1 0 0,1 1-1 0 0,-1 0 1 0 0,-1 0 0 0 0,1 1-1 0 0,-1 0 1 0 0,0 0 0 0 0,0 0-1 0 0,6 12 1 0 0,-11-17-57 0 0,0 0-1 0 0,-1 0 1 0 0,1 0 0 0 0,-1 0-1 0 0,1 0 1 0 0,-1 1 0 0 0,0-1-1 0 0,1 0 1 0 0,-1 0 0 0 0,0 0-1 0 0,-1 0 1 0 0,1 1 0 0 0,0-1-1 0 0,-1 0 1 0 0,1 0 0 0 0,-1 0-1 0 0,1 0 1 0 0,-1 0 0 0 0,0 0-1 0 0,0 0 1 0 0,0 0 0 0 0,0 0-1 0 0,0 0 1 0 0,0-1 0 0 0,-1 1-1 0 0,-1 2 1 0 0,-6 5 92 0 0,0-1 1 0 0,0 0-1 0 0,-18 12 1 0 0,3-2 66 0 0,-73 79-32 0 0,16-13-2643 0 0,74-78 1595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1077 456 0 0,'1'-38'2722'0'0,"5"-50"28"0"0,-8-118 0 0 0,-2 59-1446 0 0,3 88-1060 0 0,2 0 0 0 0,3 0 0 0 0,3 0 0 0 0,17-70 0 0 0,7 33-416 0 0,-16 57-1051 0 0,11-56 1 0 0,-25 92 472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7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173 197 2441 0 0,'0'0'8'0'0,"-1"-1"0"0"0,0 1 0 0 0,1 0 0 0 0,-1 0 0 0 0,1 0 0 0 0,-1 0 0 0 0,1 0 0 0 0,-1-1 0 0 0,1 1 0 0 0,-1 0 0 0 0,1-1 0 0 0,-1 1 0 0 0,1 0 0 0 0,-1-1 0 0 0,1 1 0 0 0,0 0 0 0 0,-1-1 0 0 0,1 1 0 0 0,0-1 0 0 0,-1 1 1 0 0,1-1-1 0 0,0 1 0 0 0,-1-1 0 0 0,1 1 0 0 0,0-1 0 0 0,0 1 0 0 0,0-1 0 0 0,-1 1 0 0 0,1-1 0 0 0,0 1 0 0 0,0-1 0 0 0,0 1 0 0 0,0-1 0 0 0,0 0 0 0 0,0 1 0 0 0,0-1 0 0 0,0 1 0 0 0,0-1 0 0 0,1 0 0 0 0,3-21 295 0 0,-4 22-278 0 0,2-4-22 0 0,0-1-1 0 0,0 1 1 0 0,0 0-1 0 0,0 0 1 0 0,1 0-1 0 0,0 0 1 0 0,0 1-1 0 0,0-1 1 0 0,0 1-1 0 0,5-5 1 0 0,14-15-218 0 0,-17 11 58 0 0,-5 12 148 0 0,0 0 0 0 0,0 0 0 0 0,0 0 0 0 0,0 0 0 0 0,0 0 0 0 0,0 0 0 0 0,0 0 1 0 0,0 0-1 0 0,-1 0 0 0 0,1 0 0 0 0,0 0 0 0 0,0 0 0 0 0,0 0 0 0 0,0 0 0 0 0,0 0 0 0 0,0 0 0 0 0,0 0 0 0 0,0 0 1 0 0,-1 0-1 0 0,1 0 0 0 0,0 0 0 0 0,0 0 0 0 0,0 0 0 0 0,0 0 0 0 0,0 0 0 0 0,0 0 0 0 0,0 0 0 0 0,0 0 0 0 0,0-1 1 0 0,-1 1-1 0 0,1 0 0 0 0,0 0 0 0 0,0 0 0 0 0,0 0 0 0 0,0 0 0 0 0,0 0 0 0 0,0 0 0 0 0,0 0 0 0 0,0 0 0 0 0,0-1 1 0 0,0 1-1 0 0,0 0 0 0 0,0 0 0 0 0,0 0-61 0 0,-4 2-86 0 0,-15 5 594 0 0,1 2-1 0 0,0 0 0 0 0,1 1 1 0 0,0 1-1 0 0,1 0 0 0 0,0 1 1 0 0,0 1-1 0 0,2 0 0 0 0,-1 2 1 0 0,2-1-1 0 0,-23 32 0 0 0,33-37-198 0 0,9-11 52 0 0,13-15 133 0 0,20-50 270 0 0,-29 47-403 0 0,1 0 1 0 0,1 1-1 0 0,1 0 1 0 0,23-25-1 0 0,-31 40-165 0 0,-1-1 0 0 0,1 1 0 0 0,0 0 0 0 0,1 0-1 0 0,-1 1 1 0 0,1-1 0 0 0,0 1 0 0 0,0 1-1 0 0,0-1 1 0 0,0 1 0 0 0,0 0 0 0 0,0 0 0 0 0,0 1-1 0 0,1 0 1 0 0,-1 0 0 0 0,1 0 0 0 0,-1 1-1 0 0,1 0 1 0 0,-1 0 0 0 0,9 2 0 0 0,2 0 98 0 0,-9-2-126 0 0,0 1 0 0 0,0 1-1 0 0,0-1 1 0 0,9 4 0 0 0,-15-4-39 0 0,0 0 1 0 0,0 0 0 0 0,-1-1-1 0 0,1 1 1 0 0,0 1-1 0 0,0-1 1 0 0,-1 0-1 0 0,1 0 1 0 0,-1 1-1 0 0,1-1 1 0 0,-1 1-1 0 0,0-1 1 0 0,1 1 0 0 0,-1-1-1 0 0,0 1 1 0 0,0 0-1 0 0,0 0 1 0 0,0 0-1 0 0,-1-1 1 0 0,1 1-1 0 0,1 3 1 0 0,2 16 381 0 0,-3-13-508 0 0,1 0 0 0 0,0 0 0 0 0,0 0 0 0 0,0 0-1 0 0,1 0 1 0 0,1-1 0 0 0,7 14 0 0 0,-6-15-628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52 920 0 0,'-2'-5'298'0'0,"-1"1"0"0"0,-1-1 0 0 0,1 1 0 0 0,-1 0 1 0 0,1 0-1 0 0,-1 0 0 0 0,0 0 0 0 0,-1 1 0 0 0,1-1 0 0 0,-1 1 0 0 0,-8-5 0 0 0,8 10 829 0 0,7 7-409 0 0,8 7-10 0 0,10-1-284 0 0,0-1 1 0 0,2 0 0 0 0,0-2 0 0 0,0-1-1 0 0,26 9 1 0 0,6 4 597 0 0,-34-14-850 0 0,32 15-297 0 0,2-1-1 0 0,82 23 1 0 0,-110-41-4115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20 456 0 0,'-6'-1'647'0'0,"-1"0"-1"0"0,1 0 1 0 0,-1 0-1 0 0,1-1 1 0 0,-9-3-1 0 0,-14-3 3053 0 0,27 8-3560 0 0,1 0 0 0 0,0 0 0 0 0,0 1 1 0 0,0-1-1 0 0,0 0 0 0 0,0 1 0 0 0,0-1 1 0 0,0 1-1 0 0,0-1 0 0 0,0 1 0 0 0,0 0 1 0 0,0-1-1 0 0,0 1 0 0 0,0 0 0 0 0,1 0 1 0 0,-1-1-1 0 0,0 1 0 0 0,0 0 0 0 0,1 0 1 0 0,-1 0-1 0 0,1 0 0 0 0,-1 0 0 0 0,1 0 1 0 0,-1 0-1 0 0,0 2 0 0 0,-12 30 428 0 0,13-31-405 0 0,-163 503-26 0 0,158-486-1526 0 0,1 0-2730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2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1 684 456 0 0,'0'3'159'0'0,"0"-1"-1"0"0,0 1 0 0 0,0 0 1 0 0,1 0-1 0 0,-1 0 1 0 0,1-1-1 0 0,0 1 1 0 0,0 0-1 0 0,0-1 1 0 0,0 1-1 0 0,0 0 1 0 0,0-1-1 0 0,2 3 1 0 0,-2-4-135 0 0,0-1 0 0 0,0 1 0 0 0,-1-1 0 0 0,1 1 0 0 0,0-1 1 0 0,0 1-1 0 0,0-1 0 0 0,0 1 0 0 0,-1-1 0 0 0,1 0 0 0 0,0 0 0 0 0,0 1 1 0 0,0-1-1 0 0,0 0 0 0 0,0 0 0 0 0,0 0 0 0 0,0 0 0 0 0,0 0 0 0 0,0 0 1 0 0,0 0-1 0 0,0 0 0 0 0,-1-1 0 0 0,1 1 0 0 0,0 0 0 0 0,0-1 1 0 0,0 1-1 0 0,0 0 0 0 0,0-1 0 0 0,0 1 0 0 0,-1-1 0 0 0,1 1 0 0 0,0-1 1 0 0,0 1-1 0 0,-1-1 0 0 0,1 0 0 0 0,0 1 0 0 0,-1-1 0 0 0,1 0 0 0 0,-1 0 1 0 0,2-1-1 0 0,-11-15 5745 0 0,6 13-5712 0 0,0-1 0 0 0,1 1 0 0 0,-1-1 1 0 0,1 0-1 0 0,0 0 0 0 0,-2-8 0 0 0,1-41 455 0 0,3-1 0 0 0,9-75 0 0 0,1-35-342 0 0,-10 161-192 0 0,0-14 271 0 0,0 0-1 0 0,1 0 1 0 0,1 0-1 0 0,0 1 1 0 0,7-23-1 0 0,-9 40-266 0 0,0 1 0 0 0,0-1 0 0 0,0 1 0 0 0,0 0 0 0 0,0-1 0 0 0,0 1 0 0 0,0-1 0 0 0,0 1 0 0 0,0 0 0 0 0,0-1 0 0 0,0 1 0 0 0,0-1 0 0 0,0 1 0 0 0,1-1 0 0 0,-1 1 0 0 0,0 0 0 0 0,0-1 0 0 0,1 1 0 0 0,-1-1 0 0 0,0 1 0 0 0,1-1 0 0 0,-1 0 0 0 0,1 1-1 0 0,-1-1 1 0 0,1 1 0 0 0,-1-1 0 0 0,1 0 0 0 0,0 1 0 0 0,24 10 758 0 0,-19-9-629 0 0,0-1 0 0 0,0 0 0 0 0,1 0 0 0 0,-1-1 0 0 0,0 1 0 0 0,11-2 0 0 0,225-66 757 0 0,-160 41-440 0 0,-49 18-382 0 0,-1 2 1 0 0,1 1-1 0 0,35 0 0 0 0,29-5-31 0 0,52 0 454 0 0,-8 0 247 0 0,-109 6-612 0 0,-1 2 0 0 0,1 1 0 0 0,0 2 0 0 0,-1 0 0 0 0,58 12 0 0 0,-61-9-39 0 0,-1-2-1 0 0,56-2 1 0 0,21 1 61 0 0,138 9 194 0 0,162 20 485 0 0,-380-29-731 0 0,-1-1 0 0 0,1-1 0 0 0,27-5 0 0 0,39-2 105 0 0,-46 18-851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4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62 2304 0 0,'-41'-21'349'0'0,"30"20"438"0"0,1 0 0 0 0,-1 0 0 0 0,1 1 1 0 0,-1 0-1 0 0,1 0 0 0 0,-1 2 1 0 0,1-1-1 0 0,-16 5 0 0 0,11-3-522 0 0,0 0 0 0 0,0-1 1 0 0,1 0-1 0 0,-1-2 0 0 0,0 0 0 0 0,-19-2 0 0 0,33 2-274 0 0,0 0-1 0 0,1 0 0 0 0,-1 0 0 0 0,0 0 0 0 0,0 0 1 0 0,0 0-1 0 0,0 0 0 0 0,1-1 0 0 0,-1 1 0 0 0,0 0 0 0 0,0-1 1 0 0,0 1-1 0 0,1 0 0 0 0,-1-1 0 0 0,0 1 0 0 0,1-1 0 0 0,-1 1 1 0 0,0-1-1 0 0,1 0 0 0 0,-1 1 0 0 0,1-1 0 0 0,-1 1 0 0 0,1-1 1 0 0,-1 0-1 0 0,1 0 0 0 0,-1 1 0 0 0,1-1 0 0 0,-1-2 0 0 0,1 2-24 0 0,0 0-1 0 0,1 0 0 0 0,-1 0 0 0 0,0-1 0 0 0,1 1 0 0 0,-1 0 1 0 0,0 0-1 0 0,1 0 0 0 0,0 0 0 0 0,-1-1 0 0 0,1 1 0 0 0,0 0 0 0 0,-1 0 1 0 0,1 0-1 0 0,0 1 0 0 0,0-1 0 0 0,1-1 0 0 0,0 0-13 0 0,0 0 0 0 0,1 0 0 0 0,-1 0 0 0 0,0 0 0 0 0,1 1 0 0 0,-1-1 0 0 0,1 1 0 0 0,-1 0 0 0 0,1 0 0 0 0,0 0 0 0 0,-1 0 0 0 0,1 0 0 0 0,0 0 0 0 0,0 1 0 0 0,0-1 0 0 0,0 1 0 0 0,-1 0 0 0 0,5 0 0 0 0,85 36 3457 0 0,-57-21-2277 0 0,60 17 0 0 0,93 15-57 0 0,-166-39-952 0 0,-40-9-5317 0 0,0 0 4349 0 0,0 1 1 0 0,-26 3 0 0 0,-16 0 823 0 0,56-2 262 0 0,0-1-1 0 0,0 1 1 0 0,0 0 0 0 0,0 0 0 0 0,0 1 0 0 0,0-1 0 0 0,0 1 0 0 0,1 0 0 0 0,-1 0 0 0 0,-3 3 0 0 0,-41 30 362 0 0,21-15-861 0 0,15-12 138 0 0,-1-1 0 0 0,1 0 0 0 0,-1-1 0 0 0,-1-1 1 0 0,1 0-1 0 0,-1 0 0 0 0,-23 3 0 0 0,37-8 71 0 0,0 1-1 0 0,-1-1 1 0 0,1 0 0 0 0,0 0-1 0 0,-1 0 1 0 0,1 0-1 0 0,0 1 1 0 0,-1-1 0 0 0,1 0-1 0 0,0 0 1 0 0,-1 0 0 0 0,1 0-1 0 0,0 0 1 0 0,-1 0-1 0 0,1 0 1 0 0,0 0 0 0 0,-1 0-1 0 0,1 0 1 0 0,0 0 0 0 0,-1 0-1 0 0,1 0 1 0 0,0 0-1 0 0,-1 0 1 0 0,1-1 0 0 0,0 1-1 0 0,-1 0 1 0 0,1 0 0 0 0,0 0-1 0 0,0 0 1 0 0,-1-1-1 0 0,1 1 1 0 0,0 0 0 0 0,0 0-1 0 0,-1-1 1 0 0,1 1 0 0 0,0 0-1 0 0,0 0 1 0 0,0-1-1 0 0,-1 1 1 0 0,1 0 0 0 0,0 0-1 0 0,0-1 1 0 0,0 1 0 0 0,0-1-1 0 0,16-11-3203 0 0,-9 6 1216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6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64 888 0 0,'-7'0'195'0'0,"1"0"0"0"0,-1 1 0 0 0,1 0 0 0 0,-1 0 0 0 0,-11 4-1 0 0,16-5-38 0 0,0 1-1 0 0,-1 0 0 0 0,1 0 0 0 0,0 1 0 0 0,0-1 0 0 0,0 0 0 0 0,-1 1 0 0 0,2-1 0 0 0,-1 1 0 0 0,0 0 0 0 0,0-1 0 0 0,0 1 0 0 0,1 0 0 0 0,-1 0 0 0 0,1 0 0 0 0,0 0 0 0 0,-1 0 0 0 0,1 1 0 0 0,-1 2 0 0 0,4-2 69 0 0,-1 1-1 0 0,1-1 0 0 0,-1 1 1 0 0,1-1-1 0 0,1 0 0 0 0,-1 0 0 0 0,0 0 1 0 0,1 0-1 0 0,-1 0 0 0 0,5 4 0 0 0,3 3 45 0 0,-4-2-131 0 0,12 14 329 0 0,-1 2 1 0 0,15 28-1 0 0,-30-44-1685 0 0,-8-16 169 0 0,-9-13-43 0 0,8 7 972 0 0,1 0 1 0 0,0 0-1 0 0,1-1 1 0 0,0 0-1 0 0,1 0 1 0 0,1 0-1 0 0,0-1 1 0 0,2 1-1 0 0,-1 0 1 0 0,2-25-1 0 0,11 28 3833 0 0,-13 31-3392 0 0,0-3-113 0 0,-9 59-113 0 0,0 85 0 0 0,20-245-5362 0 0,-8 43 4892 0 0,10-53-1 0 0,-5 49 818 0 0,-8 14 542 0 0,-4 22 807 0 0,5 10-1672 0 0,1 0 0 0 0,-1 0-1 0 0,1 0 1 0 0,-1 0 0 0 0,1 1-1 0 0,-1-1 1 0 0,1 0 0 0 0,-1 0 0 0 0,1 1-1 0 0,-1-1 1 0 0,1 0 0 0 0,-1 0-1 0 0,1 1 1 0 0,-1-1 0 0 0,1 1-1 0 0,0-1 1 0 0,-1 0 0 0 0,1 1-1 0 0,-1-1 1 0 0,1 1 0 0 0,0-1 0 0 0,0 1-1 0 0,-2 1 956 0 0,-14 67 606 0 0,13-39-1541 0 0,2 0-1 0 0,2 0 1 0 0,0 0-1 0 0,2 0 1 0 0,2-1 0 0 0,7 30-1 0 0,-12-58-174 0 0,0 0 0 0 0,0 0 0 0 0,0 0 0 0 0,1 0 0 0 0,-1 0 1 0 0,0 0-1 0 0,1 0 0 0 0,-1 0 0 0 0,1 0 0 0 0,-1 0 0 0 0,1 0 0 0 0,-1 0 0 0 0,1 0 0 0 0,0 0 0 0 0,-1-1 0 0 0,1 1 0 0 0,0 0 1 0 0,0 0-1 0 0,0-1 0 0 0,-1 1 0 0 0,3 0 0 0 0,-2-1-52 0 0,0 0 0 0 0,0 0 0 0 0,-1 0 0 0 0,1 0 1 0 0,0 0-1 0 0,0-1 0 0 0,-1 1 0 0 0,1 0 0 0 0,0-1 0 0 0,-1 1 0 0 0,1 0 1 0 0,0-1-1 0 0,-1 1 0 0 0,1-1 0 0 0,0 1 0 0 0,-1-1 0 0 0,1 1 0 0 0,-1-1 1 0 0,1 0-1 0 0,-1 1 0 0 0,1-1 0 0 0,-1 0 0 0 0,4-4-381 0 0,-1-1 0 0 0,0 1 0 0 0,-1 0 0 0 0,1-1 0 0 0,-1 0 0 0 0,2-6-1 0 0,-2-9-395 0 0,-1 1-1 0 0,0 0 1 0 0,-2 0-1 0 0,0-1 0 0 0,-2 1 1 0 0,-6-28-1 0 0,4 18 1194 0 0,5 29-214 0 0,0 1 1 0 0,0-1 0 0 0,0 0 0 0 0,0 1 0 0 0,0-1 0 0 0,-1 0 0 0 0,1 1 0 0 0,0-1 0 0 0,0 1 0 0 0,0-1 0 0 0,-1 0 0 0 0,1 1 0 0 0,0-1 0 0 0,-1 1 0 0 0,1-1 0 0 0,-1 0-1 0 0,1 1 1 0 0,0-1 0 0 0,-1 1 0 0 0,1-1 0 0 0,-1 1 0 0 0,1 0 0 0 0,-1-1 0 0 0,0 1 0 0 0,1-1 0 0 0,-1 1 0 0 0,1 0 0 0 0,-1 0 0 0 0,-7-1 3210 0 0,5 3-3060 0 0,-7 7 417 0 0,0-1-381 0 0,9-9-318 0 0,1 1 0 0 0,-1 0 0 0 0,1 0-1 0 0,0 0 1 0 0,-1 0 0 0 0,1-1 0 0 0,-1 1-1 0 0,1 0 1 0 0,-1 0 0 0 0,1-1 0 0 0,0 1 0 0 0,-1 0-1 0 0,1-1 1 0 0,0 1 0 0 0,-1 0 0 0 0,1-1 0 0 0,0 1-1 0 0,0-1 1 0 0,-1 1 0 0 0,1 0 0 0 0,0-1 0 0 0,0 1-1 0 0,0-1 1 0 0,-1 1 0 0 0,1-1 0 0 0,0 1 0 0 0,0-1-1 0 0,0 0 1 0 0,0 1-1 0 0,0-1 0 0 0,0 1 0 0 0,0 0 0 0 0,0-1 0 0 0,0 1 0 0 0,-1-1 0 0 0,1 1 0 0 0,0 0 0 0 0,0-1 0 0 0,0 1 0 0 0,-1-1 0 0 0,1 1 0 0 0,0 0 0 0 0,0-1 0 0 0,-1 1 0 0 0,1 0 0 0 0,0-1-1 0 0,0 1 1 0 0,-1 0 0 0 0,1-1 0 0 0,-1 1 0 0 0,1 0 0 0 0,-7 3 3091 0 0,38 1-1637 0 0,45 13 0 0 0,-40-7-1151 0 0,85 21-111 0 0,-103-27-215 0 0,1-2 0 0 0,0 0 0 0 0,0-1 0 0 0,27-1 0 0 0,-34-3 228 0 0,2 1-935 0 0,-14 5 300 0 0,-8 4 164 0 0,-27 18 565 0 0,14-8-259 0 0,0-2-1 0 0,-1 0 1 0 0,-1-1 0 0 0,0-1-1 0 0,-1-2 1 0 0,-31 12-1 0 0,41-18-84 0 0,0 1 0 0 0,1 1 0 0 0,0 0-1 0 0,0 0 1 0 0,1 2 0 0 0,-20 16-1 0 0,-27 17-1574 0 0,48-37 606 0 0,19-13-117 0 0,4-4 332 0 0,3-3 983 0 0,1-1-1 0 0,1 2 1 0 0,0 0-1 0 0,1 1 1 0 0,0 1-1 0 0,1 1 1 0 0,21-9-1 0 0,101-29 2612 0 0,-105 39-1372 0 0,-57 12-1673 0 0,0 1 0 0 0,0 1 0 0 0,0 0 0 0 0,1 2 0 0 0,-1 0 0 0 0,1 2 0 0 0,1 0 0 0 0,0 1 0 0 0,0 1 0 0 0,0 1 0 0 0,2 0 0 0 0,-20 16 0 0 0,23-16-52 0 0,10-8 184 0 0,0 0 0 0 0,0 0 1 0 0,0 1-1 0 0,1 0 0 0 0,-1-1 1 0 0,1 1-1 0 0,-5 7 0 0 0,8-11 132 0 0,0 0-1 0 0,1 0 1 0 0,-1 1-1 0 0,0-1 1 0 0,0 0-1 0 0,0 0 1 0 0,1 0 0 0 0,-1 0-1 0 0,0 0 1 0 0,0 0-1 0 0,1 1 1 0 0,-1-1-1 0 0,0 0 1 0 0,0 0-1 0 0,1 0 1 0 0,-1 0 0 0 0,0 0-1 0 0,0 0 1 0 0,1 0-1 0 0,-1 0 1 0 0,0 0-1 0 0,1 0 1 0 0,-1 0-1 0 0,0 0 1 0 0,0 0 0 0 0,1 0-1 0 0,-1-1 1 0 0,0 1-1 0 0,0 0 1 0 0,1 0-1 0 0,-1 0 1 0 0,0 0-1 0 0,0 0 1 0 0,0-1-1 0 0,1 1 1 0 0,-1 0 0 0 0,0 0-1 0 0,0 0 1 0 0,0 0-1 0 0,1-1 1 0 0,-1 1-1 0 0,0 0 1 0 0,0-1-1 0 0,15-7-163 0 0,24-15-120 0 0,-27 16 16 0 0,0-1-1 0 0,0 1 1 0 0,16-15 0 0 0,-25 19 239 0 0,0 0 0 0 0,0 0 0 0 0,-1 0 0 0 0,0 0 0 0 0,1 0 0 0 0,-1-1 0 0 0,0 1-1 0 0,0-1 1 0 0,-1 1 0 0 0,1-1 0 0 0,-1 0 0 0 0,0 1 0 0 0,0-1 0 0 0,0 0 0 0 0,0 0 0 0 0,-1 0 0 0 0,1-5 0 0 0,-1 9 55 0 0,0 0-1 0 0,0-1 1 0 0,0 1 0 0 0,0 0 0 0 0,0-1 0 0 0,0 1 0 0 0,0 0-1 0 0,0 0 1 0 0,0-1 0 0 0,0 1 0 0 0,0 0 0 0 0,0-1 0 0 0,0 1 0 0 0,0 0-1 0 0,0 0 1 0 0,0-1 0 0 0,0 1 0 0 0,0 0 0 0 0,0-1 0 0 0,0 1-1 0 0,-1 0 1 0 0,1 0 0 0 0,0-1 0 0 0,0 1 0 0 0,0 0 0 0 0,0 0 0 0 0,-1 0-1 0 0,1-1 1 0 0,0 1 0 0 0,0 0 0 0 0,-1 0 0 0 0,1 0 0 0 0,0 0-1 0 0,-1-1 1 0 0,-7 8-307 0 0,-5 14-822 0 0,12-20 1110 0 0,-9 18-2121 0 0,9-13 466 0 0,8-9 1340 0 0,0-7 780 0 0,-6 3-241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7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3225 0 0,'-3'2'22'0'0,"1"0"0"0"0,0 0 0 0 0,0 1 1 0 0,0-1-1 0 0,0 0 0 0 0,0 1 0 0 0,0-1 0 0 0,0 1 1 0 0,1 0-1 0 0,0 0 0 0 0,-1 0 0 0 0,1-1 1 0 0,-1 4-1 0 0,-1 2 171 0 0,-4 4 188 0 0,1 0-1 0 0,1 1 1 0 0,0 0 0 0 0,1 0 0 0 0,0 0-1 0 0,1 0 1 0 0,-3 28 0 0 0,6-40-356 0 0,0-1 1 0 0,0 1-1 0 0,1 0 1 0 0,-1-1-1 0 0,0 1 1 0 0,0 0-1 0 0,1-1 1 0 0,-1 1-1 0 0,0-1 1 0 0,1 1-1 0 0,-1 0 1 0 0,1-1-1 0 0,-1 1 1 0 0,1-1-1 0 0,-1 1 1 0 0,1-1-1 0 0,-1 1 1 0 0,1-1-1 0 0,-1 0 1 0 0,1 1-1 0 0,-1-1 1 0 0,1 0-1 0 0,0 1 1 0 0,-1-1-1 0 0,1 0 1 0 0,0 0-1 0 0,-1 1 1 0 0,1-1-1 0 0,0 0 1 0 0,-1 0-1 0 0,1 0 1 0 0,0 0 0 0 0,0 0-1 0 0,-1 0 1 0 0,1 0-1 0 0,0 0 1 0 0,-1 0-1 0 0,1-1 1 0 0,0 1-1 0 0,-1 0 1 0 0,1 0-1 0 0,0-1 1 0 0,-1 1-1 0 0,2-1 1 0 0,29-13 885 0 0,-25 8-833 0 0,-1 1 0 0 0,0-2-1 0 0,-1 1 1 0 0,1 0 0 0 0,-1-1 0 0 0,0 0 0 0 0,-1 0 0 0 0,0 0 0 0 0,0 0-1 0 0,0 0 1 0 0,1-11 0 0 0,-2 12-24 0 0,-1 1-1 0 0,0-1 1 0 0,0 0 0 0 0,0 1-1 0 0,-1-1 1 0 0,0 0 0 0 0,0 1-1 0 0,0-1 1 0 0,-1 0-1 0 0,0 0 1 0 0,0 1 0 0 0,0-1-1 0 0,-1 1 1 0 0,0-1 0 0 0,-5-9-1 0 0,7 14-52 0 0,0 1-1 0 0,-1-1 0 0 0,1 0 0 0 0,0 1 1 0 0,-1-1-1 0 0,1 1 0 0 0,-1-1 0 0 0,1 1 1 0 0,-1-1-1 0 0,1 1 0 0 0,-1-1 0 0 0,0 1 1 0 0,1-1-1 0 0,-1 1 0 0 0,1 0 1 0 0,-1-1-1 0 0,0 1 0 0 0,1 0 0 0 0,-1 0 1 0 0,0-1-1 0 0,1 1 0 0 0,-1 0 0 0 0,0 0 1 0 0,0 0-1 0 0,1 0 0 0 0,-1 0 0 0 0,0 0 1 0 0,0 0-1 0 0,1 0 0 0 0,-1 0 1 0 0,0 0-1 0 0,0 1 0 0 0,-1 0 1 0 0,0 0 0 0 0,0 0 1 0 0,0 1-1 0 0,0-1 0 0 0,1 1 0 0 0,-1-1 0 0 0,0 1 1 0 0,1-1-1 0 0,0 1 0 0 0,-3 3 0 0 0,-2 6-10 0 0,0-1-1 0 0,1 1 1 0 0,-4 11-1 0 0,5-11-33 0 0,0 1 0 0 0,1-1 0 0 0,-1 15 0 0 0,3-23 26 0 0,1-1 0 0 0,-1 1 0 0 0,1 0 0 0 0,0 0 0 0 0,0-1 0 0 0,0 1 0 0 0,0 0 0 0 0,1 0 1 0 0,-1-1-1 0 0,1 1 0 0 0,0 0 0 0 0,0-1 0 0 0,0 1 0 0 0,0 0 0 0 0,0-1 0 0 0,0 1 0 0 0,1-1 0 0 0,-1 0 0 0 0,4 4 0 0 0,-4-5-11 0 0,0 0-1 0 0,0 0 0 0 0,0 0 0 0 0,0-1 0 0 0,0 1 0 0 0,0-1 0 0 0,0 1 0 0 0,0-1 0 0 0,0 1 0 0 0,0-1 0 0 0,1 1 0 0 0,-1-1 0 0 0,0 0 1 0 0,0 0-1 0 0,0 0 0 0 0,1 0 0 0 0,-1 1 0 0 0,0-2 0 0 0,0 1 0 0 0,1 0 0 0 0,-1 0 0 0 0,0 0 0 0 0,0-1 0 0 0,0 1 0 0 0,1 0 0 0 0,-1-1 1 0 0,0 1-1 0 0,0-1 0 0 0,0 1 0 0 0,0-1 0 0 0,0 0 0 0 0,0 0 0 0 0,0 1 0 0 0,1-2 0 0 0,1-1-9 0 0,-1 1-1 0 0,0 0 0 0 0,-1 0 1 0 0,1-1-1 0 0,0 1 1 0 0,-1-1-1 0 0,1 0 1 0 0,-1 1-1 0 0,0-1 1 0 0,0 0-1 0 0,0 0 0 0 0,1-5 1 0 0,-1 2-75 0 0,-1 0 0 0 0,-1 1-1 0 0,1-1 1 0 0,-1 0 0 0 0,0 0 0 0 0,0 1 0 0 0,0-1 0 0 0,-1 1-1 0 0,0-1 1 0 0,0 1 0 0 0,-1 0 0 0 0,-2-6 0 0 0,4 10 27 0 0,0-1 0 0 0,1 1 1 0 0,-1 0-1 0 0,0 0 0 0 0,0-1 1 0 0,0 1-1 0 0,0 0 0 0 0,0 0 0 0 0,0 0 1 0 0,0 0-1 0 0,0 0 0 0 0,0 0 1 0 0,-1 0-1 0 0,1 0 0 0 0,0 1 1 0 0,-1-1-1 0 0,1 0 0 0 0,0 1 0 0 0,-1-1 1 0 0,1 1-1 0 0,-1 0 0 0 0,1-1 1 0 0,-1 1-1 0 0,1 0 0 0 0,-1 0 1 0 0,1 0-1 0 0,-1 0 0 0 0,1 0 1 0 0,-1 0-1 0 0,1 0 0 0 0,-1 1 0 0 0,1-1 1 0 0,-1 0-1 0 0,1 1 0 0 0,0-1 1 0 0,-1 1-1 0 0,1 0 0 0 0,-1-1 1 0 0,1 1-1 0 0,0 0 0 0 0,0 0 1 0 0,0 0-1 0 0,-1 0 0 0 0,1 0 0 0 0,0 0 1 0 0,0 0-1 0 0,0 0 0 0 0,0 0 1 0 0,-1 3-1 0 0,1-3 67 0 0,-1 1 1 0 0,1-1 0 0 0,-1 1-1 0 0,1-1 1 0 0,0 1-1 0 0,-1 0 1 0 0,1 0-1 0 0,0-1 1 0 0,0 1-1 0 0,1 0 1 0 0,-1 0-1 0 0,0 0 1 0 0,0 0-1 0 0,1 0 1 0 0,-1 0 0 0 0,1 0-1 0 0,0 0 1 0 0,0 0-1 0 0,0 0 1 0 0,0 3-1 0 0,1-2 194 0 0,0-1-1 0 0,0 0 1 0 0,1 0-1 0 0,-1 0 1 0 0,0 0-1 0 0,1-1 1 0 0,0 1-1 0 0,-1 0 1 0 0,1-1 0 0 0,0 1-1 0 0,0-1 1 0 0,0 1-1 0 0,0-1 1 0 0,0 0-1 0 0,0 0 1 0 0,1 0-1 0 0,3 1 1 0 0,-2 0 207 0 0,24 9 600 0 0,-27-10-984 0 0,-1-1 0 0 0,1 0 0 0 0,-1 1 1 0 0,1-1-1 0 0,0 0 0 0 0,-1 0 0 0 0,1 0 0 0 0,0 1 0 0 0,-1-1 0 0 0,1 0 1 0 0,0 0-1 0 0,-1 0 0 0 0,1 0 0 0 0,0 0 0 0 0,-1 0 0 0 0,1 0 0 0 0,0 0 1 0 0,-1-1-1 0 0,1 1 0 0 0,0 0 0 0 0,-1 0 0 0 0,1 0 0 0 0,-1-1 0 0 0,1 1 0 0 0,0 0 1 0 0,-1-1-1 0 0,1 1 0 0 0,-1-1 0 0 0,1 1 0 0 0,-1 0 0 0 0,1-1 0 0 0,-1 1 1 0 0,1-1-1 0 0,0 0 0 0 0,-1-2 38 0 0,0 1 1 0 0,0 0 0 0 0,0 0 0 0 0,0 0-1 0 0,0 0 1 0 0,-1 0 0 0 0,1 0-1 0 0,-1 0 1 0 0,1 0 0 0 0,-1 0-1 0 0,0 0 1 0 0,0 0 0 0 0,1 0-1 0 0,-1 0 1 0 0,-1 1 0 0 0,1-1-1 0 0,0 0 1 0 0,0 1 0 0 0,-1-1-1 0 0,1 0 1 0 0,-1 1 0 0 0,1 0-1 0 0,-1-1 1 0 0,1 1 0 0 0,-1 0-1 0 0,0 0 1 0 0,-2-1 0 0 0,3 1-54 0 0,-1 0 1 0 0,1 0-1 0 0,0 1 1 0 0,-1-1-1 0 0,1 0 1 0 0,-1 1-1 0 0,1-1 0 0 0,-1 1 1 0 0,1 0-1 0 0,-1 0 1 0 0,1-1-1 0 0,-1 1 1 0 0,1 0-1 0 0,-1 0 1 0 0,1 0-1 0 0,-1 0 1 0 0,1 1-1 0 0,-1-1 1 0 0,1 0-1 0 0,-1 1 1 0 0,1-1-1 0 0,-1 1 1 0 0,1-1-1 0 0,0 1 0 0 0,-1 0 1 0 0,1-1-1 0 0,0 1 1 0 0,0 0-1 0 0,-1 0 1 0 0,1 0-1 0 0,0 0 1 0 0,0 0-1 0 0,0 0 1 0 0,0 0-1 0 0,0 1 1 0 0,0-1-1 0 0,-1 2 1 0 0,1 0-112 0 0,0 0 1 0 0,0-1 0 0 0,0 1-1 0 0,0 0 1 0 0,0-1 0 0 0,0 1-1 0 0,1 0 1 0 0,-1 0 0 0 0,1 0 0 0 0,0 4-1 0 0,1-2-2032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1119 3681 0 0,'0'0'50'0'0,"0"1"0"0"0,0-1 0 0 0,0 0 0 0 0,0 1 0 0 0,0-1 0 0 0,0 1 0 0 0,1-1 0 0 0,-1 0 0 0 0,0 1 0 0 0,0-1 0 0 0,0 1 1 0 0,0-1-1 0 0,0 0 0 0 0,1 1 0 0 0,-1-1 0 0 0,0 0 0 0 0,0 1 0 0 0,1-1 0 0 0,-1 0 0 0 0,0 0 0 0 0,0 1 0 0 0,1-1 0 0 0,-1 0 0 0 0,0 0 0 0 0,1 1 0 0 0,-1-1 0 0 0,0 0 1 0 0,1 0-1 0 0,-1 0 0 0 0,1 0 0 0 0,-1 0 0 0 0,1 1 0 0 0,16-3 1131 0 0,-15 1-1032 0 0,1 1 0 0 0,-1-1 1 0 0,0 0-1 0 0,0 0 1 0 0,0 0-1 0 0,0 0 1 0 0,0-1-1 0 0,0 1 1 0 0,0-1-1 0 0,-1 1 0 0 0,1-1 1 0 0,0 1-1 0 0,1-3 1 0 0,1-6 122 0 0,-1 0 0 0 0,0 0 1 0 0,-1 0-1 0 0,0 0 0 0 0,0 0 1 0 0,-1 0-1 0 0,-1-1 0 0 0,0 1 0 0 0,0 0 1 0 0,-1 0-1 0 0,0-1 0 0 0,-1 1 0 0 0,0 0 1 0 0,0 0-1 0 0,-1 0 0 0 0,-1 1 1 0 0,-6-16-1 0 0,3 9-144 0 0,2 0 1 0 0,0-1 0 0 0,0 0-1 0 0,-2-30 1 0 0,-1 2 85 0 0,3 22 0 0 0,-22-132 606 0 0,24 131-690 0 0,2 1 0 0 0,1 0 0 0 0,1-1 1 0 0,6-40-1 0 0,4 14-3 0 0,-3-1 1 0 0,-2 0-1 0 0,-2 0 1 0 0,-4-84-1 0 0,-7 87-1650 0 0,6 40-656 0 0,1 7 2045 0 0,0-1 1 0 0,0 1-1 0 0,0 0 0 0 0,-1-1 1 0 0,1 1-1 0 0,0 0 0 0 0,1-1 0 0 0,-1 1 1 0 0,0 0-1 0 0,0 0 0 0 0,0-1 1 0 0,1 1-1 0 0,-1 0 0 0 0,1-2 0 0 0,1 0-690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314 186 3745 0 0,'3'-3'158'0'0,"0"0"0"0"0,0 0 0 0 0,-1-1 0 0 0,1 1 1 0 0,-1-1-1 0 0,0 0 0 0 0,0 1 0 0 0,0-1 0 0 0,0 0 0 0 0,-1 0 0 0 0,2-5 1 0 0,-10 13 745 0 0,1 1 1 0 0,-1 0-1 0 0,-9 11 1 0 0,-64 72-1364 0 0,-25 24-244 0 0,65-75 1419 0 0,-40 34 434 0 0,106-120-993 0 0,134-146 957 0 0,-95 118-1089 0 0,-28 27 86 0 0,-31 39 115 0 0,2 0 1 0 0,-1 0-1 0 0,1 1 1 0 0,1 0 0 0 0,-1 1-1 0 0,2 0 1 0 0,-1 0-1 0 0,1 1 1 0 0,13-9 0 0 0,-23 23 99 0 0,0 0 0 0 0,1 1 0 0 0,-1-2-1 0 0,1 1 1 0 0,1 0 0 0 0,2 11 0 0 0,8 6 4 0 0,0 0 0 0 0,2 0 0 0 0,29 37 0 0 0,7 12-469 0 0,-38-54 41 0 0,46 69-293 0 0,-51-77 268 0 0,1-1-1 0 0,0 0 1 0 0,0-1 0 0 0,1 0-1 0 0,0 0 1 0 0,16 10-1 0 0,-3-10-981 0 0,-12-6 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8 183 2304 0 0,'-1'-1'197'0'0,"0"0"0"0"0,0-1-1 0 0,0 1 1 0 0,1-1-1 0 0,-1 1 1 0 0,0-1 0 0 0,1 1-1 0 0,-1-1 1 0 0,1 1-1 0 0,0-1 1 0 0,-1 0 0 0 0,1 1-1 0 0,0-1 1 0 0,0 1-1 0 0,0-1 1 0 0,0 0 0 0 0,0 1-1 0 0,1-1 1 0 0,-1 1-1 0 0,0-1 1 0 0,1 0-1 0 0,-1 1 1 0 0,1-1 0 0 0,0 1-1 0 0,-1-1 1 0 0,1 1-1 0 0,0 0 1 0 0,0-1 0 0 0,0 1-1 0 0,0 0 1 0 0,0 0-1 0 0,0-1 1 0 0,2 0 0 0 0,5-8 401 0 0,1 1 1 0 0,0 1 0 0 0,11-9 0 0 0,-16 14-415 0 0,5-5 30 0 0,12-9 165 0 0,30-19 1 0 0,-45 32-813 0 0,1 1 0 0 0,-1-1 0 0 0,1 1 0 0 0,0 1 0 0 0,12-4 0 0 0,-6 4-3253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3225 0 0,'2'-3'316'0'0,"1"0"0"0"0,-1 0 1 0 0,1 1-1 0 0,-1-1 1 0 0,1 0-1 0 0,0 1 0 0 0,0 0 1 0 0,6-5-1 0 0,0 1-43 0 0,6-8-247 0 0,1 1 0 0 0,1 1 0 0 0,0 0-1 0 0,0 2 1 0 0,1 0 0 0 0,0 1 0 0 0,1 0 0 0 0,33-9-1 0 0,-39 15-25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59 2304 0 0,'-1'-1'98'0'0,"1"0"0"0"0,0 0 0 0 0,0 0 0 0 0,-1 0 0 0 0,1 0 0 0 0,0 0 0 0 0,0 0 0 0 0,0-1 0 0 0,0 1 0 0 0,0 0 0 0 0,1 0 0 0 0,-1 0 0 0 0,0 0 0 0 0,0 0 0 0 0,1 0 0 0 0,-1 0 0 0 0,0 0-1 0 0,1 0 1 0 0,-1 0 0 0 0,1 0 0 0 0,0 0 0 0 0,-1 1 0 0 0,2-2 0 0 0,15-21 1636 0 0,-15 22-1596 0 0,-1-1 0 0 0,1 1-1 0 0,0 0 1 0 0,-1 0-1 0 0,1 0 1 0 0,0 1 0 0 0,0-1-1 0 0,0 0 1 0 0,-1 1-1 0 0,1-1 1 0 0,0 1-1 0 0,0 0 1 0 0,0-1 0 0 0,0 1-1 0 0,0 0 1 0 0,0 0-1 0 0,0 0 1 0 0,0 1 0 0 0,0-1-1 0 0,0 0 1 0 0,0 1-1 0 0,0-1 1 0 0,0 1 0 0 0,0 0-1 0 0,0-1 1 0 0,-1 1-1 0 0,1 0 1 0 0,0 0-1 0 0,-1 0 1 0 0,1 1 0 0 0,0-1-1 0 0,-1 0 1 0 0,0 1-1 0 0,1-1 1 0 0,1 3 0 0 0,6 6 202 0 0,0 0 1 0 0,-1 0 0 0 0,14 23-1 0 0,10 27 397 0 0,-3 1-1 0 0,39 115 1 0 0,-3-5-225 0 0,-54-146-494 0 0,39 94-118 0 0,5-2 1 0 0,83 130-1 0 0,-127-230-1447 0 0,-9-9 231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 3225 0 0,'7'-20'559'0'0,"1"0"0"0"0,0 0 1 0 0,2 1-1 0 0,0 1 1 0 0,1-1-1 0 0,1 2 1 0 0,0-1-1 0 0,2 2 0 0 0,0 0 1 0 0,0 0-1 0 0,2 2 1 0 0,31-25-1 0 0,-41 35-755 0 0,0 0 1 0 0,0 0-1 0 0,0 1 1 0 0,0-1-1 0 0,1 1 0 0 0,-1 1 1 0 0,1-1-1 0 0,0 1 1 0 0,-1 0-1 0 0,1 1 1 0 0,0 0-1 0 0,14-1 0 0 0,-16 2-64 0 0,-1 1 0 0 0,1 0-1 0 0,-1-1 1 0 0,0 2-1 0 0,1-1 1 0 0,-1 0 0 0 0,0 1-1 0 0,0 0 1 0 0,0 0 0 0 0,0 0-1 0 0,0 0 1 0 0,0 1-1 0 0,0 0 1 0 0,-1 0 0 0 0,0 0-1 0 0,1 0 1 0 0,-1 0-1 0 0,0 1 1 0 0,0-1 0 0 0,-1 1-1 0 0,4 5 1 0 0,-3-4 265 0 0,0 1-1 0 0,0-1 1 0 0,-1 1 0 0 0,0 0 0 0 0,0 0 0 0 0,0 0 0 0 0,1 9-1 0 0,1 21 77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5065 0 0,'1'-5'194'0'0,"1"1"1"0"0,0-1-1 0 0,0 1 0 0 0,1 0 1 0 0,-1 0-1 0 0,1 0 0 0 0,0 0 1 0 0,0 0-1 0 0,4-3 0 0 0,37-34 1521 0 0,-22 23-923 0 0,0-4 7 0 0,38-32 82 0 0,-53 49-1395 0 0,-1 0-1 0 0,1 1 1 0 0,1 0 0 0 0,-1 0 0 0 0,1 0 0 0 0,-1 1 0 0 0,12-3 0 0 0,-6 3-799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 4609 0 0,'-1'-2'1239'0'0,"-3"6"-311"0"0,-13 14 206 0 0,-18 27-282 0 0,23-25-596 0 0,-39 68 122 0 0,46-78-201 0 0,0 0 1 0 0,1 1 0 0 0,1-1-1 0 0,-1 1 1 0 0,2-1 0 0 0,-4 22 0 0 0,6-31-118 0 0,0 1 1 0 0,0 0-1 0 0,0 0 0 0 0,1 0 1 0 0,-1 0-1 0 0,0-1 1 0 0,0 1-1 0 0,1 0 1 0 0,0 0-1 0 0,-1 0 1 0 0,1-1-1 0 0,0 1 1 0 0,-1 0-1 0 0,1-1 0 0 0,0 1 1 0 0,0-1-1 0 0,1 1 1 0 0,-1-1-1 0 0,2 3 1 0 0,0-2-3 0 0,0 0 1 0 0,0 0 0 0 0,0-1-1 0 0,0 1 1 0 0,0-1 0 0 0,0 1-1 0 0,1-1 1 0 0,-1 0-1 0 0,7 1 1 0 0,5 0 49 0 0,1-1 0 0 0,0 0 0 0 0,26-3 0 0 0,-34 2-43 0 0,6-2 40 0 0,-1 2 0 0 0,1 0 0 0 0,0 1 0 0 0,0 0 0 0 0,-1 1 0 0 0,1 1-1 0 0,-1 0 1 0 0,0 0 0 0 0,0 2 0 0 0,0-1 0 0 0,0 2 0 0 0,-1 0 0 0 0,1 0 0 0 0,21 16 0 0 0,-33-20-60 0 0,1-1 1 0 0,-1 0-1 0 0,0 1 1 0 0,0-1-1 0 0,1 1 1 0 0,-1-1-1 0 0,0 1 1 0 0,0 0 0 0 0,0-1-1 0 0,-1 1 1 0 0,1 0-1 0 0,0 0 1 0 0,-1-1-1 0 0,1 1 1 0 0,-1 0-1 0 0,0 0 1 0 0,1 0-1 0 0,-1 0 1 0 0,0 0-1 0 0,0 0 1 0 0,0 0-1 0 0,0 0 1 0 0,-1 0-1 0 0,1-1 1 0 0,0 1 0 0 0,-1 0-1 0 0,0 0 1 0 0,1 0-1 0 0,-1 0 1 0 0,0-1-1 0 0,0 1 1 0 0,0 0-1 0 0,0-1 1 0 0,0 1-1 0 0,0-1 1 0 0,0 1-1 0 0,-1-1 1 0 0,-2 3-1 0 0,-6 7 216 0 0,-1-1 0 0 0,-1 0 1 0 0,-24 16-1 0 0,25-18-94 0 0,-109 64 19 0 0,93-57-1343 0 0,3-1-4795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11 398 2761 0 0,'-1'-2'103'0'0,"-1"0"1"0"0,1 0 0 0 0,0 0 0 0 0,0 0 0 0 0,0 0 0 0 0,0 0-1 0 0,1 0 1 0 0,-1-1 0 0 0,0 1 0 0 0,1 0 0 0 0,0 0-1 0 0,-1-1 1 0 0,1 1 0 0 0,0 0 0 0 0,0-1 0 0 0,1 1 0 0 0,-1 0-1 0 0,0 0 1 0 0,1-1 0 0 0,-1 1 0 0 0,1 0 0 0 0,0 0 0 0 0,-1-1-1 0 0,1 1 1 0 0,0 0 0 0 0,0 0 0 0 0,1 0 0 0 0,1-3 0 0 0,2-3 83 0 0,1 0 0 0 0,-1 1 1 0 0,1 0-1 0 0,1 0 1 0 0,13-13-1 0 0,5 1 375 0 0,2 2 0 0 0,0 0 1 0 0,0 2-1 0 0,2 0 0 0 0,0 2 0 0 0,0 2 0 0 0,58-16 0 0 0,7 8-473 0 0,121-10-1 0 0,-23 5 42 0 0,300-37 385 0 0,-485 60-495 0 0,92-6 420 0 0,139 7 0 0 0,98 26 608 0 0,-205-12-551 0 0,217 12 164 0 0,190 9 471 0 0,-426-26-1037 0 0,-82-7-914 0 0,0 1 1 0 0,0 2 0 0 0,0 0 0 0 0,0 2 0 0 0,35 14-1 0 0,-59-18-233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 2040 0 0,'-11'1'442'0'0,"6"0"-9"0"0,0-1 0 0 0,1 0 0 0 0,-1 1 0 0 0,0 0-1 0 0,1 0 1 0 0,-1 0 0 0 0,1 1 0 0 0,-1 0 0 0 0,1 0 0 0 0,0 0-1 0 0,-8 5 1 0 0,12-6-400 0 0,0-1 0 0 0,0 1 0 0 0,0 0 0 0 0,0 0 0 0 0,0 0 0 0 0,0-1 0 0 0,0 1 0 0 0,0 0 0 0 0,0 0 0 0 0,0 0-1 0 0,1-1 1 0 0,-1 1 0 0 0,0 0 0 0 0,0 0 0 0 0,1-1 0 0 0,-1 1 0 0 0,1 0 0 0 0,-1 0 0 0 0,1-1 0 0 0,-1 1 0 0 0,1-1 0 0 0,-1 1 0 0 0,1 0-1 0 0,-1-1 1 0 0,1 1 0 0 0,0-1 0 0 0,-1 1 0 0 0,1-1 0 0 0,0 0 0 0 0,0 1 0 0 0,-1-1 0 0 0,2 1 0 0 0,27 14 764 0 0,-27-14-676 0 0,23 11 261 0 0,-1-2 1 0 0,2 0-1 0 0,50 11 0 0 0,-55-16-208 0 0,0 1-1 0 0,-1 1 0 0 0,21 11 0 0 0,22 7 671 0 0,-62-24-825 0 0,0-1 1 0 0,-1 0-1 0 0,1 1 1 0 0,0-1-1 0 0,-1 1 1 0 0,1-1 0 0 0,0 1-1 0 0,-1-1 1 0 0,1 1-1 0 0,-1-1 1 0 0,1 1-1 0 0,-1 0 1 0 0,1-1-1 0 0,-1 1 1 0 0,0 0 0 0 0,1-1-1 0 0,-1 1 1 0 0,0 0-1 0 0,1 0 1 0 0,-1-1-1 0 0,0 1 1 0 0,0 0-1 0 0,0 0 1 0 0,0-1 0 0 0,0 1-1 0 0,0 0 1 0 0,0 0-1 0 0,0 0 1 0 0,0-1-1 0 0,0 1 1 0 0,0 0-1 0 0,0 0 1 0 0,-1-1 0 0 0,1 1-1 0 0,0 0 1 0 0,0 0-1 0 0,-1-1 1 0 0,1 1-1 0 0,-1 0 1 0 0,0 0-1 0 0,-16 28 804 0 0,-2-9-431 0 0,0-1 0 0 0,0-1 0 0 0,-2-1 0 0 0,-28 18 0 0 0,-15 14 329 0 0,-90 81 143 0 0,127-105-2158 0 0,15-11 59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7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1840 0 0,'23'-11'391'0'0,"1"0"0"0"0,1 2 0 0 0,0 0-1 0 0,39-7 1 0 0,233-35 896 0 0,-161 32-71 0 0,112-5-214 0 0,10-1-330 0 0,-185 15-286 0 0,103 0 0 0 0,74 14-200 0 0,-190-2-225 0 0,12 4 59 0 0,-1 3 0 0 0,104 27 0 0 0,-102-18 190 0 0,1-4 0 0 0,87 6 1 0 0,182-19 3800 0 0,-114-17-5420 0 0,-209 15 1721 0 0,0 1 1 0 0,0 1-1 0 0,36 6 0 0 0,-31-3-1036 0 0,38 1-1 0 0,-49-9-641 0 0,-16-4 261 0 0,-21-10-713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58 2761 0 0,'-7'-22'2653'0'0,"7"21"-2551"0"0,0-1 0 0 0,0 1-1 0 0,0 0 1 0 0,0-1 0 0 0,-1 1 0 0 0,1 0-1 0 0,0 0 1 0 0,-1-1 0 0 0,1 1-1 0 0,-1 0 1 0 0,1 0 0 0 0,-1 0-1 0 0,0-1 1 0 0,1 1 0 0 0,-1 0-1 0 0,0 0 1 0 0,0 0 0 0 0,0 0 0 0 0,0 0-1 0 0,0 0 1 0 0,0 1 0 0 0,0-1-1 0 0,0 0 1 0 0,0 0 0 0 0,0 1-1 0 0,-1-1 1 0 0,1 1 0 0 0,0-1-1 0 0,0 1 1 0 0,-1-1 0 0 0,-1 1 0 0 0,-41-5 1206 0 0,55 10 2865 0 0,11 10-4278 0 0,-13-8 623 0 0,3 1-373 0 0,120 76-64 0 0,-114-74-139 0 0,1-1 0 0 0,0-1 0 0 0,1-1 0 0 0,0-1-1 0 0,30 6 1 0 0,-22-8 273 0 0,-1-2 0 0 0,33-1-1 0 0,-45-1 219 0 0,-19 1-199 0 0,1 1 0 0 0,0-1 1 0 0,-1 1-1 0 0,1 0 0 0 0,0 0 0 0 0,0 0 1 0 0,-6 5-1 0 0,-4 3 75 0 0,-13 6-9 0 0,-132 87 1058 0 0,133-84-1395 0 0,1 1-1 0 0,1 1 1 0 0,1 1-1 0 0,-22 27 1 0 0,-23 38-2768 0 0,-57 98 1 0 0,94-136-2252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8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2345 5529 0 0,'-2'-2'12'0'0,"0"-1"0"0"0,0 1 0 0 0,0-1 0 0 0,0 0 0 0 0,0 0 0 0 0,0 0 0 0 0,1 0 0 0 0,0 0 0 0 0,-1 0 0 0 0,1-1 0 0 0,0 1 0 0 0,1 0-1 0 0,-1-1 1 0 0,0 1 0 0 0,1-7 0 0 0,-7-24 325 0 0,-1 17 38 0 0,8 16-318 0 0,-1 1-1 0 0,1-1 1 0 0,-1 0-1 0 0,1 0 0 0 0,-1 0 1 0 0,1 0-1 0 0,-1 0 1 0 0,1 0-1 0 0,0 1 1 0 0,0-1-1 0 0,-1 0 0 0 0,1 0 1 0 0,0 0-1 0 0,0 0 1 0 0,0 0-1 0 0,0 0 1 0 0,0 0-1 0 0,0 0 0 0 0,0 0 1 0 0,0 0-1 0 0,1 0 1 0 0,-1 0-1 0 0,0 0 1 0 0,1 0-1 0 0,-1 0 0 0 0,0 0 1 0 0,1 0-1 0 0,-1 0 1 0 0,1 1-1 0 0,0-1 1 0 0,-1 0-1 0 0,1 0 0 0 0,0 1 1 0 0,-1-1-1 0 0,1 0 1 0 0,0 1-1 0 0,1-2 1 0 0,3-3-4 0 0,1 0 0 0 0,0 0 0 0 0,0 0 0 0 0,1 1 0 0 0,-1 0 0 0 0,1 0 0 0 0,0 1 0 0 0,0 0 0 0 0,0 0 0 0 0,10-2 0 0 0,13-3 224 0 0,37-4 0 0 0,-35 7-109 0 0,470-106-641 0 0,-172 5-291 0 0,-156 46 948 0 0,541-156 622 0 0,-567 173-970 0 0,4 1 1 0 0,155-49-391 0 0,-83 18-45 0 0,130-47-571 0 0,555-172 498 0 0,-514 175 574 0 0,334-98-306 0 0,-698 206 402 0 0,369-125 544 0 0,134-38 509 0 0,-192 63-53 0 0,4-1-520 0 0,-230 76-533 0 0,91-24 1494 0 0,-165 50-2938 0 0,56-5 0 0 0,-88 13-1636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244 355 1840 0 0,'-1'-16'-36'0'0,"0"1"-1"0"0,-2-1 0 0 0,0 0 1 0 0,0 1-1 0 0,-2-1 1 0 0,0 1-1 0 0,-1 0 0 0 0,0 1 1 0 0,-1-1-1 0 0,0 1 0 0 0,-2 1 1 0 0,1 0-1 0 0,-2 0 0 0 0,0 0 1 0 0,0 1-1 0 0,-1 1 1 0 0,-1-1-1 0 0,-16-11 0 0 0,-6-8 243 0 0,24 21 11 0 0,-1 0 0 0 0,-32-16 4365 0 0,43 26-4478 0 0,-1 13 1472 0 0,10 22-1572 0 0,-7-29 388 0 0,102 311 487 0 0,2 2-590 0 0,59 434-1161 0 0,-96-408-184 0 0,-55-277 1045 0 0,3-2 0 0 0,3 0 0 0 0,3-1 0 0 0,3-1 0 0 0,2-2 0 0 0,43 71 1 0 0,-53-105 38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8962 303 5529 0 0,'1'-5'-34'0'0,"0"0"-1"0"0,0 0 0 0 0,0 0 1 0 0,1 0-1 0 0,0 0 1 0 0,0 0-1 0 0,0 1 1 0 0,1-1-1 0 0,-1 1 0 0 0,1-1 1 0 0,0 1-1 0 0,0 0 1 0 0,1 0-1 0 0,-1 1 1 0 0,1-1-1 0 0,0 1 0 0 0,6-5 1 0 0,1-2-196 0 0,-2 2 32 0 0,-1 1-204 0 0,0 0 0 0 0,0-1-1 0 0,13-18 1 0 0,-20 25 359 0 0,0 0 0 0 0,0-1 0 0 0,0 1-1 0 0,0 0 1 0 0,0-1 0 0 0,-1 1 0 0 0,1 0 0 0 0,0-1-1 0 0,-1 1 1 0 0,1-1 0 0 0,-1 1 0 0 0,0-1-1 0 0,1 1 1 0 0,-1-1 0 0 0,0 1 0 0 0,0-1-1 0 0,0 1 1 0 0,0-1 0 0 0,0 0 0 0 0,-1 1 0 0 0,1-1-1 0 0,0 1 1 0 0,-1-1 0 0 0,1 1 0 0 0,-1-1-1 0 0,1 1 1 0 0,-1 0 0 0 0,0-1 0 0 0,1 1 0 0 0,-1 0-1 0 0,0-1 1 0 0,0 1 0 0 0,0 0 0 0 0,0 0-1 0 0,0 0 1 0 0,-2-1 0 0 0,-12-9 515 0 0,-1 1 1 0 0,0 1-1 0 0,0 0 1 0 0,-1 1 0 0 0,0 1-1 0 0,-1 1 1 0 0,-22-6-1 0 0,0 3 244 0 0,1 2-1 0 0,-53-3 1 0 0,-30 6-369 0 0,-148 14 0 0 0,-122 32-1182 0 0,376-40 804 0 0,-737 116 375 0 0,-572 122 325 0 0,-13 56 734 0 0,812-169-1043 0 0,57-15-264 0 0,-161 43-64 0 0,-1 51 3 0 0,409-129-6 0 0,-436 181 66 0 0,507-194-384 0 0,-182 74-269 0 0,-84 13 2336 0 0,184-51-1815 0 0,31-11-2153 0 0,148-70-2326 0 0,49-18 2656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50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0 920 0 0,'3'3'479'0'0,"-1"0"0"0"0,1 1 0 0 0,-1-1 0 0 0,0 1-1 0 0,0-1 1 0 0,0 1 0 0 0,1 4 0 0 0,-2-6-360 0 0,-1 0 1 0 0,1 0-1 0 0,0 0 1 0 0,0 0-1 0 0,0 0 1 0 0,0-1-1 0 0,0 1 0 0 0,0 0 1 0 0,0 0-1 0 0,0-1 1 0 0,1 1-1 0 0,-1-1 1 0 0,0 1-1 0 0,1-1 1 0 0,0 0-1 0 0,-1 0 0 0 0,1 1 1 0 0,0-1-1 0 0,-1 0 1 0 0,1-1-1 0 0,0 1 1 0 0,0 0-1 0 0,3 1 1 0 0,8 1 241 0 0,1 1 1 0 0,-1 0 0 0 0,0 2-1 0 0,0-1 1 0 0,-1 2 0 0 0,0-1-1 0 0,0 2 1 0 0,0-1 0 0 0,-1 2-1 0 0,13 12 1 0 0,12 14-457 0 0,48 63 0 0 0,-53-61-109 0 0,44 44-1 0 0,-41-51 171 0 0,-3-3 106 0 0,-1 0-1 0 0,-1 2 1 0 0,-2 2-1 0 0,-1 0 0 0 0,26 41 1 0 0,7 32-11 0 0,-31-51-164 0 0,2 0 0 0 0,3-2-1 0 0,2-2 1 0 0,48 53 0 0 0,111 72-992 0 0,-124-116 1258 0 0,94 102 0 0 0,-123-112-152 0 0,-10-10-12 0 0,49 44 1 0 0,8-9 169 0 0,28 26 354 0 0,-103-85-451 0 0,0 0-1 0 0,0 1 1 0 0,-1 1 0 0 0,-1 0-1 0 0,17 33 1 0 0,-9-12 260 0 0,2-1 1 0 0,2-1 0 0 0,2-1-1 0 0,39 44 1 0 0,-42-50-190 0 0,-2 0 1 0 0,31 61-1 0 0,-1-1 1458 0 0,-43-76-1544 0 0,0 0-1 0 0,-1 1 1 0 0,-1 0-1 0 0,0 0 1 0 0,-1 1 0 0 0,0-1-1 0 0,3 21 1 0 0,3 103 606 0 0,-5-51-482 0 0,7 19-669 0 0,-5-65-96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0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1039 7370 0 0,'-37'2'514'0'0,"1"1"1"0"0,-41 10 0 0 0,48-7-185 0 0,-1-1-1 0 0,0-2 1 0 0,0-1 0 0 0,-33-2-1 0 0,62 0-296 0 0,0 1 0 0 0,0-1 0 0 0,0 0 1 0 0,0 0-1 0 0,0 0 0 0 0,-1-1 0 0 0,1 1 0 0 0,0 0 0 0 0,0 0 0 0 0,0-1 0 0 0,0 1 0 0 0,0 0 0 0 0,0-1 0 0 0,0 1 0 0 0,0-1 0 0 0,0 0 0 0 0,0 1 0 0 0,0-1 0 0 0,-1-1 1 0 0,2 1 29 0 0,0 1 1 0 0,0-1-1 0 0,1 0 1 0 0,-1 1-1 0 0,0-1 1 0 0,1 0-1 0 0,-1 1 1 0 0,0-1-1 0 0,1 1 1 0 0,-1-1 0 0 0,1 1-1 0 0,-1-1 1 0 0,1 1-1 0 0,-1-1 1 0 0,1 1-1 0 0,0 0 1 0 0,-1-1-1 0 0,1 1 1 0 0,-1 0-1 0 0,1-1 1 0 0,0 1-1 0 0,0 0 1 0 0,48-18 2125 0 0,-11 10-1894 0 0,1 2 0 0 0,66-3 1 0 0,78 12-213 0 0,-105 1-379 0 0,117-11 0 0 0,212-45-488 0 0,-229 25 796 0 0,193-19 896 0 0,-223 41-604 0 0,153 12 0 0 0,-209-2-293 0 0,142-10-1 0 0,91-29 48 0 0,-263 26-43 0 0,208-27 113 0 0,309-30 171 0 0,-482 63-86 0 0,1 4 0 0 0,142 21 1 0 0,-154-15-74 0 0,0-3 1 0 0,116-10-1 0 0,169-44-105 0 0,-82 2 477 0 0,-65 13-16 0 0,276-35-322 0 0,-165 27-180 0 0,-149 16 3 0 0,246-39-10 0 0,-175 23 6 0 0,-77 15 45 0 0,126-12 117 0 0,0 1-45 0 0,-180 17-125 0 0,364-67-114 0 0,-25 12 1003 0 0,-163 30-324 0 0,254-24-767 0 0,-525 69-2839 0 0,-22 1 235 0 0,6 0-3319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2702 395 2761 0 0,'2'-7'175'0'0,"-1"1"1"0"0,0 0 0 0 0,0 0 0 0 0,-1 0 0 0 0,0-1-1 0 0,0 1 1 0 0,0 0 0 0 0,-1 0 0 0 0,0 0 0 0 0,0-1-1 0 0,-1 1 1 0 0,1 0 0 0 0,-1 0 0 0 0,-1 0 0 0 0,1 1-1 0 0,-1-1 1 0 0,0 1 0 0 0,0-1 0 0 0,-1 1 0 0 0,1 0-1 0 0,-1 0 1 0 0,0 0 0 0 0,-1 1 0 0 0,1 0 0 0 0,-1-1-1 0 0,0 2 1 0 0,-10-8 0 0 0,-9-5 261 0 0,-1 2 1 0 0,0 0-1 0 0,-2 1 1 0 0,1 2-1 0 0,-1 0 1 0 0,-1 2-1 0 0,0 1 0 0 0,-48-7 1 0 0,-49-5 55 0 0,16 2 646 0 0,0 4 1 0 0,-138 0-1 0 0,117 18-1551 0 0,-158 26 0 0 0,233-20 183 0 0,0 2-1 0 0,1 2 1 0 0,1 3 0 0 0,1 2-1 0 0,-77 39 1 0 0,-177 105 450 0 0,275-144-194 0 0,1 1 0 0 0,1 2 0 0 0,0 0 0 0 0,2 2-1 0 0,1 1 1 0 0,-35 44 0 0 0,-119 186-144 0 0,125-171-108 0 0,32-48 168 0 0,1 2 0 0 0,2 0-1 0 0,1 1 1 0 0,2 1 0 0 0,2 0 0 0 0,2 1 0 0 0,2 1 0 0 0,1 0 0 0 0,3 1 0 0 0,1 0 0 0 0,-1 84 0 0 0,8-52 242 0 0,12 85 0 0 0,-7-119-307 0 0,2 1 0 0 0,2-2 0 0 0,24 64 0 0 0,-18-65 97 0 0,2-1 0 0 0,1-1 0 0 0,2 0 0 0 0,2-2 0 0 0,1 0 0 0 0,1-2 0 0 0,2 0 1 0 0,49 44-1 0 0,-19-25-239 0 0,116 79 0 0 0,-133-106 316 0 0,0-1-1 0 0,1-3 0 0 0,1-2 1 0 0,60 20-1 0 0,59 4 65 0 0,170 22 0 0 0,-196-41-128 0 0,-38-6-6 0 0,1-5 0 0 0,126 0 1 0 0,-184-14 153 0 0,-1-3 1 0 0,1-1 0 0 0,-1-1 0 0 0,0-3 0 0 0,-1-1-1 0 0,67-27 1 0 0,-58 17 124 0 0,-2-2 0 0 0,0-3 0 0 0,-2-1 0 0 0,77-61-1 0 0,-62 33-187 0 0,-3-3 0 0 0,92-122 0 0 0,8-10 737 0 0,-60 86-147 0 0,155-223 1 0 0,-198 245-510 0 0,-4-2 1 0 0,53-128 0 0 0,-81 163-6 0 0,37-102 470 0 0,-50 129-457 0 0,-1-1-1 0 0,-1 0 1 0 0,-1 0-1 0 0,1-44 1 0 0,-6 41-46 0 0,-1-1 0 0 0,-2 1-1 0 0,0 0 1 0 0,-2 1 0 0 0,-17-47 0 0 0,-58-112 485 0 0,65 152-396 0 0,0 1 0 0 0,-2 1 0 0 0,-1 1 0 0 0,-34-39 0 0 0,36 48-138 0 0,-2 2 1 0 0,0 0-1 0 0,-1 0 1 0 0,0 2-1 0 0,-2 1 0 0 0,-36-20 1 0 0,-33-5-97 0 0,-2 4 0 0 0,-124-30 0 0 0,144 44-171 0 0,13 3 65 0 0,0 4 1 0 0,-104-13 0 0 0,138 25-299 0 0,0 2 1 0 0,0 0 0 0 0,0 1-1 0 0,0 2 1 0 0,0 1 0 0 0,1 1-1 0 0,-1 1 1 0 0,1 1 0 0 0,-28 12 0 0 0,13 0-3812 0 0,1 1-1142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5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2771 4145 0 0,'0'-1'62'0'0,"0"0"1"0"0,0 1 0 0 0,-1-1-1 0 0,1 0 1 0 0,0 0-1 0 0,0 0 1 0 0,0 1-1 0 0,0-1 1 0 0,0 0 0 0 0,0 0-1 0 0,0 0 1 0 0,0 1-1 0 0,0-1 1 0 0,0 0-1 0 0,1 0 1 0 0,-1 0 0 0 0,0 1-1 0 0,0-1 1 0 0,1 0-1 0 0,-1 0 1 0 0,1 0-1 0 0,11-27 1258 0 0,55-72 2397 0 0,114-130 0 0 0,-147 189-3294 0 0,318-358 674 0 0,-193 225-1081 0 0,88-83-75 0 0,72-83 646 0 0,35-49 1201 0 0,-162 184-1471 0 0,27 0-330 0 0,-106 105-182 0 0,70-57-16 0 0,-150 132 293 0 0,1 2 1 0 0,1 1 0 0 0,69-32 0 0 0,-89 51-1168 0 0,-34 31-5760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219 114 1376 0 0,'-6'0'74'0'0,"0"0"0"0"0,-1 0 0 0 0,1 1-1 0 0,0 0 1 0 0,0 0 0 0 0,0 0 0 0 0,1 1-1 0 0,-1 0 1 0 0,0 0 0 0 0,0 0 0 0 0,1 1-1 0 0,0 0 1 0 0,-1 0 0 0 0,-5 4 0 0 0,-10 9-20 0 0,1 1 0 0 0,-19 20 0 0 0,6-5 1098 0 0,32-32-1039 0 0,0 1 1 0 0,0-1-1 0 0,0 1 1 0 0,0-1-1 0 0,1 1 1 0 0,-1 0-1 0 0,0-1 1 0 0,1 1-1 0 0,-1 0 1 0 0,1 0-1 0 0,-1 0 1 0 0,0-1-1 0 0,1 1 1 0 0,0 0-1 0 0,-1 0 1 0 0,1 0-1 0 0,0 0 1 0 0,-1 0-1 0 0,1 0 1 0 0,0 0-1 0 0,0 0 1 0 0,0 1-1 0 0,0-1-33 0 0,1-1-1 0 0,0 0 0 0 0,-1 1 0 0 0,1-1 1 0 0,0 0-1 0 0,0 0 0 0 0,0 0 0 0 0,-1 1 1 0 0,1-1-1 0 0,0 0 0 0 0,0 0 0 0 0,0 0 1 0 0,-1 0-1 0 0,1 0 0 0 0,0 0 0 0 0,0-1 1 0 0,0 1-1 0 0,-1 0 0 0 0,1 0 0 0 0,0-1 1 0 0,0 1-1 0 0,-1 0 0 0 0,1-1 0 0 0,0 1 1 0 0,0 0-1 0 0,0-2 0 0 0,169-86 3375 0 0,-44 20-3628 0 0,-120 65 162 0 0,148-66-922 0 0,-134 62 974 0 0,0 0 0 0 0,1 2 1 0 0,-1 0-1 0 0,1 2 0 0 0,41-3 0 0 0,-36 11 1371 0 0,-25-5-1315 0 0,-1 0 1 0 0,1 1-1 0 0,0-1 0 0 0,-1 1 0 0 0,1-1 0 0 0,-1 1 0 0 0,1-1 1 0 0,-1 1-1 0 0,1-1 0 0 0,-1 1 0 0 0,1-1 0 0 0,-1 1 0 0 0,1 0 1 0 0,-1-1-1 0 0,0 1 0 0 0,1 0 0 0 0,-1-1 0 0 0,0 1 0 0 0,1 1 1 0 0,-1 2 147 0 0,-1 0 1 0 0,1 0 0 0 0,-1 0-1 0 0,1 0 1 0 0,-1 0 0 0 0,0-1-1 0 0,-1 1 1 0 0,-2 6 0 0 0,0 0-491 0 0,-2 7 419 0 0,-55 167 918 0 0,52-150-1100 0 0,1 2-1 0 0,2-1 1 0 0,-3 51 0 0 0,8-46-461 0 0,1 5-128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9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106 472 3225 0 0,'-43'-26'2637'0'0,"33"21"-1887"0"0,0-1 0 0 0,0 0-1 0 0,1-1 1 0 0,-12-10-1 0 0,21 17-743 0 0,-1 0 0 0 0,1 0 0 0 0,0 0-1 0 0,0 0 1 0 0,0-1 0 0 0,0 1 0 0 0,0 0 0 0 0,-1 0 0 0 0,1 0-1 0 0,0 0 1 0 0,0 0 0 0 0,0-1 0 0 0,0 1 0 0 0,0 0 0 0 0,0 0-1 0 0,0 0 1 0 0,0 0 0 0 0,-1-1 0 0 0,1 1 0 0 0,0 0 0 0 0,0 0-1 0 0,0 0 1 0 0,0 0 0 0 0,0-1 0 0 0,0 1 0 0 0,0 0 0 0 0,0 0 0 0 0,0 0-1 0 0,0 0 1 0 0,0-1 0 0 0,0 1 0 0 0,0 0 0 0 0,0 0 0 0 0,0 0-1 0 0,1-1 1 0 0,-1 1 0 0 0,0 0 0 0 0,0 0 0 0 0,0 0 0 0 0,0 0-1 0 0,0-1 1 0 0,0 1 0 0 0,0 0 0 0 0,0 0 0 0 0,1 0 0 0 0,-1 0-1 0 0,0 0 1 0 0,13-3 340 0 0,21 3 307 0 0,-30 0-557 0 0,89-1 568 0 0,0-4 0 0 0,174-32 0 0 0,-19 0-968 0 0,1401-84-2699 0 0,-478 16-457 0 0,-623 50 1932 0 0,-214 36 820 0 0,-167 11 127 0 0,257 7-612 0 0,-191 5 1602 0 0,290-13 3310 0 0,6 22-1477 0 0,-157 42-2424 0 0,-360-52 242 0 0,1 1 0 0 0,-1 0 0 0 0,0 0 1 0 0,0 2-1 0 0,-1-1 0 0 0,1 1 0 0 0,-1 1 0 0 0,0 0 0 0 0,-1 1 0 0 0,0 0 0 0 0,17 17 0 0 0,0-5-214 0 0,-17-14-111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0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6875 1 13363 0 0,'-1'3'206'0'0,"1"0"0"0"0,0 1 0 0 0,-1-1 0 0 0,1 0 0 0 0,0 1 0 0 0,1-1 0 0 0,-1 0 0 0 0,1 1 0 0 0,-1-1 0 0 0,1 0 0 0 0,0 0 0 0 0,3 6 0 0 0,21 44 420 0 0,-12-27-356 0 0,38 97-915 0 0,46 170 0 0 0,-68-194 1174 0 0,-4 0 1 0 0,-4 1-1 0 0,12 150 0 0 0,-33-100-1627 0 0,-2-96-165 0 0,2 1-1 0 0,8 54 1 0 0,-2-76 1506 0 0,1-1-1 0 0,2-1 1 0 0,17 44 0 0 0,49 86 1976 0 0,-74-160-2205 0 0,-1 0 0 0 0,1-1 0 0 0,0 1 1 0 0,-1 0-1 0 0,1 0 0 0 0,-1 0 0 0 0,1 0 0 0 0,-1 0 0 0 0,0 0 0 0 0,1 0 0 0 0,-1 0 1 0 0,0 1-1 0 0,0-1 0 0 0,0 0 0 0 0,0 0 0 0 0,0 0 0 0 0,0 0 0 0 0,0 0 0 0 0,0 0 1 0 0,0 0-1 0 0,0 0 0 0 0,-1 0 0 0 0,0 2 0 0 0,0-2 44 0 0,-1 0 0 0 0,1 0 0 0 0,-1 0 0 0 0,1-1 0 0 0,-1 1 1 0 0,0-1-1 0 0,0 1 0 0 0,1-1 0 0 0,-1 1 0 0 0,0-1 0 0 0,0 0 0 0 0,-1 0 0 0 0,-10 2 256 0 0,-161 32 665 0 0,-29 5-1036 0 0,86-24 705 0 0,-174 0 0 0 0,68-22-233 0 0,-159 1-1102 0 0,174 20-444 0 0,-33 2 1241 0 0,-190-21 1560 0 0,-83 2-1745 0 0,-32 34-428 0 0,-42-4 1696 0 0,569-26-1163 0 0,-408 20-394 0 0,224-8 123 0 0,-116 13 270 0 0,-202 63-1971 0 0,337-56 865 0 0,-331 16 0 0 0,187-29 4518 0 0,71-3-4552 0 0,195-11 1167 0 0,1 3 0 0 0,0 2 0 0 0,-76 26 0 0 0,56-16 142 0 0,-78 25-901 0 0,156-45 398 0 0,-14 2-2375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2473 0 0,'10'-13'104'0'0,"-5"4"32"0"0,2 0-136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3225 0 0,'2'-2'-17'0'0,"-1"1"1"0"0,1 0-1 0 0,-1 0 1 0 0,1 0-1 0 0,-1 0 1 0 0,1 0-1 0 0,-1 1 0 0 0,1-1 1 0 0,0 0-1 0 0,-1 1 1 0 0,1-1-1 0 0,3 0 1 0 0,9 3-609 0 0,-14-2 620 0 0,0 1 0 0 0,0-1 0 0 0,1 1 0 0 0,-1-1 0 0 0,0 1 1 0 0,0-1-1 0 0,0 1 0 0 0,0-1 0 0 0,0 1 0 0 0,0 0 0 0 0,0-1 0 0 0,0 1 0 0 0,0-1 0 0 0,0 1 0 0 0,0-1 0 0 0,0 1 0 0 0,0-1 0 0 0,0 1 0 0 0,-1-1 0 0 0,1 1 0 0 0,0 0 0 0 0,0-1 0 0 0,-1 0 1 0 0,1 1-1 0 0,0-1 0 0 0,-1 1 0 0 0,1-1 0 0 0,-1 1 0 0 0,0 1 259 0 0,0 0 0 0 0,1 0-1 0 0,-1 0 1 0 0,0 0 0 0 0,1 0 0 0 0,0 0 0 0 0,-1 0 0 0 0,1 0 0 0 0,0 0 0 0 0,0 0-1 0 0,0 0 1 0 0,0 0 0 0 0,1 0 0 0 0,-1 0 0 0 0,0 0 0 0 0,1 0 0 0 0,-1 0 0 0 0,3 3-1 0 0,20 39 3366 0 0,-5-11-2340 0 0,28 83-872 0 0,-14-37-371 0 0,27 97 1 0 0,19 120-117 0 0,34 134 101 0 0,-65-172 502 0 0,-15-65 2443 0 0,0 59-2532 0 0,-32-250-564 0 0,0 1-1 0 0,1-1 0 0 0,-1 1 0 0 0,1 0 0 0 0,0-1 1 0 0,0 1-1 0 0,0-1 0 0 0,0 0 0 0 0,0 1 0 0 0,3 3 1 0 0,0-3-1024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5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3414 2761 0 0,'-5'17'1126'0'0,"4"-11"-406"0"0,0-16 3575 0 0,-2-335 2620 0 0,1 36-4296 0 0,-27-300-932 0 0,-2-52-2358 0 0,47 1-45 0 0,-2 522 1279 0 0,5-71-240 0 0,-19 183-544 0 0,0 21 178 0 0,-1 0 0 0 0,1-1 0 0 0,0 1 0 0 0,1 0 0 0 0,0-1 0 0 0,-1 1 0 0 0,2 0-1 0 0,-1-1 1 0 0,1 1 0 0 0,-1 0 0 0 0,1 0 0 0 0,1 0 0 0 0,-1 1 0 0 0,5-7 0 0 0,4-6-54 0 0,16-35 0 0 0,-20 39 84 0 0,-8 15-631 0 0,0 1 1 0 0,0-1-1 0 0,0 1 0 0 0,0 0 1 0 0,1 0-1 0 0,-1-1 0 0 0,1 1 1 0 0,0 0-1 0 0,0 5 0 0 0,-8-25-5840 0 0,1-16 4661 0 0,12-13 4015 0 0,-3 38-1675 0 0,0 1 0 0 0,-1-1 0 0 0,0 0 0 0 0,-1 0 0 0 0,0-8 0 0 0,0 13-359 0 0,-1 0 1 0 0,1 0-1 0 0,-1 0 0 0 0,1 0 0 0 0,-1 0 1 0 0,0 1-1 0 0,-1-1 0 0 0,1 0 1 0 0,0 0-1 0 0,-1 1 0 0 0,1-1 0 0 0,-1 1 1 0 0,0-1-1 0 0,0 1 0 0 0,0 0 1 0 0,0-1-1 0 0,0 1 0 0 0,-1 0 0 0 0,1 1 1 0 0,-1-1-1 0 0,1 0 0 0 0,-1 1 1 0 0,-3-2-1 0 0,4 2-89 0 0,0 0 1 0 0,0 1-1 0 0,-1-1 0 0 0,1 1 1 0 0,0 0-1 0 0,0 0 0 0 0,0 0 0 0 0,0 0 1 0 0,0 0-1 0 0,0 0 0 0 0,-1 1 1 0 0,1-1-1 0 0,0 1 0 0 0,0 0 1 0 0,0-1-1 0 0,0 1 0 0 0,0 0 1 0 0,1 0-1 0 0,-1 0 0 0 0,0 0 1 0 0,0 0-1 0 0,0 1 0 0 0,1-1 1 0 0,-1 0-1 0 0,1 1 0 0 0,-1 0 1 0 0,1-1-1 0 0,0 1 0 0 0,-1 0 1 0 0,1-1-1 0 0,0 1 0 0 0,0 0 1 0 0,0 0-1 0 0,0 2 0 0 0,-125 289 419 0 0,120-278-478 0 0,9-23 19 0 0,10-24 63 0 0,-4 14-74 0 0,21-41-33 0 0,3 1-1 0 0,1 1 1 0 0,66-81 0 0 0,-84 119 143 0 0,30-31-92 0 0,-43 47-18 0 0,0 1 0 0 0,0 0 1 0 0,0-1-1 0 0,0 1 0 0 0,0 0 0 0 0,0 0 0 0 0,1 1 0 0 0,-1-1 0 0 0,1 1 0 0 0,-1 0 0 0 0,1-1 0 0 0,0 2 0 0 0,0-1 0 0 0,4 0 0 0 0,-5 1 17 0 0,-1 1 1 0 0,0-1-1 0 0,1 1 0 0 0,-1 0 0 0 0,0 0 0 0 0,0 0 0 0 0,1 0 1 0 0,-1 0-1 0 0,0 0 0 0 0,0 0 0 0 0,0 1 0 0 0,0-1 0 0 0,-1 1 1 0 0,1 0-1 0 0,0 0 0 0 0,-1-1 0 0 0,1 1 0 0 0,-1 0 1 0 0,0 0-1 0 0,1 0 0 0 0,1 5 0 0 0,21 51 846 0 0,-22-50-850 0 0,47 136-2341 0 0,-40-118-3390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48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89 693 1376 0 0,'-1'6'107'0'0,"-1"0"-1"0"0,0 0 0 0 0,0 0 0 0 0,-1 0 1 0 0,1-1-1 0 0,-1 1 0 0 0,-1-1 1 0 0,-3 6-1 0 0,-1 2 98 0 0,1-1 48 0 0,4-5 63 0 0,0-1 0 0 0,-1 1 0 0 0,0-1 1 0 0,0 0-1 0 0,0 0 0 0 0,-1 0 0 0 0,0 0 0 0 0,-11 8 298 0 0,32-45 343 0 0,0 0-902 0 0,1 1-1 0 0,2 0 1 0 0,1 1 0 0 0,1 2 0 0 0,36-37 0 0 0,188-188 175 0 0,-105 106-146 0 0,-113 120-51 0 0,0 0-1 0 0,2 2 1 0 0,44-29 0 0 0,-57 43-1 0 0,1 1 1 0 0,0 0-1 0 0,1 1 0 0 0,-1 0 0 0 0,2 2 0 0 0,-1 0 0 0 0,1 1 1 0 0,28-3-1 0 0,-42 8 1 0 0,0 0 0 0 0,1 0 0 0 0,-1 1 0 0 0,0 0 0 0 0,0 0 0 0 0,0 0 1 0 0,0 1-1 0 0,0 0 0 0 0,0 0 0 0 0,0 0 0 0 0,-1 1 0 0 0,1-1 0 0 0,-1 1 0 0 0,1 0 0 0 0,-1 0 1 0 0,0 1-1 0 0,0-1 0 0 0,-1 1 0 0 0,1 0 0 0 0,-1 0 0 0 0,3 5 0 0 0,9 11 295 0 0,-1 1 1 0 0,22 45-1 0 0,-35-63-292 0 0,52 117 530 0 0,-34-74-321 0 0,2 0 0 0 0,31 50 0 0 0,97 159-13 0 0,-130-214-139 0 0,-14-29-51 0 0,1 1 0 0 0,0-1 0 0 0,1 0 1 0 0,0-1-1 0 0,1 0 0 0 0,0 0 0 0 0,13 14 0 0 0,-3-7-31 0 0,-1 1 0 0 0,-1 1 0 0 0,-1 0 0 0 0,13 25-1 0 0,45 94 66 0 0,-41-75-62 0 0,94 198-13 0 0,90 311 0 0 0,-198-525-46 0 0,42 80 1 0 0,-14-32 7 0 0,-33-70 42 0 0,1 0 0 0 0,1-1 0 0 0,1 0 0 0 0,1-1 0 0 0,39 41 0 0 0,-25-34 7 0 0,2-2-1 0 0,1 0 1 0 0,48 29 0 0 0,-59-41-29 0 0,40 37 0 0 0,-43-35-3 0 0,0-2 0 0 0,35 24 0 0 0,-34-29 21 0 0,0-2-1 0 0,1 0 1 0 0,1-1-1 0 0,45 11 1 0 0,96 8 13 0 0,-156-28 9 0 0,-1 1-1 0 0,1-2 0 0 0,-1 1 1 0 0,1-1-1 0 0,-1 0 0 0 0,0 0 1 0 0,1-1-1 0 0,-1 0 1 0 0,0 0-1 0 0,0-1 0 0 0,0 0 1 0 0,-1 0-1 0 0,1 0 0 0 0,6-6 1 0 0,9-7 262 0 0,-1 0 0 0 0,32-33 0 0 0,-36 31-73 0 0,1 2 0 0 0,38-28 0 0 0,92-35-163 0 0,23-14-16 0 0,-18 2-32 0 0,17-10 0 0 0,-138 77 50 0 0,36-35 1 0 0,-41 34 6 0 0,55-39 1 0 0,33-4 6 0 0,138-59 0 0 0,-216 107-50 0 0,-2-2-1 0 0,0-1 1 0 0,-2-2 0 0 0,-1-2-1 0 0,39-40 1 0 0,71-56 55 0 0,-108 99-99 0 0,1 1-1 0 0,1 2 1 0 0,1 1 0 0 0,57-21 0 0 0,-46 27 80 0 0,1 2 1 0 0,94-9-1 0 0,-15 3 198 0 0,-121 16-223 0 0,1 1 0 0 0,0 0 0 0 0,0 0 0 0 0,0 1 0 0 0,0 0 1 0 0,0 1-1 0 0,0 0 0 0 0,-1 0 0 0 0,1 0 0 0 0,0 1 0 0 0,0 0 0 0 0,-1 1 1 0 0,0 0-1 0 0,1 0 0 0 0,-1 0 0 0 0,0 1 0 0 0,0 0 0 0 0,-1 0 1 0 0,1 1-1 0 0,10 10 0 0 0,206 188 1056 0 0,-181-158-1018 0 0,-2 2-1 0 0,-2 1 0 0 0,-2 2 0 0 0,-3 2 1 0 0,29 57-1 0 0,-28-36 125 0 0,33 98 1 0 0,-21-49-200 0 0,-24-72 12 0 0,52 81 0 0 0,4 9 0 0 0,-63-103 0 0 0,-11-28 0 0 0,-1 1 0 0 0,1-1 0 0 0,1 0 0 0 0,0 0 0 0 0,10 14 0 0 0,-7-12 0 0 0,-2-1 0 0 0,1 1 0 0 0,4 12 0 0 0,9 13 0 0 0,79 165-46 0 0,-53-101 68 0 0,-15-37-22 0 0,3-1 0 0 0,2-2 0 0 0,80 101 0 0 0,-70-108 57 0 0,-14-18-56 0 0,-2 2 1 0 0,-2 1 0 0 0,25 43 0 0 0,75 126 45 0 0,-50-85-16 0 0,-39-65-67 0 0,51 57-1 0 0,-53-69 32 0 0,14 9-10 0 0,38 19-42 0 0,-26-23 65 0 0,-39-29-6 0 0,47 30 0 0 0,-59-45-10 0 0,-1 0 0 0 0,1 0-1 0 0,1-1 1 0 0,-1 0 0 0 0,1-1-1 0 0,24 5 1 0 0,-15-5 33 0 0,1-1 0 0 0,-1-1 1 0 0,0-1-1 0 0,1-1 0 0 0,-1-1 0 0 0,1-1 0 0 0,-1-1 0 0 0,0-1 0 0 0,0 0 0 0 0,-1-2 0 0 0,36-14 1 0 0,27-15 43 0 0,45-23-74 0 0,-96 38-79 0 0,-2-2 0 0 0,0-1 0 0 0,-2-1 0 0 0,52-56 0 0 0,-40 38-94 0 0,51-39-1 0 0,23-14 157 0 0,18-14 419 0 0,-39 46 687 0 0,-92 61-1257 0 0,0 1-1 0 0,1 0 0 0 0,-1 0 0 0 0,1 0 0 0 0,-1 0 0 0 0,1 0 0 0 0,-1 1 0 0 0,1-1 0 0 0,5 0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74 5529 0 0,'7'-22'2623'0'0,"-5"19"-2137"0"0,0-1 0 0 0,-1 1 0 0 0,0-1 0 0 0,1 1 0 0 0,-1-1 0 0 0,-1 0 0 0 0,1 0 1 0 0,-1 1-1 0 0,1-1 0 0 0,-1-7 0 0 0,0 11-419 0 0,0 0 0 0 0,-2-3 1209 0 0,2 3-1209 0 0,0-1 0 0 0,-1 1 1 0 0,1 0-1 0 0,0 0 0 0 0,0 0 0 0 0,0 0 0 0 0,-1 0 0 0 0,1 0 0 0 0,0 0 1 0 0,0 0-1 0 0,0 0 0 0 0,0 0 0 0 0,-1 0 0 0 0,1 0 0 0 0,0 0 0 0 0,0 0 1 0 0,0 0-1 0 0,-1 0 0 0 0,1 0 0 0 0,0 0 0 0 0,0 0 0 0 0,-1 0 1 0 0,-9 8 1469 0 0,-6 10-300 0 0,-3 21-851 0 0,2 1-1 0 0,2 1 1 0 0,-20 82 0 0 0,25-88-329 0 0,8-27-57 0 0,-12 42 1 0 0,-7 60 0 0 0,19-96 1 0 0,0 0-1 0 0,1 0 1 0 0,1 0 0 0 0,0 0 0 0 0,1 0-1 0 0,1 0 1 0 0,0 0 0 0 0,1 0-1 0 0,6 20 1 0 0,-6-28 3 0 0,0 0 0 0 0,0-1-1 0 0,0 1 1 0 0,1-1 0 0 0,0 1-1 0 0,0-1 1 0 0,0 0 0 0 0,0-1-1 0 0,1 1 1 0 0,0-1 0 0 0,0 0-1 0 0,9 6 1 0 0,-5-5-26 0 0,0 0 0 0 0,1-1 0 0 0,-1 0-1 0 0,1 0 1 0 0,0-1 0 0 0,0-1 0 0 0,16 3 0 0 0,-11-3 159 0 0,1-1 1 0 0,0-1 0 0 0,0 0 0 0 0,0-1-1 0 0,-1-1 1 0 0,1 0 0 0 0,-1-2 0 0 0,1 1-1 0 0,-1-2 1 0 0,21-8 0 0 0,-17 2-400 0 0,-1 0 0 0 0,0-2 0 0 0,-1 0 0 0 0,0 0 0 0 0,28-31 0 0 0,-40 38-738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8 6913 0 0,'-48'-4'1265'0'0,"1"0"4165"0"0,53 5-4693 0 0,0-1-1 0 0,-1 1 0 0 0,1 0 1 0 0,0 1-1 0 0,9 3 1 0 0,55 27-159 0 0,-41-17-59 0 0,65 30 79 0 0,1-4-1 0 0,104 29 0 0 0,-153-58-729 0 0,74 11 0 0 0,-47-19-8103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3225 0 0,'0'-2'709'0'0,"0"-1"0"0"0,0 1 0 0 0,0-1 0 0 0,0 1 1 0 0,1-1-1 0 0,-1 1 0 0 0,1-1 0 0 0,0 1 0 0 0,-1-1 0 0 0,1 1 1 0 0,0 0-1 0 0,2-4 0 0 0,-2 5-504 0 0,0 1 0 0 0,0-1 0 0 0,-1 1 0 0 0,1-1 0 0 0,0 1 0 0 0,0-1 0 0 0,0 1 0 0 0,0 0 0 0 0,0-1 1 0 0,0 1-1 0 0,0 0 0 0 0,0 0 0 0 0,0 0 0 0 0,0 0 0 0 0,0 0 0 0 0,0 0 0 0 0,0 0 0 0 0,0 0 0 0 0,0 0 0 0 0,0 1 0 0 0,0-1 0 0 0,0 0 0 0 0,0 1 0 0 0,0-1 0 0 0,0 0 0 0 0,0 1 0 0 0,0-1 0 0 0,0 1 1 0 0,-1 0-1 0 0,1-1 0 0 0,0 1 0 0 0,1 1 0 0 0,15 8 76 0 0,0 1 0 0 0,0 0 0 0 0,-1 2 0 0 0,-1 0 1 0 0,0 1-1 0 0,16 18 0 0 0,-28-27-224 0 0,1-1-1 0 0,-1 1 1 0 0,0 0-1 0 0,-1 0 1 0 0,1 0 0 0 0,-1 0-1 0 0,0 0 1 0 0,0 0 0 0 0,0 1-1 0 0,-1-1 1 0 0,0 1 0 0 0,0-1-1 0 0,0 1 1 0 0,-1-1 0 0 0,0 1-1 0 0,0-1 1 0 0,0 1-1 0 0,-1 0 1 0 0,0-1 0 0 0,0 1-1 0 0,0-1 1 0 0,-1 0 0 0 0,1 1-1 0 0,-1-1 1 0 0,-1 0 0 0 0,1 0-1 0 0,-5 7 1 0 0,1-4-234 0 0,0 1 0 0 0,-1-1 0 0 0,0 0 1 0 0,0 0-1 0 0,-1-1 0 0 0,0 0 0 0 0,0 0 0 0 0,-1-1 0 0 0,1 0 0 0 0,-1 0 1 0 0,-1-1-1 0 0,1 0 0 0 0,-1-1 0 0 0,-18 6 0 0 0,6-5-7100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 5529 0 0,'-1'0'86'0'0,"1"0"0"0"0,0 1 0 0 0,-1-1 0 0 0,1 0 0 0 0,0 0 0 0 0,0 1 0 0 0,-1-1 0 0 0,1 0 0 0 0,0 0 1 0 0,0 1-1 0 0,-1-1 0 0 0,1 0 0 0 0,0 1 0 0 0,0-1 0 0 0,0 0 0 0 0,0 1 0 0 0,0-1 0 0 0,0 0 0 0 0,-1 1 0 0 0,1-1 0 0 0,0 0 0 0 0,0 1 0 0 0,0-1 0 0 0,0 1 0 0 0,0-1 0 0 0,0 0 0 0 0,0 1 0 0 0,0-1 0 0 0,1 0 0 0 0,-1 1 0 0 0,0-1 0 0 0,0 0 0 0 0,0 1 0 0 0,0-1 0 0 0,0 0 0 0 0,1 1 0 0 0,-1-1 0 0 0,0 0 0 0 0,0 1 0 0 0,0-1 1 0 0,1 0-1 0 0,-1 0 0 0 0,0 1 0 0 0,1-1 0 0 0,-1 0 0 0 0,0 0 0 0 0,0 1 0 0 0,1-1 0 0 0,-1 0 0 0 0,0 0 0 0 0,1 0 0 0 0,-1 0 0 0 0,0 0 0 0 0,1 0 0 0 0,-1 1 0 0 0,1-1 0 0 0,0 0 0 0 0,22 7 2236 0 0,12-6-1006 0 0,0-2-1 0 0,1-1 1 0 0,-1-2-1 0 0,58-15 1 0 0,-46 9-2265 0 0,83-6 1 0 0,-96 15-5404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6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253 161 3225 0 0,'1'-22'699'0'0,"-1"11"-351"0"0,1 1 0 0 0,-1-1 0 0 0,0 1-1 0 0,-1 0 1 0 0,-1-1 0 0 0,1 1 0 0 0,-1 0 0 0 0,-1 0 0 0 0,0 0 0 0 0,-5-11 0 0 0,8 20-277 0 0,-1 1-1 0 0,1-1 1 0 0,-1 0-1 0 0,1 0 1 0 0,-1 0-1 0 0,1 1 1 0 0,-1-1-1 0 0,1 0 1 0 0,-1 0-1 0 0,0 1 1 0 0,1-1 0 0 0,-1 1-1 0 0,0-1 1 0 0,1 1-1 0 0,-1-1 1 0 0,0 1-1 0 0,0-1 1 0 0,0 1-1 0 0,0-1 1 0 0,0 1-1 0 0,1 0 1 0 0,-1 0 0 0 0,0-1-1 0 0,0 1 1 0 0,0 0-1 0 0,0 0 1 0 0,0 0-1 0 0,0 0 1 0 0,0 0-1 0 0,0 0 1 0 0,0 0-1 0 0,0 0 1 0 0,1 1 0 0 0,-1-1-1 0 0,0 0 1 0 0,0 1-1 0 0,0-1 1 0 0,0 0-1 0 0,0 1 1 0 0,1-1-1 0 0,-1 1 1 0 0,0-1-1 0 0,0 1 1 0 0,1-1-1 0 0,-1 1 1 0 0,0 0 0 0 0,1-1-1 0 0,-1 1 1 0 0,0 0-1 0 0,1 0 1 0 0,-1-1-1 0 0,1 1 1 0 0,-1 1-1 0 0,-3 3 49 0 0,1 1 0 0 0,-1 0 0 0 0,1 0 0 0 0,0 0-1 0 0,1 0 1 0 0,-3 8 0 0 0,-8 41-157 0 0,2 1 0 0 0,3 1 0 0 0,-1 60 0 0 0,9 174-1364 0 0,3-155 784 0 0,-3 94 610 0 0,-10-1 0 0 0,-63 369 0 0 0,40-485 514 0 0,19-70-1020 0 0,11-34-80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7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43 2761 0 0,'1'-4'262'0'0,"-1"0"0"0"0,-1 0 0 0 0,1 0 1 0 0,0 0-1 0 0,-1 0 0 0 0,0 0 1 0 0,0 0-1 0 0,-2-7 0 0 0,-6 49 2584 0 0,2 152-1662 0 0,6-62-822 0 0,-18 176-1063 0 0,-4 107-1009 0 0,14-205 1144 0 0,-9-1 0 0 0,-46 215 0 0 0,53-370 481 0 0,-56 330-705 0 0,65-342 673 0 0,2-36 106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25 3225 0 0,'-14'-8'249'0'0,"12"6"-48"0"0,0 0 0 0 0,-1 0-1 0 0,1 1 1 0 0,-1-1 0 0 0,1 1 0 0 0,-1 0 0 0 0,1 0-1 0 0,-1 0 1 0 0,0 0 0 0 0,0 0 0 0 0,1 0 0 0 0,-1 1-1 0 0,0 0 1 0 0,0-1 0 0 0,-4 1 0 0 0,7 0-163 0 0,-1 1-1 0 0,1-1 1 0 0,0 0 0 0 0,0 0 0 0 0,0 1-1 0 0,-1-1 1 0 0,1 0 0 0 0,0 1 0 0 0,0-1-1 0 0,0 0 1 0 0,0 1 0 0 0,0-1 0 0 0,0 0-1 0 0,0 1 1 0 0,0-1 0 0 0,0 0 0 0 0,0 0-1 0 0,0 1 1 0 0,0-1 0 0 0,0 0 0 0 0,0 1-1 0 0,0-1 1 0 0,0 0 0 0 0,0 1 0 0 0,0-1-1 0 0,0 0 1 0 0,0 1 0 0 0,0-1 0 0 0,1 0-1 0 0,-1 0 1 0 0,0 1 0 0 0,0-1 0 0 0,0 0 0 0 0,1 0-1 0 0,-1 1 1 0 0,0-1 0 0 0,0 0 0 0 0,1 0-1 0 0,-1 1 1 0 0,0-1 0 0 0,0 0 0 0 0,1 0-1 0 0,-1 0 1 0 0,0 0 0 0 0,1 0 0 0 0,-1 1-1 0 0,0-1 1 0 0,1 0 0 0 0,13 10 286 0 0,29 14 285 0 0,49 20 1 0 0,-12-7-450 0 0,54 24-97 0 0,82 46 240 0 0,-1 17-146 0 0,294 123 0 0 0,-88-103-275 0 0,-180-85 517 0 0,19 5 547 0 0,-51-6-190 0 0,246 80 1087 0 0,-34 43-1615 0 0,-313-129-1416 0 0,151 51 1 0 0,-248-99 22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9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0 470 3225 0 0,'1'2'47'0'0,"-1"0"1"0"0,0 0 0 0 0,0 0 0 0 0,1 0 0 0 0,-1 0-1 0 0,1-1 1 0 0,0 1 0 0 0,0 0 0 0 0,-1 0 0 0 0,1-1-1 0 0,0 1 1 0 0,0 0 0 0 0,0-1 0 0 0,1 1 0 0 0,-1-1-1 0 0,0 1 1 0 0,1-1 0 0 0,-1 0 0 0 0,1 0 0 0 0,-1 0-1 0 0,1 1 1 0 0,-1-1 0 0 0,1-1 0 0 0,0 1 0 0 0,0 0-1 0 0,-1 0 1 0 0,1-1 0 0 0,0 1 0 0 0,0-1 0 0 0,0 1-1 0 0,0-1 1 0 0,2 1 0 0 0,9 0 168 0 0,0 0 1 0 0,0 0-1 0 0,23-3 0 0 0,-22 1 140 0 0,8 1 48 0 0,0-2 0 0 0,0 0 0 0 0,0-1 0 0 0,0-2 0 0 0,21-7-1 0 0,-33 9-174 0 0,-1-1-1 0 0,0 0 0 0 0,0-1 1 0 0,0 0-1 0 0,0 0 0 0 0,-1-1 0 0 0,0 0 1 0 0,0-1-1 0 0,-1 1 0 0 0,0-2 1 0 0,0 1-1 0 0,0-1 0 0 0,7-12 0 0 0,-7 10 43 0 0,-1-2-1 0 0,-1 1 0 0 0,1-1 0 0 0,-2 0 0 0 0,0 0 1 0 0,0 0-1 0 0,-1-1 0 0 0,-1 1 0 0 0,0-1 0 0 0,-1 1 1 0 0,0-21-1 0 0,-3-7-468 0 0,-2 1-1 0 0,-12-54 1 0 0,8 52-1460 0 0,5 24-2996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20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179 281 4441 0 0,'-19'-12'361'0'0,"3"2"361"0"0,0 0 0 0 0,0 1-1 0 0,-1 1 1 0 0,0 0 0 0 0,-32-8 0 0 0,48 15-704 0 0,1 1 0 0 0,-1 0 0 0 0,1 0 0 0 0,-1 0 0 0 0,1 0 1 0 0,-1-1-1 0 0,1 1 0 0 0,-1 0 0 0 0,0 0 0 0 0,1 0 0 0 0,-1 0 1 0 0,1 0-1 0 0,-1 0 0 0 0,1 0 0 0 0,-1 0 0 0 0,1 1 0 0 0,-1-1 0 0 0,1 0 1 0 0,-1 0-1 0 0,0 0 0 0 0,1 1 0 0 0,-1-1 0 0 0,1 0 0 0 0,0 0 1 0 0,-1 1-1 0 0,1-1 0 0 0,-1 1 0 0 0,1-1 0 0 0,-1 0 0 0 0,1 1 1 0 0,0-1-1 0 0,-1 1 0 0 0,1 1 56 0 0,0-1-1 0 0,0 0 1 0 0,0 0 0 0 0,0 1 0 0 0,0-1 0 0 0,0 0 0 0 0,0 1-1 0 0,0-1 1 0 0,1 0 0 0 0,-1 0 0 0 0,0 0 0 0 0,1 1 0 0 0,1 1-1 0 0,26 43 1672 0 0,-24-41-1668 0 0,154 221-1518 0 0,-154-220 1358 0 0,17 20-231 0 0,-20-25 293 0 0,0 0 1 0 0,0 0 0 0 0,0 0 0 0 0,0 0 0 0 0,0 0-1 0 0,0 0 1 0 0,0 0 0 0 0,1-1 0 0 0,-1 1 0 0 0,0 0-1 0 0,0-1 1 0 0,1 1 0 0 0,-1-1 0 0 0,0 1 0 0 0,1-1-1 0 0,-1 0 1 0 0,1 1 0 0 0,1-1 0 0 0,-3-1 11 0 0,1 1 0 0 0,0-1 0 0 0,-1 1 0 0 0,1-1 1 0 0,-1 1-1 0 0,1-1 0 0 0,-1 0 0 0 0,1 1 0 0 0,-1-1 0 0 0,1 0 1 0 0,-1 0-1 0 0,0 1 0 0 0,1-1 0 0 0,-1 0 0 0 0,0 0 0 0 0,0 0 1 0 0,0 0-1 0 0,0 1 0 0 0,1-1 0 0 0,-1 0 0 0 0,0 0 0 0 0,0 0 0 0 0,0 0 1 0 0,-1 1-1 0 0,1-1 0 0 0,0 0 0 0 0,0 0 0 0 0,0 0 0 0 0,-1 1 1 0 0,1-1-1 0 0,0 0 0 0 0,-1-1 0 0 0,-10-32 6 0 0,10 33 6 0 0,-18-40 238 0 0,-2 1 0 0 0,-1 1 1 0 0,-50-65-1 0 0,39 58 1041 0 0,-46-83 1 0 0,79 128-1211 0 0,-1-1 1 0 0,1 1-1 0 0,-1-1 0 0 0,1 1 1 0 0,0-1-1 0 0,0 0 0 0 0,-1 1 1 0 0,1-1-1 0 0,0 1 0 0 0,0-1 1 0 0,1 0-1 0 0,-1 1 0 0 0,0-1 1 0 0,0 1-1 0 0,1-1 1 0 0,-1 0-1 0 0,1 1 0 0 0,0-1 1 0 0,-1 1-1 0 0,1 0 0 0 0,0-1 1 0 0,0 1-1 0 0,0 0 0 0 0,0-1 1 0 0,0 1-1 0 0,0 0 0 0 0,0 0 1 0 0,0 0-1 0 0,0 0 0 0 0,1 0 1 0 0,-1 0-1 0 0,0 0 1 0 0,1 0-1 0 0,-1 0 0 0 0,1 1 1 0 0,2-2-1 0 0,8-4 161 0 0,0 1 0 0 0,0 1 1 0 0,19-5-1 0 0,-25 7-162 0 0,20-3 95 0 0,1 1 0 0 0,-1 1 0 0 0,1 1 1 0 0,35 3-1 0 0,23-2-5377 0 0,-39-3-331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74 229 3601 0 0,'-2'-40'2585'0'0,"-10"-60"0"0"0,2 28-1959 0 0,0 56 4601 0 0,29 271-4037 0 0,0 10-368 0 0,-14-169-840 0 0,24 144 0 0 0,2 5-50 0 0,-28-171 61 0 0,-3 0 0 0 0,-17 119 1 0 0,11-161 313 0 0,-10 32 1 0 0,9-42 10 0 0,2 0-1 0 0,0 1 1 0 0,2-1 0 0 0,-2 27 0 0 0,2-22 163 0 0,2-23-474 0 0,0 1 1 0 0,1 0-1 0 0,-1 0 0 0 0,1-1 1 0 0,0 1-1 0 0,0 0 0 0 0,1 0 0 0 0,0 5 1 0 0,-1-10-10 0 0,0 0 0 0 0,0 0 0 0 0,0 0 1 0 0,0 0-1 0 0,0 0 0 0 0,1 0 0 0 0,-1 0 1 0 0,0 0-1 0 0,0 0 0 0 0,0-1 0 0 0,0 1 1 0 0,0 0-1 0 0,0 0 0 0 0,0 0 0 0 0,0 0 1 0 0,0 0-1 0 0,0 0 0 0 0,0 0 0 0 0,0 0 0 0 0,0 0 1 0 0,0 0-1 0 0,0 0 0 0 0,0 0 0 0 0,0 0 1 0 0,0 0-1 0 0,0 0 0 0 0,0 0 0 0 0,1 0 1 0 0,-1 0-1 0 0,0 0 0 0 0,0 0 0 0 0,0 0 1 0 0,0 0-1 0 0,0 0 0 0 0,0 0 0 0 0,0 0 0 0 0,0 0 1 0 0,0 0-1 0 0,0 0 0 0 0,0 0 0 0 0,0 0 1 0 0,1 0-1 0 0,-1 0 0 0 0,0 0 0 0 0,0 0 1 0 0,0 0-1 0 0,0 0 0 0 0,0 0 0 0 0,0 0 0 0 0,0 0 1 0 0,0 0-1 0 0,0 0 0 0 0,0 0 0 0 0,0 0 1 0 0,0 0-1 0 0,0 0 0 0 0,3-12-199 0 0,0-17-84 0 0,-2-49 355 0 0,-9-185 436 0 0,-33-377 142 0 0,28 418-508 0 0,1-105-86 0 0,13 306-78 0 0,1 9 35 0 0,-1 1 0 0 0,-1-1 0 0 0,0 0 1 0 0,0 1-1 0 0,-1-1 0 0 0,-1 0 0 0 0,0 1 0 0 0,0 0 0 0 0,-9-22 1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55 10138 0 0,'-4'-10'348'0'0,"2"3"64"0"0,0 1-1 0 0,-1 0 1 0 0,0 0-1 0 0,-5-9 1 0 0,8 15-380 0 0,-1-1 0 0 0,1 1 0 0 0,0 0 0 0 0,0 0 0 0 0,0-1 0 0 0,-1 1 1 0 0,1 0-1 0 0,0 0 0 0 0,0 0 0 0 0,-1-1 0 0 0,1 1 0 0 0,0 0 0 0 0,0 0 1 0 0,-1 0-1 0 0,1 0 0 0 0,0-1 0 0 0,0 1 0 0 0,-1 0 0 0 0,1 0 0 0 0,0 0 1 0 0,-1 0-1 0 0,1 0 0 0 0,0 0 0 0 0,-1 0 0 0 0,1 0 0 0 0,0 0 0 0 0,-1 0 1 0 0,1 0-1 0 0,0 0 0 0 0,0 0 0 0 0,-1 0 0 0 0,1 0 0 0 0,0 0 0 0 0,-1 1 1 0 0,1-1-1 0 0,0 0 0 0 0,-1 0 0 0 0,0 2 64 0 0,0-1-1 0 0,0 1 1 0 0,0 0 0 0 0,0 0 0 0 0,0-1-1 0 0,0 1 1 0 0,0 0 0 0 0,1 0 0 0 0,-1 0-1 0 0,1 0 1 0 0,-1 2 0 0 0,-2 13 146 0 0,1 0-1 0 0,0 1 1 0 0,2 0 0 0 0,0-1-1 0 0,3 25 1 0 0,18 90 4 0 0,-17-111-140 0 0,11 48 116 0 0,2-1 0 0 0,33 83 1 0 0,-33-110-556 0 0,1-1 0 0 0,3 0 1 0 0,1-1-1 0 0,46 60 0 0 0,-48-76-807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90 10138 0 0,'0'0'25'0'0,"0"0"0"0"0,0 0-1 0 0,0 0 1 0 0,-1 0 0 0 0,1 0 0 0 0,0 0 0 0 0,0 0-1 0 0,0 0 1 0 0,0 0 0 0 0,0 0 0 0 0,0 0-1 0 0,0 0 1 0 0,0 0 0 0 0,0 0 0 0 0,0 0-1 0 0,0 0 1 0 0,0 0 0 0 0,-1 0 0 0 0,1 0-1 0 0,0 0 1 0 0,0 1 0 0 0,0-1 0 0 0,0 0-1 0 0,0 0 1 0 0,0 0 0 0 0,0 0 0 0 0,0 0 0 0 0,0 0-1 0 0,0 0 1 0 0,0 0 0 0 0,0 0 0 0 0,0 0-1 0 0,0 0 1 0 0,0 1 0 0 0,0-1 0 0 0,0 0-1 0 0,0 0 1 0 0,0 0 0 0 0,0 0 0 0 0,0 0-1 0 0,0 0 1 0 0,0 0 0 0 0,0 0 0 0 0,0 0-1 0 0,0 0 1 0 0,0 1 0 0 0,0-1 0 0 0,0 0 0 0 0,0 0-1 0 0,1 0 1 0 0,-1 0 0 0 0,0 0 0 0 0,0 0-1 0 0,0 0 1 0 0,0 0 0 0 0,0 0 0 0 0,0 0-1 0 0,0 0 1 0 0,0 0 0 0 0,0 0 0 0 0,0 0-1 0 0,0 0 1 0 0,0 0 0 0 0,1 0 0 0 0,-1 0 0 0 0,0 0-1 0 0,11 4 750 0 0,15-3 210 0 0,-5-8-633 0 0,0 0 1 0 0,-1-2-1 0 0,26-13 0 0 0,-32 14-1056 0 0,0 0-1 0 0,0 1 0 0 0,1 1 0 0 0,0 1 0 0 0,0 0 0 0 0,0 1 0 0 0,1 0 0 0 0,16-1 0 0 0,-5 5-1268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48 307 3225 0 0,'1'4'628'0'0,"-1"0"-1"0"0,1 0 1 0 0,-1 0 0 0 0,1 0 0 0 0,0-1 0 0 0,1 1 0 0 0,-1 0 0 0 0,1 0 0 0 0,-1-1-1 0 0,1 1 1 0 0,0-1 0 0 0,1 0 0 0 0,4 6 0 0 0,2 6-195 0 0,-7-11-244 0 0,60 118 2718 0 0,-26-37-7891 0 0,-25-73 4858 0 0,-11-16 46 0 0</inkml:trace>
  <inkml:trace contextRef="#ctx0" brushRef="#br0" timeOffset="1">9 28 9674 0 0,'0'-1'10'0'0,"-9"-18"1639"0"0,10 12 76 0 0,10 8 468 0 0,-7 2-2069 0 0,0 1-1 0 0,0-1 1 0 0,0 1-1 0 0,0 0 1 0 0,0 0-1 0 0,-1 0 1 0 0,0 1-1 0 0,0-1 1 0 0,0 1-1 0 0,-1-1 1 0 0,4 10-1 0 0,12 17-1851 0 0,-6-15-3699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1 245 10594 0 0,'0'-2'113'0'0,"0"0"0"0"0,0 0-1 0 0,0 0 1 0 0,0 0 0 0 0,0 0-1 0 0,1 0 1 0 0,-1 0-1 0 0,0 0 1 0 0,1 0 0 0 0,0 1-1 0 0,-1-1 1 0 0,1 0 0 0 0,0 0-1 0 0,0 0 1 0 0,0 1 0 0 0,0-1-1 0 0,0 1 1 0 0,0-1 0 0 0,1 1-1 0 0,-1-1 1 0 0,1 1 0 0 0,-1-1-1 0 0,1 1 1 0 0,-1 0 0 0 0,1 0-1 0 0,-1 0 1 0 0,1 0 0 0 0,0 0-1 0 0,0 0 1 0 0,0 1-1 0 0,-1-1 1 0 0,1 0 0 0 0,0 1-1 0 0,0 0 1 0 0,0-1 0 0 0,0 1-1 0 0,0 0 1 0 0,0 0 0 0 0,0 0-1 0 0,0 0 1 0 0,0 0 0 0 0,0 1-1 0 0,0-1 1 0 0,0 0 0 0 0,0 1-1 0 0,-1 0 1 0 0,1-1 0 0 0,0 1-1 0 0,0 0 1 0 0,2 1-1 0 0,5 4 14 0 0,0 0 0 0 0,0 1 0 0 0,0 0 0 0 0,-1 0 0 0 0,0 1 0 0 0,0 0-1 0 0,7 11 1 0 0,47 69-436 0 0,-43-59-100 0 0,-19-28 452 0 0,18 22-1506 0 0,-12-23 133 0 0,-5-15 694 0 0,-6-18 217 0 0,-7-80 206 0 0,12 102 329 0 0,0 1 1 0 0,0-1 0 0 0,1 1-1 0 0,1 0 1 0 0,-1-1 0 0 0,2 1 0 0 0,-1 0-1 0 0,7-14 1 0 0,-8 23-47 0 0,-1-1 1 0 0,1 1 0 0 0,0-1-1 0 0,-1 1 1 0 0,1 0-1 0 0,0-1 1 0 0,0 1-1 0 0,0 0 1 0 0,0 0-1 0 0,0 0 1 0 0,0 0 0 0 0,1 0-1 0 0,-1 0 1 0 0,0 0-1 0 0,0 0 1 0 0,1 0-1 0 0,-1 1 1 0 0,1-1-1 0 0,-1 0 1 0 0,0 1 0 0 0,1-1-1 0 0,-1 1 1 0 0,3-1-1 0 0,-2 1 66 0 0,1 0-1 0 0,0 1 0 0 0,-1-1 1 0 0,1 1-1 0 0,-1-1 0 0 0,1 1 1 0 0,-1 0-1 0 0,0 0 1 0 0,1 0-1 0 0,-1 0 0 0 0,0 0 1 0 0,0 0-1 0 0,3 2 0 0 0,1 2 68 0 0,1 0 0 0 0,-1 1 0 0 0,0-1 0 0 0,0 1 0 0 0,-1 0 0 0 0,0 1 0 0 0,0-1 0 0 0,4 9 0 0 0,13 37-163 0 0,-19-41-285 0 0,1-1 0 0 0,0 0-1 0 0,0 0 1 0 0,1 0-1 0 0,1 0 1 0 0,0-1 0 0 0,0 0-1 0 0,12 14 1 0 0,-18-23 230 0 0,0 0 1 0 0,1 1-1 0 0,-1-1 0 0 0,0 0 1 0 0,0 0-1 0 0,1 1 1 0 0,-1-1-1 0 0,0 0 0 0 0,1 0 1 0 0,-1 0-1 0 0,1 1 0 0 0,-1-1 1 0 0,0 0-1 0 0,1 0 1 0 0,-1 0-1 0 0,0 0 0 0 0,1 0 1 0 0,-1 0-1 0 0,1 0 1 0 0,-1 0-1 0 0,0 0 0 0 0,1 0 1 0 0,-1 0-1 0 0,1 0 0 0 0,-1 0 1 0 0,0 0-1 0 0,1 0 1 0 0,-1 0-1 0 0,1 0 0 0 0,-1 0 1 0 0,0-1-1 0 0,1 1 0 0 0,-1 0 1 0 0,0 0-1 0 0,1 0 1 0 0,-1-1-1 0 0,1 1 0 0 0,7-18-205 0 0,-2-21 326 0 0,-5 10 38 0 0,11-91-203 0 0,-10 108 31 0 0,1-1-1 0 0,0 1 1 0 0,1 0-1 0 0,0 0 1 0 0,1 1-1 0 0,0-1 1 0 0,9-14-1 0 0,-13 24 91 0 0,1 0-1 0 0,-1 0 1 0 0,1 0 0 0 0,-1 0 0 0 0,1 0-1 0 0,0 1 1 0 0,-1-1 0 0 0,1 0-1 0 0,0 1 1 0 0,0-1 0 0 0,0 1-1 0 0,1 0 1 0 0,-1 0 0 0 0,0 0-1 0 0,0 0 1 0 0,1 0 0 0 0,-1 0-1 0 0,0 1 1 0 0,1-1 0 0 0,-1 1 0 0 0,5-1-1 0 0,-2 1 67 0 0,-1 1-1 0 0,0 0 1 0 0,0 0-1 0 0,1 0 1 0 0,-1 0-1 0 0,0 1 1 0 0,0-1 0 0 0,0 1-1 0 0,0 0 1 0 0,-1 0-1 0 0,7 5 1 0 0,3 4-28 0 0,0 0 0 0 0,0 2 0 0 0,-1-1 0 0 0,-1 1 0 0 0,12 17-1 0 0,-4-2-1456 0 0,-7-9-3306 0 0,0-1-1105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27 475 8754 0 0,'6'-9'339'0'0,"17"-27"2404"0"0,35-75-1 0 0,-53 98-2492 0 0,0 0-1 0 0,-1 0 1 0 0,-1 0 0 0 0,0-1-1 0 0,0 0 1 0 0,-2 1-1 0 0,0-1 1 0 0,0 0 0 0 0,-1 0-1 0 0,-2-14 1 0 0,-1 6 77 0 0,-10-38 1 0 0,12 55-281 0 0,0 0-1 0 0,-1 0 1 0 0,0 0 0 0 0,0 0 0 0 0,-1 0 0 0 0,1 1 0 0 0,-1-1 0 0 0,0 1 0 0 0,0-1 0 0 0,-1 1 0 0 0,1 0 0 0 0,-1 1 0 0 0,-6-6 0 0 0,10 8-42 0 0,-1 1 1 0 0,0-1-1 0 0,0 1 1 0 0,0-1-1 0 0,0 1 0 0 0,0-1 1 0 0,0 1-1 0 0,0-1 1 0 0,0 1-1 0 0,0 0 0 0 0,-1 0 1 0 0,1 0-1 0 0,0-1 0 0 0,0 1 1 0 0,0 0-1 0 0,0 0 1 0 0,0 1-1 0 0,0-1 0 0 0,0 0 1 0 0,0 0-1 0 0,0 0 1 0 0,0 1-1 0 0,-1-1 0 0 0,1 0 1 0 0,-1 1-1 0 0,0 1-10 0 0,0 0 1 0 0,0-1-1 0 0,0 1 0 0 0,1 0 0 0 0,-1 0 1 0 0,0 0-1 0 0,1 0 0 0 0,-1 0 0 0 0,1 0 1 0 0,-2 4-1 0 0,-2 4-95 0 0,0 1-1 0 0,1 1 1 0 0,-4 16 0 0 0,6-17 120 0 0,0 0 0 0 0,0 0 1 0 0,1 0-1 0 0,0 0 1 0 0,1 0-1 0 0,0 0 0 0 0,1 0 1 0 0,0 0-1 0 0,1 0 1 0 0,0-1-1 0 0,1 1 0 0 0,4 12 1 0 0,-5-18 78 0 0,1 1 1 0 0,0-1-1 0 0,0 1 1 0 0,0-1 0 0 0,1 0-1 0 0,-1 0 1 0 0,1-1-1 0 0,1 1 1 0 0,-1-1-1 0 0,0 0 1 0 0,1 0-1 0 0,0 0 1 0 0,0 0-1 0 0,0-1 1 0 0,0 0-1 0 0,1 0 1 0 0,-1-1-1 0 0,1 1 1 0 0,0-1-1 0 0,0 0 1 0 0,0-1-1 0 0,0 1 1 0 0,6-1-1 0 0,2 1 8 0 0,0-2 0 0 0,-1 0 0 0 0,1-1 0 0 0,0 0 0 0 0,0-1 0 0 0,-1 0 0 0 0,1-1 0 0 0,25-10 0 0 0,21-12-6337 0 0,-32 11-525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71 4145 0 0,'-3'-4'374'0'0,"-25"-35"2416"0"0,25 36-2492 0 0,1 0 1 0 0,0 1-1 0 0,-1-1 1 0 0,1 1-1 0 0,-1 0 1 0 0,0 0-1 0 0,0 0 1 0 0,0 0-1 0 0,0 0 0 0 0,0 1 1 0 0,-4-2-1 0 0,6 3-188 0 0,-1 0 1 0 0,1 0-1 0 0,0 0 0 0 0,-1 1 0 0 0,1-1 0 0 0,0 0 0 0 0,-1 1 0 0 0,1-1 1 0 0,0 1-1 0 0,0-1 0 0 0,0 1 0 0 0,0 0 0 0 0,-1-1 0 0 0,1 1 1 0 0,0 0-1 0 0,0 0 0 0 0,0 0 0 0 0,0 0 0 0 0,1 0 0 0 0,-1 0 0 0 0,0 0 1 0 0,0 0-1 0 0,1 0 0 0 0,-1 0 0 0 0,0 1 0 0 0,1-1 0 0 0,-1 0 0 0 0,1 0 1 0 0,-1 1-1 0 0,1-1 0 0 0,0 0 0 0 0,0 2 0 0 0,-11 48 901 0 0,11-50-961 0 0,-5 43 311 0 0,3 0-1 0 0,1 0 1 0 0,3 0-1 0 0,12 76 1 0 0,2-33 226 0 0,39 115 1 0 0,37 34 425 0 0,-3-10-4134 0 0,-82-203-2893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12 410 10138 0 0,'0'0'38'0'0,"-1"0"-1"0"0,1-1 1 0 0,-1 1 0 0 0,1 0-1 0 0,-1 0 1 0 0,1 0-1 0 0,-1 0 1 0 0,1 0 0 0 0,-1-1-1 0 0,1 1 1 0 0,-1 0-1 0 0,1 0 1 0 0,0-1-1 0 0,-1 1 1 0 0,1 0 0 0 0,-1-1-1 0 0,1 1 1 0 0,0 0-1 0 0,-1-1 1 0 0,1 1 0 0 0,0-1-1 0 0,-1 1 1 0 0,1 0-1 0 0,0-1 1 0 0,0 1 0 0 0,-1-1-1 0 0,1 1 1 0 0,0-1-1 0 0,0 1 1 0 0,0-1 0 0 0,0 1-1 0 0,-1-1 1 0 0,1 1-1 0 0,0-1 1 0 0,0 1 0 0 0,0-2-1 0 0,10-24 761 0 0,28-26 484 0 0,-35 48-1063 0 0,28-34 599 0 0,102-115 2686 0 0,-117 137-3866 0 0,1 1-1 0 0,0 1 1 0 0,1 0 0 0 0,1 1 0 0 0,1 1-1 0 0,36-17 1 0 0,-29 19-5362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27 423 5529 0 0,'-3'2'542'0'0,"1"-1"1"0"0,0 1-1 0 0,-1 0 0 0 0,1 0 1 0 0,0 0-1 0 0,0 0 0 0 0,0 0 1 0 0,0 1-1 0 0,0-1 0 0 0,-1 4 0 0 0,2-6-457 0 0,1 0 0 0 0,0 0 0 0 0,0 1 0 0 0,0-1-1 0 0,0 0 1 0 0,0 1 0 0 0,0-1 0 0 0,0 0-1 0 0,0 0 1 0 0,0 1 0 0 0,0-1 0 0 0,0 0 0 0 0,0 0-1 0 0,0 1 1 0 0,0-1 0 0 0,0 0 0 0 0,0 0 0 0 0,0 1-1 0 0,0-1 1 0 0,1 0 0 0 0,-1 0 0 0 0,0 1-1 0 0,0-1 1 0 0,0 0 0 0 0,0 0 0 0 0,0 1 0 0 0,1-1 84 0 0,-1 0-84 0 0,0 0 0 0 0,0 1-1 0 0,1-1 1 0 0,-1 0 0 0 0,0 0 0 0 0,0 0 0 0 0,1 0-1 0 0,20 1 1701 0 0,26-9-694 0 0,-1-2 0 0 0,64-24 1 0 0,87-44 326 0 0,-25 8-721 0 0,-100 44-1175 0 0,0 2 0 0 0,1 4 0 0 0,94-14 1 0 0,-122 29-469 0 0,151-25-2644 0 0,-165 24 2366 0 0,0-2-1 0 0,-1-2 1 0 0,0 0-1 0 0,34-19 0 0 0,-49 22 1182 0 0,-7 4 21 0 0,-1-1-1 0 0,1 0 0 0 0,-1 0 0 0 0,0-1 0 0 0,-1 1 0 0 0,12-11 1 0 0,-11 5-65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8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3209 0 0,'-111'42'216'0'0,"96"-38"-204"0"0,0 0 0 0 0,0 0 0 0 0,0-2 0 0 0,0 0 0 0 0,-26 0 0 0 0,39-2 245 0 0,-1 0 0 0 0,0 0 1 0 0,1-1-1 0 0,-1 1 0 0 0,1 0 0 0 0,-1-1 1 0 0,1 0-1 0 0,0 0 0 0 0,-1 0 0 0 0,1 0 1 0 0,0 0-1 0 0,-1 0 0 0 0,1-1 0 0 0,0 1 1 0 0,0-1-1 0 0,0 1 0 0 0,0-1 1 0 0,0 0-1 0 0,1 0 0 0 0,-1 0 0 0 0,-2-3 1 0 0,4 4-128 0 0,0 1 0 0 0,0-1 1 0 0,1 0-1 0 0,-1 1 1 0 0,0-1-1 0 0,0 1 0 0 0,0-1 1 0 0,1 0-1 0 0,-1 1 0 0 0,0-1 1 0 0,1 1-1 0 0,-1-1 1 0 0,1 1-1 0 0,-1-1 0 0 0,1 1 1 0 0,-1-1-1 0 0,1 1 0 0 0,-1-1 1 0 0,1 1-1 0 0,-1 0 1 0 0,1-1-1 0 0,-1 1 0 0 0,1 0 1 0 0,0-1-1 0 0,-1 1 0 0 0,1 0 1 0 0,0 0-1 0 0,-1 0 1 0 0,1-1-1 0 0,0 1 0 0 0,-1 0 1 0 0,1 0-1 0 0,1 0 0 0 0,23-3 1732 0 0,-11 4-1406 0 0,0 0 0 0 0,0 1 0 0 0,0 0 0 0 0,0 2 0 0 0,0-1 0 0 0,-1 2 0 0 0,23 10 0 0 0,88 54 730 0 0,-66-34-609 0 0,-42-26-439 0 0,-7-5 1 0 0,-1 1 0 0 0,1 0 1 0 0,-1 1-1 0 0,0 0 0 0 0,7 7 0 0 0,-13-12-118 0 0,0 1-1 0 0,-1 0 1 0 0,1 0-1 0 0,-1 0 1 0 0,1 0-1 0 0,-1 1 1 0 0,0-1-1 0 0,0 0 1 0 0,0 0-1 0 0,0 1 1 0 0,0-1 0 0 0,-1 1-1 0 0,1-1 1 0 0,-1 1-1 0 0,1-1 1 0 0,-1 1-1 0 0,0-1 1 0 0,0 1-1 0 0,0-1 1 0 0,0 1 0 0 0,-1-1-1 0 0,1 1 1 0 0,-1-1-1 0 0,-1 5 1 0 0,-6 15-548 0 0,-21 37 0 0 0,14-34-556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 10138 0 0,'-1'0'140'0'0,"-1"-1"0"0"0,1 1 0 0 0,0 0-1 0 0,-1 0 1 0 0,1 0 0 0 0,-1 0 0 0 0,1 0 0 0 0,0 1 0 0 0,-1-1-1 0 0,1 0 1 0 0,0 1 0 0 0,0-1 0 0 0,-1 0 0 0 0,1 1 0 0 0,0 0-1 0 0,0-1 1 0 0,0 1 0 0 0,-1 0 0 0 0,1-1 0 0 0,0 1 0 0 0,0 0-1 0 0,-1 2 1 0 0,-22 22 869 0 0,19-17-868 0 0,1 1 1 0 0,0 0-1 0 0,0 1 0 0 0,1-1 0 0 0,0 1 1 0 0,1-1-1 0 0,0 1 0 0 0,0 0 1 0 0,1 0-1 0 0,0 0 0 0 0,1 0 0 0 0,0-1 1 0 0,0 1-1 0 0,1 0 0 0 0,1 0 0 0 0,2 12 1 0 0,7 19 266 0 0,1 0 1 0 0,23 54 0 0 0,-33-90-363 0 0,169 362 1482 0 0,-37-134-5991 0 0,-124-217-1133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22 286 5985 0 0,'-1'0'80'0'0,"1"0"0"0"0,-1 0 1 0 0,0 0-1 0 0,0 0 0 0 0,0 0 0 0 0,1 0 0 0 0,-1 0 0 0 0,0 0 0 0 0,0 0 0 0 0,0-1 0 0 0,1 1 0 0 0,-1 0 0 0 0,0 0 1 0 0,1-1-1 0 0,-1 1 0 0 0,0-1 0 0 0,0 1 0 0 0,1 0 0 0 0,-1-1 0 0 0,1 1 0 0 0,-1-1 0 0 0,0 0 0 0 0,1 1 0 0 0,-1-1 0 0 0,1 1 1 0 0,-1-1-1 0 0,1 0 0 0 0,0 0 0 0 0,-1 1 0 0 0,1-1 0 0 0,0 0 0 0 0,-1 1 0 0 0,1-1 0 0 0,0 0 0 0 0,0-1 0 0 0,0-1 280 0 0,1 0 0 0 0,0 0 0 0 0,0 1 0 0 0,0-1 0 0 0,0 1 0 0 0,0-1 0 0 0,1 1 0 0 0,-1-1 0 0 0,4-3 0 0 0,20-26 976 0 0,2 1 0 0 0,0 2 0 0 0,2 0 0 0 0,2 2 0 0 0,46-32 0 0 0,-34 35-6995 0 0,-20 15-716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 10594 0 0,'40'-3'3216'0'0,"-30"1"-2690"0"0,1 1 1 0 0,-1 1-1 0 0,22 1 0 0 0,-25 0-358 0 0,0 1 0 0 0,0 0 0 0 0,0 0 0 0 0,0 1 0 0 0,0-1 0 0 0,0 2-1 0 0,-1-1 1 0 0,0 1 0 0 0,11 7 0 0 0,-11-6-363 0 0,0 0-1 0 0,0 1 1 0 0,0 0 0 0 0,-1 0-1 0 0,0 0 1 0 0,0 1 0 0 0,-1 0-1 0 0,1 0 1 0 0,-1 0 0 0 0,-1 0-1 0 0,0 0 1 0 0,0 1 0 0 0,4 14-1 0 0,-7-22 235 0 0,0 1 1 0 0,0-1-1 0 0,1 0 0 0 0,-1 1 0 0 0,0-1 1 0 0,0 0-1 0 0,0 1 0 0 0,0-1 0 0 0,0 0 1 0 0,0 1-1 0 0,0-1 0 0 0,0 0 0 0 0,0 1 1 0 0,0-1-1 0 0,0 0 0 0 0,0 1 0 0 0,0-1 1 0 0,0 0-1 0 0,0 1 0 0 0,0-1 0 0 0,0 0 1 0 0,0 1-1 0 0,0-1 0 0 0,0 0 0 0 0,-1 0 1 0 0,1 1-1 0 0,0-1 0 0 0,0 0 0 0 0,0 1 1 0 0,0-1-1 0 0,-1 0 0 0 0,1 0 0 0 0,-1 1 1 0 0,-8-7 1445 0 0,-10-18 367 0 0,15 13-1753 0 0,1 0 1 0 0,0 0-1 0 0,0-1 1 0 0,1 1-1 0 0,1-1 1 0 0,0 0-1 0 0,0 1 0 0 0,2-17 1 0 0,2 1-773 0 0,0 1 0 0 0,11-41 0 0 0,-6 37-394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1 426 920 0 0,'6'-6'5656'0'0,"5"-10"-2503"0"0,10-20-1546 0 0,-1 0 0 0 0,24-64-1 0 0,-38 84-1203 0 0,-1 0 1 0 0,0-1-1 0 0,-1 1 0 0 0,-1-1 0 0 0,-1 0 0 0 0,0 0 0 0 0,-1 0 0 0 0,-1 0 0 0 0,-3-22 0 0 0,3 37-431 0 0,0 0-1 0 0,-1 0 1 0 0,1 0 0 0 0,0 0 0 0 0,-1 0-1 0 0,0 0 1 0 0,1 0 0 0 0,-1 1-1 0 0,0-1 1 0 0,0 0 0 0 0,0 1 0 0 0,0-1-1 0 0,0 0 1 0 0,-1 1 0 0 0,1-1-1 0 0,0 1 1 0 0,-1 0 0 0 0,1-1 0 0 0,-1 1-1 0 0,1 0 1 0 0,-1 0 0 0 0,0 0-1 0 0,1 0 1 0 0,-1 0 0 0 0,0 0 0 0 0,0 1-1 0 0,0-1 1 0 0,1 1 0 0 0,-5-2-1 0 0,4 2 0 0 0,0 1-1 0 0,0-1 0 0 0,0 0 0 0 0,0 1 0 0 0,0-1 1 0 0,0 1-1 0 0,0-1 0 0 0,0 1 0 0 0,0 0 0 0 0,1 0 0 0 0,-1 0 1 0 0,0 0-1 0 0,0 0 0 0 0,1 0 0 0 0,-1 0 0 0 0,1 1 1 0 0,-1-1-1 0 0,1 1 0 0 0,0-1 0 0 0,-1 1 0 0 0,1-1 0 0 0,0 1 1 0 0,0 0-1 0 0,0 0 0 0 0,0-1 0 0 0,0 1 0 0 0,1 0 1 0 0,-1 0-1 0 0,0 3 0 0 0,-2 5 34 0 0,1 0-1 0 0,1 0 1 0 0,-1 1-1 0 0,2-1 1 0 0,-1 0 0 0 0,1 1-1 0 0,1-1 1 0 0,0 0 0 0 0,1 0-1 0 0,0 1 1 0 0,0-1-1 0 0,1 0 1 0 0,0 0 0 0 0,1-1-1 0 0,0 1 1 0 0,7 11 0 0 0,-7-13-13 0 0,1 0-1 0 0,1 0 1 0 0,-1 0 0 0 0,1-1 0 0 0,1 0 0 0 0,-1 0 0 0 0,1 0 0 0 0,1-1-1 0 0,-1 0 1 0 0,1-1 0 0 0,0 1 0 0 0,0-1 0 0 0,0-1 0 0 0,1 0 0 0 0,0 0 0 0 0,0-1-1 0 0,16 5 1 0 0,-1-4-666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85 130 456 0 0,'-1'-14'3361'0'0,"0"0"-1"0"0,-4-25 1 0 0,4 35-2848 0 0,0-1 0 0 0,0 1 1 0 0,-1-1-1 0 0,1 1 0 0 0,-1 0 1 0 0,0-1-1 0 0,0 1 0 0 0,-1 0 0 0 0,1 0 1 0 0,-1 1-1 0 0,0-1 0 0 0,-4-4 0 0 0,6 7-403 0 0,0 1 0 0 0,0-1-1 0 0,0 1 1 0 0,0-1 0 0 0,0 1 0 0 0,0 0-1 0 0,0-1 1 0 0,0 1 0 0 0,0 0-1 0 0,-1 0 1 0 0,1 0 0 0 0,0 0 0 0 0,0 0-1 0 0,0 0 1 0 0,0 0 0 0 0,0 0-1 0 0,0 0 1 0 0,-1 0 0 0 0,1 1 0 0 0,0-1-1 0 0,0 0 1 0 0,0 1 0 0 0,0-1-1 0 0,0 1 1 0 0,0-1 0 0 0,0 1 0 0 0,0 0-1 0 0,0-1 1 0 0,1 1 0 0 0,-1 0-1 0 0,0 0 1 0 0,0-1 0 0 0,1 1 0 0 0,-1 0-1 0 0,0 0 1 0 0,1 0 0 0 0,-1 1-1 0 0,-1-1-78 0 0,1 1 0 0 0,0-1-1 0 0,0 0 1 0 0,1 1-1 0 0,-1-1 1 0 0,0 1-1 0 0,0-1 1 0 0,1 1-1 0 0,-1-1 1 0 0,1 1 0 0 0,-1 0-1 0 0,1-1 1 0 0,0 1-1 0 0,0-1 1 0 0,0 1-1 0 0,0 0 1 0 0,0-1 0 0 0,0 1-1 0 0,0 0 1 0 0,0-1-1 0 0,0 1 1 0 0,1 0-1 0 0,-1-1 1 0 0,1 1 0 0 0,1 2-1 0 0,7 10-4992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1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155 126 2304 0 0,'-7'-40'3423'0'0,"-1"-10"173"0"0,7 48-3269 0 0,1-1 0 0 0,-1 1 0 0 0,0 0 0 0 0,0 0 0 0 0,0 0 0 0 0,0 0 0 0 0,0 0 0 0 0,-1 0 1 0 0,1 0-1 0 0,-1 0 0 0 0,1 0 0 0 0,-1 1 0 0 0,1-1 0 0 0,-1 0 0 0 0,0 1 0 0 0,-4-3 0 0 0,5 4-217 0 0,0 0-1 0 0,0 0 0 0 0,0-1 1 0 0,-1 1-1 0 0,1 0 0 0 0,0 0 1 0 0,0 0-1 0 0,0 1 1 0 0,-1-1-1 0 0,1 0 0 0 0,0 0 1 0 0,0 1-1 0 0,0-1 1 0 0,0 1-1 0 0,-1-1 0 0 0,1 1 1 0 0,0-1-1 0 0,0 1 0 0 0,0 0 1 0 0,0-1-1 0 0,0 1 1 0 0,0 0-1 0 0,1 0 0 0 0,-1 0 1 0 0,0 0-1 0 0,0-1 0 0 0,0 1 1 0 0,1 1-1 0 0,-1-1 1 0 0,1 0-1 0 0,-1 0 0 0 0,0 2 1 0 0,-18 38 722 0 0,4 4-739 0 0,2 1-1 0 0,2-1 1 0 0,-7 57-1 0 0,16-78-291 0 0,0 0-1 0 0,1 0 0 0 0,2 0 1 0 0,0 0-1 0 0,1 0 0 0 0,2-1 1 0 0,0 1-1 0 0,10 27 1 0 0,-13-48 72 0 0,0 0 1 0 0,0-1 0 0 0,0 1-1 0 0,0 0 1 0 0,1-1 0 0 0,-1 1 0 0 0,1-1-1 0 0,-1 0 1 0 0,1 1 0 0 0,0-1-1 0 0,0 0 1 0 0,0 0 0 0 0,0 0 0 0 0,1 0-1 0 0,-1-1 1 0 0,3 3 0 0 0,-4-4 37 0 0,0 1 0 0 0,0-1 0 0 0,0 0 0 0 0,0 0 0 0 0,-1 0 0 0 0,1 0 0 0 0,0 0 0 0 0,0 0 0 0 0,0 0 0 0 0,0 0 0 0 0,0 0 0 0 0,-1 0 0 0 0,1 0 0 0 0,0 0 0 0 0,0-1 0 0 0,0 1 0 0 0,-1 0 0 0 0,1-1 1 0 0,0 1-1 0 0,0 0 0 0 0,0-1 0 0 0,1-1-60 0 0,0 0 0 0 0,-1 1 1 0 0,1-1-1 0 0,-1 0 1 0 0,1 0-1 0 0,-1 1 1 0 0,0-1-1 0 0,1 0 1 0 0,-1-1-1 0 0,0 1 0 0 0,0-3 1 0 0,4-8-77 0 0,-1-1-1 0 0,0 0 1 0 0,-2-1 0 0 0,1 1 0 0 0,-2-1 0 0 0,0-28-1 0 0,-14-92 1800 0 0,2 35 1004 0 0,10 99-2496 0 0,1 0 0 0 0,0 0 0 0 0,0 0-1 0 0,0 0 1 0 0,0 0 0 0 0,0 0 0 0 0,0 0 0 0 0,0 0 0 0 0,0 0 0 0 0,0 0-1 0 0,0 0 1 0 0,1 0 0 0 0,-1 0 0 0 0,0 0 0 0 0,1 0 0 0 0,-1 0-1 0 0,0 0 1 0 0,1 0 0 0 0,0-1 0 0 0,0 2-37 0 0,-1 0-1 0 0,1 0 1 0 0,0 0 0 0 0,-1 0-1 0 0,1 0 1 0 0,-1 0-1 0 0,1 0 1 0 0,-1 1 0 0 0,1-1-1 0 0,-1 0 1 0 0,1 0 0 0 0,-1 1-1 0 0,1-1 1 0 0,-1 0 0 0 0,1 0-1 0 0,-1 1 1 0 0,0-1-1 0 0,1 0 1 0 0,-1 1 0 0 0,1-1-1 0 0,-1 1 1 0 0,0-1 0 0 0,1 1-1 0 0,-1 0 1 0 0,23 35 723 0 0,63 159 966 0 0,21 40-1030 0 0,-103-226-712 0 0,7 11 84 0 0,-6-20 42 0 0,-1-12 73 0 0,-2-23 106 0 0,-2-1 1 0 0,-5-48-1 0 0,0-3-526 0 0,5 77 118 0 0,-2-33-998 0 0,3 0-1 0 0,1-1 0 0 0,9-47 0 0 0,-3 63-5148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11058 0 0,'-19'-35'7181'0'0,"23"52"-5984"0"0,2 1-904 0 0,0-1 0 0 0,1 0 0 0 0,1-1 0 0 0,1 0 0 0 0,12 18 0 0 0,-14-24-216 0 0,1 0-1 0 0,0 0 1 0 0,0-1-1 0 0,1 0 0 0 0,0 0 1 0 0,1-1-1 0 0,0-1 1 0 0,16 11-1 0 0,-25-18-112 0 0,0 1 1 0 0,0 0-1 0 0,0-1 0 0 0,0 1 1 0 0,0-1-1 0 0,1 1 0 0 0,-1-1 1 0 0,0 1-1 0 0,0-1 0 0 0,0 0 1 0 0,1 0-1 0 0,-1 0 1 0 0,0 0-1 0 0,0 0 0 0 0,1 0 1 0 0,-1 0-1 0 0,0 0 0 0 0,0 0 1 0 0,0 0-1 0 0,1-1 0 0 0,-1 1 1 0 0,0 0-1 0 0,0-1 0 0 0,0 1 1 0 0,0-1-1 0 0,2 0 0 0 0,-2-1-37 0 0,1 0-1 0 0,0 0 0 0 0,-1 0 1 0 0,0 0-1 0 0,1 0 0 0 0,-1 0 1 0 0,0 0-1 0 0,0 0 0 0 0,0 0 1 0 0,-1 0-1 0 0,1-1 0 0 0,1-3 0 0 0,0-8-173 0 0,0 0 0 0 0,-1 0 0 0 0,-2-21 0 0 0,1 35 247 0 0,-5-79-534 0 0,2 48 311 0 0,1 0 1 0 0,3-55 0 0 0,-1 85 253 0 0,0 0 0 0 0,0 0 1 0 0,1 0-1 0 0,-1 0 0 0 0,0 0 1 0 0,0 1-1 0 0,0-1 0 0 0,1 0 0 0 0,-1 0 1 0 0,0 0-1 0 0,1 0 0 0 0,-1 0 1 0 0,1 0-1 0 0,-1 0 0 0 0,1 0 0 0 0,-1 1 1 0 0,1-1-1 0 0,0 0 0 0 0,-1 0 1 0 0,1 1-1 0 0,0-1 0 0 0,0 0 1 0 0,0 1-1 0 0,-1-1 0 0 0,1 1 0 0 0,0-1 1 0 0,0 1-1 0 0,0 0 0 0 0,0-1 1 0 0,0 1-1 0 0,0 0 0 0 0,0-1 0 0 0,0 1 1 0 0,0 0-1 0 0,0 0 0 0 0,0 0 1 0 0,0 0-1 0 0,0 0 0 0 0,0 0 0 0 0,0 0 1 0 0,0 0-1 0 0,0 1 0 0 0,0-1 1 0 0,0 0-1 0 0,0 0 0 0 0,0 1 1 0 0,-1-1-1 0 0,1 1 0 0 0,0-1 0 0 0,0 1 1 0 0,1 0-1 0 0,9 5 232 0 0,-1 0-1 0 0,0 0 0 0 0,14 13 1 0 0,-12-10-120 0 0,2 2-52 0 0,0-2 0 0 0,1 1 0 0 0,0-2 0 0 0,1 0-1 0 0,16 5 1 0 0,-26-11-347 0 0,-1 0 0 0 0,1-1-1 0 0,0 0 1 0 0,0-1 0 0 0,0 1-1 0 0,0-1 1 0 0,10-1-1 0 0,-11 1-298 0 0,0-1 0 0 0,0-1 0 0 0,0 1-1 0 0,0-1 1 0 0,0 0 0 0 0,0 0 0 0 0,-1 0 0 0 0,1 0-1 0 0,-1-1 1 0 0,5-3 0 0 0,3-4-4414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1 404 3681 0 0,'22'-33'5796'0'0,"-14"15"-4743"0"0,-1-1 1 0 0,0 1-1 0 0,-1-1 1 0 0,-1 0-1 0 0,3-21 1 0 0,4-98 1003 0 0,-11 122-1692 0 0,-2 0 490 0 0,-4 29-824 0 0,-5 26-549 0 0,7-24 205 0 0,0 1 1 0 0,2-1-1 0 0,0 1 0 0 0,0-1 0 0 0,2 1 1 0 0,0-1-1 0 0,1 1 0 0 0,5 21 1 0 0,-5-30 266 0 0,0-1 0 0 0,0 1 0 0 0,1-1 0 0 0,0 1 0 0 0,0-1 0 0 0,1 0 0 0 0,0 0 0 0 0,0 0 1 0 0,0-1-1 0 0,1 1 0 0 0,0-1 0 0 0,0 0 0 0 0,0 0 0 0 0,1-1 0 0 0,-1 0 0 0 0,1 0 0 0 0,0 0 1 0 0,0 0-1 0 0,0-1 0 0 0,14 5 0 0 0,-17-7 20 0 0,1 0 0 0 0,0 0 0 0 0,0 0 0 0 0,0-1 0 0 0,-1 1 0 0 0,1-1 0 0 0,0 0 0 0 0,0 0 0 0 0,0 0 0 0 0,0 0 0 0 0,0-1 0 0 0,-1 0 0 0 0,1 0 0 0 0,0 0 0 0 0,0 0 0 0 0,6-3 0 0 0,-4 0 16 0 0,0 1 1 0 0,0-1-1 0 0,-1-1 0 0 0,0 1 0 0 0,0-1 0 0 0,0 0 0 0 0,0 0 0 0 0,8-11 0 0 0,-3 0 155 0 0,0-1 0 0 0,-1 0-1 0 0,-1 0 1 0 0,-1-1 0 0 0,11-37-1 0 0,-11 22 307 0 0,11-38 898 0 0,-16 66-1184 0 0,-1 1 1 0 0,1 0 0 0 0,0 0-1 0 0,0 0 1 0 0,0 0-1 0 0,1 0 1 0 0,-1 1 0 0 0,1-1-1 0 0,0 1 1 0 0,0 0 0 0 0,0-1-1 0 0,0 1 1 0 0,5-2-1 0 0,-7 4-120 0 0,0 1 0 0 0,0-1-1 0 0,0 1 1 0 0,1 0-1 0 0,-1 0 1 0 0,0-1-1 0 0,0 1 1 0 0,1 0 0 0 0,-1 0-1 0 0,0 0 1 0 0,1 0-1 0 0,-1 0 1 0 0,0 1-1 0 0,0-1 1 0 0,1 0 0 0 0,-1 1-1 0 0,0-1 1 0 0,0 1-1 0 0,0-1 1 0 0,1 1-1 0 0,-1-1 1 0 0,0 1 0 0 0,0 0-1 0 0,0 0 1 0 0,0-1-1 0 0,0 1 1 0 0,0 0-1 0 0,-1 0 1 0 0,1 0 0 0 0,0 0-1 0 0,1 2 1 0 0,27 41 731 0 0,-23-34-621 0 0,59 104 352 0 0,-65-113-507 0 0,0-1 0 0 0,0 0 0 0 0,0 0 0 0 0,0 0 0 0 0,0 0 0 0 0,0 0 0 0 0,0 0 0 0 0,0 0 0 0 0,0 0 1 0 0,0 0-1 0 0,1 1 0 0 0,-1-1 0 0 0,0 0 0 0 0,0 0 0 0 0,0 0 0 0 0,0 0 0 0 0,0 0 0 0 0,0 0 0 0 0,0 0 0 0 0,0 0 0 0 0,1 0 0 0 0,-1 0 0 0 0,0 0 0 0 0,0 0 0 0 0,0 0 0 0 0,0 0 0 0 0,0 0 0 0 0,0 0 0 0 0,0 0 0 0 0,1 0 1 0 0,-1 0-1 0 0,0 0 0 0 0,0 0 0 0 0,0 0 0 0 0,0 0 0 0 0,0 0 0 0 0,0 0 0 0 0,0 0 0 0 0,0 0 0 0 0,1 0 0 0 0,-1 0 0 0 0,0 0 0 0 0,0 0 0 0 0,0-1 0 0 0,0 1 0 0 0,0 0 0 0 0,0 0 0 0 0,0 0 0 0 0,0 0 0 0 0,0 0 0 0 0,0 0 0 0 0,1 0 1 0 0,-1 0-1 0 0,0 0 0 0 0,0-1 0 0 0,0 1 0 0 0,0 0 0 0 0,0 0 0 0 0,0 0 0 0 0,0 0 0 0 0,0 0 0 0 0,0 0 0 0 0,0-1 0 0 0,5-13 16 0 0,1-21 42 0 0,-5 33-48 0 0,3-23 46 0 0,11-35 1 0 0,-13 53-57 0 0,0 0 0 0 0,1 0 0 0 0,1 0 0 0 0,-1 0-1 0 0,1 1 1 0 0,0-1 0 0 0,0 1 0 0 0,1 0 0 0 0,8-9 0 0 0,-12 14-14 0 0,0 0 0 0 0,0 1 1 0 0,0-1-1 0 0,0 0 0 0 0,0 0 1 0 0,0 0-1 0 0,0 1 0 0 0,0-1 0 0 0,1 1 1 0 0,-1-1-1 0 0,0 1 0 0 0,1-1 1 0 0,-1 1-1 0 0,0 0 0 0 0,1-1 0 0 0,-1 1 1 0 0,0 0-1 0 0,1 0 0 0 0,-1 0 1 0 0,1 0-1 0 0,-1 0 0 0 0,0 1 0 0 0,1-1 1 0 0,-1 0-1 0 0,0 1 0 0 0,1-1 1 0 0,-1 1-1 0 0,0-1 0 0 0,0 1 0 0 0,1-1 1 0 0,-1 1-1 0 0,0 0 0 0 0,0 0 1 0 0,0-1-1 0 0,2 3 0 0 0,3 3-411 0 0,0 1 0 0 0,0 0 0 0 0,-1 0-1 0 0,8 13 1 0 0,-3-4-1599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3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112 160 7834 0 0,'-1'-3'372'0'0,"1"0"0"0"0,-1 1 0 0 0,0-1-1 0 0,1 0 1 0 0,-1 0 0 0 0,0 1 0 0 0,-1-1 0 0 0,1 0 0 0 0,0 1 0 0 0,-1 0 0 0 0,-2-4 0 0 0,3 5-205 0 0,1 1-1 0 0,-1-1 1 0 0,0 1 0 0 0,1-1-1 0 0,-1 1 1 0 0,1 0 0 0 0,-1-1-1 0 0,0 1 1 0 0,1 0 0 0 0,-1 0 0 0 0,0-1-1 0 0,1 1 1 0 0,-1 0 0 0 0,0 0-1 0 0,1 0 1 0 0,-1 0 0 0 0,0 0-1 0 0,0 0 1 0 0,1 0 0 0 0,-2 0-1 0 0,0 1-51 0 0,1-1 0 0 0,-1 1 0 0 0,1 0-1 0 0,-1-1 1 0 0,1 1 0 0 0,-1 0 0 0 0,1 0-1 0 0,-1 0 1 0 0,1 0 0 0 0,0 0 0 0 0,-1 1-1 0 0,0 0 1 0 0,-5 8 1 0 0,-1 1 0 0 0,2-1 0 0 0,0 1 0 0 0,0 1 1 0 0,1-1-1 0 0,0 1 0 0 0,1 0 0 0 0,0 0 0 0 0,1 0 0 0 0,0 0 0 0 0,1 0 0 0 0,1 1 1 0 0,0-1-1 0 0,1 21 0 0 0,0-30-106 0 0,0-1 0 0 0,1 1 0 0 0,-1-1 0 0 0,1 1 1 0 0,0-1-1 0 0,0 1 0 0 0,0-1 0 0 0,0 1 0 0 0,0-1 0 0 0,0 0 0 0 0,1 1 1 0 0,-1-1-1 0 0,1 0 0 0 0,-1 0 0 0 0,1 0 0 0 0,0 0 0 0 0,2 1 1 0 0,-3-2-16 0 0,1 0 0 0 0,0 0 1 0 0,0 0-1 0 0,0-1 0 0 0,-1 1 1 0 0,1-1-1 0 0,0 1 0 0 0,0-1 1 0 0,0 0-1 0 0,0 1 1 0 0,0-1-1 0 0,0 0 0 0 0,0 0 1 0 0,0-1-1 0 0,0 1 0 0 0,-1 0 1 0 0,1-1-1 0 0,2 0 0 0 0,2-1-57 0 0,1-1-1 0 0,-1 0 0 0 0,0 0 0 0 0,0 0 0 0 0,0-1 1 0 0,-1 0-1 0 0,1 0 0 0 0,-1-1 0 0 0,0 1 1 0 0,0-1-1 0 0,6-8 0 0 0,3-8 92 0 0,-2 0 0 0 0,0-1 0 0 0,-2 0 0 0 0,0 0 0 0 0,-1-1 0 0 0,-1-1 1 0 0,5-27-1 0 0,3-7 699 0 0,-14 50-532 0 0,1 0 0 0 0,0 1 0 0 0,0-1-1 0 0,6-10 1 0 0,-8 18-165 0 0,-1-1 0 0 0,0 0 0 0 0,1 1 0 0 0,-1-1 0 0 0,1 1 0 0 0,-1-1 0 0 0,1 1 0 0 0,-1-1 0 0 0,1 1 0 0 0,-1-1 0 0 0,1 1 0 0 0,0-1 0 0 0,-1 1-1 0 0,1 0 1 0 0,0-1 0 0 0,-1 1 0 0 0,1 0 0 0 0,0 0 0 0 0,-1-1 0 0 0,1 1 0 0 0,0 0 0 0 0,0 0 0 0 0,1 0 0 0 0,-1 1-3 0 0,0-1-1 0 0,0 1 1 0 0,0 0 0 0 0,1-1-1 0 0,-1 1 1 0 0,0 0 0 0 0,0 0-1 0 0,0 0 1 0 0,0 0 0 0 0,0 0-1 0 0,0 0 1 0 0,-1 0 0 0 0,1 0-1 0 0,0 0 1 0 0,-1 0 0 0 0,1 1-1 0 0,0-1 1 0 0,0 2 0 0 0,37 80 654 0 0,-21-44-453 0 0,40 69 0 0 0,-41-82-203 0 0,-1 1 1 0 0,-1 0 0 0 0,-2 1-1 0 0,-1 0 1 0 0,-1 1 0 0 0,-1 0-1 0 0,-1 0 1 0 0,-2 1-1 0 0,4 58 1 0 0,-9-43-32 0 0,-1 0-1 0 0,-3 0 1 0 0,-2-1-1 0 0,-1 1 1 0 0,-3-1-1 0 0,-15 48 1 0 0,6-32-1594 0 0,-2 2-6044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5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41 124 456 0 0,'-4'5'381'0'0,"4"-3"-203"0"0,2-6-57 0 0,1-3-168 0 0,-1-1 0 0 0,0 0 0 0 0,0 0 0 0 0,-1 0 0 0 0,0 0 0 0 0,0-16 0 0 0,3-31 11957 0 0,-5 55-11796 0 0,-8 6 1604 0 0,-9 17-1093 0 0,11-3-275 0 0,2 0-1 0 0,0-1 1 0 0,2 2 0 0 0,0-1 0 0 0,1 0-1 0 0,1 1 1 0 0,2 31 0 0 0,-1-49-328 0 0,0-1 1 0 0,1 1 0 0 0,-1 0-1 0 0,1 0 1 0 0,0-1-1 0 0,0 1 1 0 0,-1-1-1 0 0,2 1 1 0 0,-1-1 0 0 0,0 1-1 0 0,0-1 1 0 0,1 0-1 0 0,-1 1 1 0 0,1-1-1 0 0,0 0 1 0 0,0 0 0 0 0,0 0-1 0 0,0 0 1 0 0,0 0-1 0 0,0-1 1 0 0,3 3-1 0 0,-2-3-133 0 0,0 0-1 0 0,0 0 1 0 0,0 0-1 0 0,1 0 1 0 0,-1-1 0 0 0,0 1-1 0 0,0-1 1 0 0,0 0-1 0 0,1 0 1 0 0,-1 0-1 0 0,0 0 1 0 0,0-1-1 0 0,1 1 1 0 0,-1-1-1 0 0,0 0 1 0 0,0 0-1 0 0,0 0 1 0 0,3-2-1 0 0,17-7-5804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3225 0 0,'8'82'327'0'0,"15"140"980"0"0,-7 251-1 0 0,-67 294-798 0 0,-32-2 433 0 0,-24 281-161 0 0,51-433-590 0 0,-28 523 292 0 0,118 867-1734 0 0,30-115 1869 0 0,-55-678 1666 0 0,-25-582-1956 0 0,2-199 84 0 0,-6 157-261 0 0,4-326-583 0 0,-1 41-611 0 0,25 0 313 0 0,2-162-1100 0 0,-7-115 1398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398 0 5065 0 0,'-1'1'59'0'0,"0"-1"0"0"0,0 1 0 0 0,0-1 1 0 0,-1 1-1 0 0,1 0 0 0 0,0 0 0 0 0,0 0 0 0 0,1-1 0 0 0,-1 1 0 0 0,0 0 0 0 0,0 0 0 0 0,0 0 1 0 0,0 0-1 0 0,1 0 0 0 0,-1 0 0 0 0,1 1 0 0 0,-1-1 0 0 0,0 1 0 0 0,-9 22 218 0 0,6-11-45 0 0,1-1 0 0 0,0 1 0 0 0,0 0 0 0 0,2 0 1 0 0,0 0-1 0 0,0 24 0 0 0,14 82 486 0 0,-4-51-380 0 0,36 232-60 0 0,0 11-52 0 0,-27 480 50 0 0,-20-628-243 0 0,-25 400-193 0 0,23-502 20 0 0,-20 371-166 0 0,-41 450 358 0 0,14-516-92 0 0,-42 379 461 0 0,72-507-190 0 0,-69 897-190 0 0,41 96 768 0 0,27-566-490 0 0,2 871-451 0 0,20-1513 124 0 0,13 482-902 0 0,0-1 599 0 0,1 195-528 0 0,1 19 2192 0 0,-18-243 1171 0 0,-37 194 312 0 0,34-622-6218 0 0,-17 61-1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3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58 4145 0 0,'-3'-11'194'0'0,"3"7"406"0"0,-1-1 1 0 0,0 0-1 0 0,-1 0 1 0 0,1 1-1 0 0,-1-1 1 0 0,0 1-1 0 0,0-1 1 0 0,-4-5-1 0 0,6 10-528 0 0,-1 0-1 0 0,1 0 0 0 0,0 0 1 0 0,-1 1-1 0 0,1-1 0 0 0,-1 0 0 0 0,1 0 1 0 0,0 0-1 0 0,-1 0 0 0 0,1 1 1 0 0,0-1-1 0 0,-1 0 0 0 0,1 0 0 0 0,0 1 1 0 0,-1-1-1 0 0,1 0 0 0 0,0 0 0 0 0,-1 1 1 0 0,1-1-1 0 0,0 0 0 0 0,0 1 1 0 0,0-1-1 0 0,-1 0 0 0 0,1 1 0 0 0,0-1 1 0 0,0 1-1 0 0,0-1 0 0 0,0 0 1 0 0,0 1-1 0 0,0-1 0 0 0,-1 1 0 0 0,1-1 1 0 0,0 0-1 0 0,0 1 0 0 0,-5 17 870 0 0,-4 34-456 0 0,3-1 0 0 0,0 65 0 0 0,1-9-407 0 0,1-59-82 0 0,-11 260 358 0 0,16-267-266 0 0,2 0 1 0 0,1 0-1 0 0,2-1 1 0 0,2 1-1 0 0,19 55 1 0 0,-25-89-82 0 0,1-1 0 0 0,0 0 0 0 0,0 1-1 0 0,0-1 1 0 0,0 0 0 0 0,1-1 0 0 0,0 1 0 0 0,1-1 0 0 0,-1 1 0 0 0,1-1 0 0 0,0 0 0 0 0,0-1 0 0 0,0 0 0 0 0,1 1 0 0 0,0-2 0 0 0,11 7 0 0 0,-11-8 5 0 0,0 0 1 0 0,0 0-1 0 0,0 0 1 0 0,1-1-1 0 0,-1 0 1 0 0,0-1-1 0 0,1 1 0 0 0,-1-1 1 0 0,0-1-1 0 0,1 1 1 0 0,-1-1-1 0 0,0 0 1 0 0,0 0-1 0 0,1-1 1 0 0,-1 0-1 0 0,0 0 1 0 0,0 0-1 0 0,7-5 0 0 0,-4 3 78 0 0,-1-1-1 0 0,1-1 0 0 0,-1 1 0 0 0,-1-1 1 0 0,1-1-1 0 0,-1 1 0 0 0,0-1 1 0 0,0 0-1 0 0,7-12 0 0 0,10-23-4754 0 0,-16 23-557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4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63 193 5065 0 0,'-5'2'427'0'0,"-1"0"0"0"0,1 0 0 0 0,-1-1 0 0 0,0 0 0 0 0,0 0-1 0 0,-9 0 1 0 0,15-1-284 0 0,-1 0 0 0 0,1 0-1 0 0,-1 0 1 0 0,1 0 0 0 0,-1 0-1 0 0,1 0 1 0 0,-1 0 0 0 0,1 0-1 0 0,-1 0 1 0 0,0-1 0 0 0,1 1-1 0 0,-1 0 1 0 0,1 0 0 0 0,-1 0-1 0 0,1-1 1 0 0,0 1 0 0 0,-1 0-1 0 0,1-1 1 0 0,-1 1 0 0 0,1 0-1 0 0,-1-1 1 0 0,1 1 0 0 0,0 0 0 0 0,-1-1-1 0 0,1 1 1 0 0,0-1 0 0 0,-1 0-1 0 0,1-1 25 0 0,0 1-1 0 0,1 0 1 0 0,-1-1-1 0 0,0 1 1 0 0,1 0-1 0 0,-1 0 1 0 0,1-1-1 0 0,0 1 1 0 0,-1 0 0 0 0,1 0-1 0 0,0 0 1 0 0,0 0-1 0 0,0 0 1 0 0,0 0-1 0 0,-1 0 1 0 0,2 0-1 0 0,0-1 1 0 0,13-12 420 0 0,1 1 1 0 0,0 1-1 0 0,1 1 0 0 0,0 0 1 0 0,30-13-1 0 0,96-33 159 0 0,-118 49-1158 0 0,0 1-1 0 0,49-7 1 0 0,-41 11-863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8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99 4609 0 0,'-5'0'409'0'0,"0"1"-1"0"0,0 0 1 0 0,-1 0 0 0 0,1 0 0 0 0,1 1-1 0 0,-1-1 1 0 0,-9 6 0 0 0,11-6 618 0 0,37-12-918 0 0,1 1-1 0 0,0 1 1 0 0,1 2 0 0 0,0 2 0 0 0,62-2 0 0 0,25-4 46 0 0,360-23 178 0 0,-333 24-256 0 0,-99 5-97 0 0,-1 2 0 0 0,0 1 0 0 0,1 3 0 0 0,64 10-1 0 0,-72-3-951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9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0 1376 0 0,'-35'8'13181'0'0,"51"9"-12415"0"0,-9-11-615 0 0,4 6 145 0 0,1 0-1 0 0,19 12 1 0 0,-26-20-282 0 0,1 0 1 0 0,1-1-1 0 0,-1 0 1 0 0,0-1 0 0 0,1 1-1 0 0,-1-1 1 0 0,1 0-1 0 0,9 1 1 0 0,-13-3-12 0 0,19 4 2 0 0,0 0 1 0 0,41 14 0 0 0,-58-16-9 0 0,0 0 0 0 0,0 0 0 0 0,0 1 0 0 0,0-1 0 0 0,-1 1 0 0 0,1 0 1 0 0,-1 1-1 0 0,1-1 0 0 0,-1 1 0 0 0,0 0 0 0 0,0 0 0 0 0,-1 0 0 0 0,1 0 0 0 0,-1 1 0 0 0,0-1 0 0 0,0 1 0 0 0,3 7 1 0 0,-6-9 5 0 0,1 0 0 0 0,-1-1 0 0 0,0 1 0 0 0,0 0 1 0 0,0-1-1 0 0,0 1 0 0 0,0 0 0 0 0,-1 0 0 0 0,1-1 1 0 0,-1 1-1 0 0,0-1 0 0 0,0 1 0 0 0,0 0 0 0 0,0-1 1 0 0,0 1-1 0 0,0-1 0 0 0,-1 0 0 0 0,1 1 0 0 0,-1-1 1 0 0,-1 2-1 0 0,-43 46 659 0 0,35-40-298 0 0,-2 4-146 0 0,0 0 0 0 0,1 0 1 0 0,1 1-1 0 0,0 1 0 0 0,-11 22 0 0 0,16-26-881 0 0,1 0-1 0 0,0 1 1 0 0,1-1-1 0 0,-5 26 1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23 5065 0 0,'-3'-1'293'0'0,"1"1"-1"0"0,-1-1 0 0 0,1 1 1 0 0,-1-1-1 0 0,0 0 1 0 0,1 0-1 0 0,0 0 1 0 0,-1-1-1 0 0,-3-1 0 0 0,5 2-112 0 0,-1-1 0 0 0,1 1 0 0 0,-1 0 0 0 0,1 0 0 0 0,-1 1 0 0 0,0-1 0 0 0,1 0 0 0 0,-1 0 0 0 0,0 1 0 0 0,0-1 0 0 0,0 1 0 0 0,1 0 0 0 0,-1-1 0 0 0,0 1 0 0 0,0 0 0 0 0,0 0 0 0 0,0 0 0 0 0,0 0 0 0 0,0 0 0 0 0,1 1 0 0 0,-1-1 0 0 0,0 1 0 0 0,0-1 0 0 0,0 1 0 0 0,-2 1 0 0 0,-1 2 40 0 0,-1 1 0 0 0,2-1 0 0 0,-1 1 0 0 0,0 0-1 0 0,1 0 1 0 0,0 1 0 0 0,0-1 0 0 0,1 1-1 0 0,0 0 1 0 0,0 0 0 0 0,0 0 0 0 0,1 1 0 0 0,-1-1-1 0 0,1 1 1 0 0,1-1 0 0 0,-1 1 0 0 0,1 9-1 0 0,-2 4 49 0 0,2 0-1 0 0,0 0 1 0 0,2 1-1 0 0,4 30 1 0 0,11 32 110 0 0,4-2 1 0 0,31 82 0 0 0,-28-99-312 0 0,3-1 1 0 0,2-2-1 0 0,3-1 1 0 0,47 67-1 0 0,-7-31-979 0 0,-39-56-3530 0 0,-27-32 2851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93 215 6449 0 0,'-12'6'768'0'0,"-2"0"-883"0"0,1 1 1 0 0,-22 14 0 0 0,17-3 3306 0 0,37-23 464 0 0,133-79 1905 0 0,-5-8-3658 0 0,-29 18-3066 0 0,-90 56-5985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2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5529 0 0,'0'-1'121'0'0,"0"-1"0"0"0,1 1 0 0 0,-1 0-1 0 0,0 0 1 0 0,1 0 0 0 0,-1 0 0 0 0,1 0 0 0 0,0 0 0 0 0,-1 0-1 0 0,1 0 1 0 0,0 0 0 0 0,0 0 0 0 0,-1 0 0 0 0,1 0-1 0 0,0 0 1 0 0,0 0 0 0 0,0 1 0 0 0,0-1 0 0 0,0 0-1 0 0,0 1 1 0 0,0-1 0 0 0,2 0 0 0 0,27-16 821 0 0,1 3-412 0 0,2 1 0 0 0,0 3-1 0 0,0 0 1 0 0,1 2 0 0 0,67-7 0 0 0,177 6-152 0 0,-174 10-190 0 0,634 32-188 0 0,-159-2 0 0 0,-68-49 7 0 0,-347 9-6 0 0,87-13 258 0 0,-26 2 50 0 0,-193 18-246 0 0,467-8 937 0 0,-381 17-932 0 0,124 25 1 0 0,-92-5-1353 0 0,-106-19-3561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4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2030 4609 0 0,'0'1'74'0'0,"1"0"0"0"0,-1 0 0 0 0,0 0 1 0 0,0 0-1 0 0,0 0 0 0 0,0 0 0 0 0,1 0 0 0 0,-1-1 0 0 0,0 1 0 0 0,1 0 1 0 0,-1 0-1 0 0,1 0 0 0 0,-1 0 0 0 0,1-1 0 0 0,-1 1 0 0 0,1 0 1 0 0,0 0-1 0 0,-1-1 0 0 0,1 1 0 0 0,0 0 0 0 0,0-1 0 0 0,-1 1 0 0 0,1-1 1 0 0,1 1-1 0 0,-1-1-24 0 0,-1 1 1 0 0,1-1 0 0 0,-1 0 0 0 0,1 0-1 0 0,-1 0 1 0 0,1 0 0 0 0,0 0 0 0 0,-1 0-1 0 0,1 0 1 0 0,-1 0 0 0 0,1 0 0 0 0,-1 0-1 0 0,1 0 1 0 0,-1-1 0 0 0,1 1 0 0 0,0 0-1 0 0,-1 0 1 0 0,1 0 0 0 0,-1-1 0 0 0,1 1-1 0 0,-1 0 1 0 0,0-1 0 0 0,1 1 0 0 0,-1 0-1 0 0,1-1 1 0 0,-1 1 0 0 0,0-1-1 0 0,1 1 1 0 0,-1 0 0 0 0,0-1 0 0 0,1 1-1 0 0,-1-1 1 0 0,0 1 0 0 0,1-1 0 0 0,-1 1-1 0 0,0-1 1 0 0,0 0 0 0 0,0 1 0 0 0,0-1-1 0 0,0 1 1 0 0,0-2 0 0 0,35-141 478 0 0,-7-1 1 0 0,-7-1-1 0 0,-5-2 1 0 0,-7 1-1 0 0,-13-191 1 0 0,-7 161-102 0 0,-10-283 198 0 0,24 392-331 0 0,13-77 0 0 0,-4 53 70 0 0,-13 63 26 0 0,-2 17-114 0 0,2 11-273 0 0,1 0 1 0 0,0 0-1 0 0,0 0 1 0 0,-1 0 0 0 0,1 0-1 0 0,0 0 1 0 0,0 0-1 0 0,-1 0 1 0 0,1 0-1 0 0,0 0 1 0 0,0 0-1 0 0,-1 0 1 0 0,1 0-1 0 0,0 1 1 0 0,0-1-1 0 0,-1 0 1 0 0,1 0-1 0 0,0 0 1 0 0,0 0-1 0 0,-1 0 1 0 0,1 0 0 0 0,0 1-1 0 0,0-1 1 0 0,0 0-1 0 0,-1 0 1 0 0,1 0-1 0 0,0 1 1 0 0,0-1-1 0 0,0 0 1 0 0,0 0-1 0 0,0 1 1 0 0,0-1-1 0 0,-1 0 1 0 0,1 0-1 0 0,0 1 1 0 0,0-1-1 0 0,0 0 1 0 0,0 1-1 0 0,-1 4-18 0 0,-1 0 0 0 0,1 0 0 0 0,1 0 0 0 0,-1 0 0 0 0,1 0-1 0 0,0 0 1 0 0,0 0 0 0 0,0 0 0 0 0,1 0 0 0 0,1 7 0 0 0,0 4 20 0 0,3 63-16 0 0,17 158 84 0 0,3-101-73 0 0,34 202-1302 0 0,-26 1-456 0 0,-23-113 827 0 0,4 187 2373 0 0,-16-292-1195 0 0,-24 168 0 0 0,23-274-331 0 0,-4 26 445 0 0,7-40-349 0 0,0 1 0 0 0,0-1 0 0 0,0 1-1 0 0,0-1 1 0 0,0 1 0 0 0,0-1 0 0 0,0 0 0 0 0,0 1 0 0 0,0-1 0 0 0,1 1-1 0 0,-1-1 1 0 0,1 0 0 0 0,-1 1 0 0 0,1-1 0 0 0,-1 0 0 0 0,1 0 0 0 0,0 1 0 0 0,0-1-1 0 0,0 0 1 0 0,1 2 0 0 0,2 0-522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5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21 375 4145 0 0,'-1'0'135'0'0,"0"0"-1"0"0,0 0 1 0 0,0 0 0 0 0,0 0-1 0 0,0 0 1 0 0,0 0-1 0 0,0 0 1 0 0,-1-1 0 0 0,1 1-1 0 0,0 0 1 0 0,0 0 0 0 0,0-1-1 0 0,0 1 1 0 0,0-1 0 0 0,1 1-1 0 0,-1-1 1 0 0,-2 0 0 0 0,3 0-70 0 0,0 1 1 0 0,0-1 0 0 0,0 1-1 0 0,0 0 1 0 0,0-1 0 0 0,0 1-1 0 0,0-1 1 0 0,0 1-1 0 0,0 0 1 0 0,0-1 0 0 0,0 1-1 0 0,0-1 1 0 0,0 1 0 0 0,0 0-1 0 0,1-1 1 0 0,-1 1-1 0 0,0-1 1 0 0,0 1 0 0 0,0 0-1 0 0,1-1 1 0 0,-1 1 0 0 0,0 0-1 0 0,0-1 1 0 0,1 1-1 0 0,-1 0 1 0 0,0-1 0 0 0,1 1-1 0 0,-1 0 1 0 0,3-3 67 0 0,0 1 1 0 0,0-1-1 0 0,0 1 1 0 0,1 0-1 0 0,-1 0 0 0 0,0 1 1 0 0,1-1-1 0 0,3-1 1 0 0,33-5 208 0 0,1 2 0 0 0,-1 2 0 0 0,59 1 0 0 0,2-1-53 0 0,222-10 289 0 0,83-6-754 0 0,393-89-1298 0 0,-62 16 1410 0 0,-568 75 162 0 0,139-10 264 0 0,247 13 1883 0 0,-4 9-386 0 0,-498 3-1797 0 0,8-2-112 0 0,0 3 0 0 0,0 2 0 0 0,0 4 1 0 0,63 11-1 0 0,-71-3-1498 0 0,-30-3-3177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7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1028 3225 0 0,'6'-14'253'0'0,"-2"0"1"0"0,1 0-1 0 0,-2-1 0 0 0,3-21 1 0 0,3-8 48 0 0,30-130 991 0 0,-18 69 17 0 0,4 1 1 0 0,47-116-1 0 0,-62 196-1174 0 0,0 2-1 0 0,19-29 1 0 0,-22 42-162 0 0,0-1 0 0 0,0 1 0 0 0,0 0 0 0 0,1 1 1 0 0,1 0-1 0 0,-1 0 0 0 0,13-8 0 0 0,-18 14-17 0 0,0 0 1 0 0,0 0-1 0 0,0 1 0 0 0,1-1 0 0 0,-1 1 0 0 0,0 0 0 0 0,1 0 1 0 0,-1 0-1 0 0,1 0 0 0 0,-1 1 0 0 0,1-1 0 0 0,-1 1 0 0 0,1 0 1 0 0,-1 0-1 0 0,1 0 0 0 0,0 1 0 0 0,-1-1 0 0 0,5 2 1 0 0,-2 0-60 0 0,0 1 1 0 0,0-1 0 0 0,0 1 0 0 0,0 1 0 0 0,-1-1 0 0 0,0 1 0 0 0,1 0 0 0 0,-1 0 0 0 0,6 6 0 0 0,4 7-222 0 0,-1 0 0 0 0,-1 1 0 0 0,0 0 0 0 0,18 36 0 0 0,26 70-293 0 0,46 146 0 0 0,-4-11-578 0 0,-71-194 802 0 0,71 117 0 0 0,78 110 608 0 0,-169-278-204 0 0,7 12 8 0 0,1 0-1 0 0,20 24 0 0 0,-32-44 40 0 0,1-1 1 0 0,0 1 0 0 0,0-1-1 0 0,0-1 1 0 0,0 1 0 0 0,1-1 0 0 0,-1 0-1 0 0,1 0 1 0 0,0 0 0 0 0,1-1-1 0 0,-1 0 1 0 0,1 0 0 0 0,-1-1 0 0 0,12 3-1 0 0,-13-5 50 0 0,-1 0-1 0 0,1 0 1 0 0,0-1 0 0 0,-1 0-1 0 0,1 0 1 0 0,-1 0-1 0 0,1 0 1 0 0,-1-1-1 0 0,0 0 1 0 0,0 1 0 0 0,1-2-1 0 0,-1 1 1 0 0,-1 0-1 0 0,1-1 1 0 0,0 0-1 0 0,0 0 1 0 0,-1 0 0 0 0,0 0-1 0 0,0 0 1 0 0,0-1-1 0 0,0 0 1 0 0,3-4-1 0 0,5-8 123 0 0,-1 0 0 0 0,0 0-1 0 0,-1-1 1 0 0,7-18-1 0 0,4-22-57 0 0,-2 0 0 0 0,15-76 0 0 0,8-122 416 0 0,-34 206-447 0 0,5-39 61 0 0,37-209 1368 0 0,-38 252-1225 0 0,1 0 1 0 0,3 1-1 0 0,1 1 0 0 0,33-61 0 0 0,-45 97-261 0 0,0 0 0 0 0,0 0-1 0 0,1 1 1 0 0,11-12 0 0 0,-16 17-66 0 0,1 0 0 0 0,0 0 0 0 0,0 0 0 0 0,-1 1 0 0 0,1-1 1 0 0,0 0-1 0 0,0 0 0 0 0,0 1 0 0 0,0-1 0 0 0,0 1 0 0 0,0-1 0 0 0,0 1 0 0 0,0-1 0 0 0,0 1 0 0 0,0 0 0 0 0,0 0 0 0 0,0-1 0 0 0,1 1 0 0 0,-1 0 0 0 0,0 0 0 0 0,0 0 0 0 0,0 0 1 0 0,0 0-1 0 0,0 0 0 0 0,0 0 0 0 0,1 1 0 0 0,-1-1 0 0 0,0 0 0 0 0,0 1 0 0 0,0-1 0 0 0,0 1 0 0 0,0-1 0 0 0,0 1 0 0 0,0-1 0 0 0,0 1 0 0 0,0 0 0 0 0,-1-1 0 0 0,1 1 0 0 0,0 0 1 0 0,0 0-1 0 0,0-1 0 0 0,-1 1 0 0 0,2 2 0 0 0,11 19-25 0 0,0 2 0 0 0,-2-1 1 0 0,-1 1-1 0 0,0 1 1 0 0,-2 0-1 0 0,5 28 0 0 0,-2-12-90 0 0,26 75-91 0 0,4-2 0 0 0,6-2 0 0 0,61 107 0 0 0,-57-115 204 0 0,-4 1 1 0 0,34 117 0 0 0,-77-208-39 0 0,25 62 81 0 0,-26-70-68 0 0,0 0 0 0 0,0 0 0 0 0,0-1 0 0 0,1 1 0 0 0,0-1 0 0 0,0 0 0 0 0,1 0 0 0 0,-1 0 0 0 0,9 7 0 0 0,-12-11-56 0 0,1-1 1 0 0,-1 1 0 0 0,0 0 0 0 0,0 0 0 0 0,1-1 0 0 0,-1 1-1 0 0,0-1 1 0 0,1 1 0 0 0,-1-1 0 0 0,0 0 0 0 0,1 1 0 0 0,-1-1-1 0 0,1 0 1 0 0,-1 0 0 0 0,1 0 0 0 0,-1 0 0 0 0,0 0 0 0 0,1 0-1 0 0,-1-1 1 0 0,1 1 0 0 0,-1 0 0 0 0,0-1 0 0 0,3 0 0 0 0,-1-1-67 0 0,-1 0 1 0 0,1 1 0 0 0,0-1 0 0 0,-1-1-1 0 0,1 1 1 0 0,-1 0 0 0 0,0 0-1 0 0,0-1 1 0 0,0 0 0 0 0,2-2 0 0 0,4-9-211 0 0,-1 0 0 0 0,-1 0 0 0 0,7-20 0 0 0,-12 31 359 0 0,149-414-332 0 0,-121 327 121 0 0,26-140 0 0 0,-37 142 1096 0 0,56-162-1 0 0,-65 226-689 0 0,1 2-1 0 0,1-1 1 0 0,1 1 0 0 0,1 1 0 0 0,0 0-1 0 0,27-29 1 0 0,-33 42-81 0 0,1 0 1 0 0,0 1-1 0 0,1 0 1 0 0,-1 0-1 0 0,1 1 1 0 0,1 0-1 0 0,-1 1 1 0 0,1 0-1 0 0,0 0 0 0 0,0 1 1 0 0,0 0-1 0 0,1 1 1 0 0,0 0-1 0 0,-1 1 1 0 0,1 0-1 0 0,0 1 1 0 0,15 0-1 0 0,-20 1-143 0 0,-1 0-1 0 0,1 1 1 0 0,-1 0 0 0 0,1 0 0 0 0,-1 0-1 0 0,1 1 1 0 0,-1-1 0 0 0,0 1-1 0 0,0 1 1 0 0,0-1 0 0 0,0 1-1 0 0,0 0 1 0 0,-1 0 0 0 0,1 0-1 0 0,-1 0 1 0 0,0 1 0 0 0,0 0 0 0 0,0 0-1 0 0,0 0 1 0 0,-1 0 0 0 0,1 1-1 0 0,-1 0 1 0 0,4 8 0 0 0,4 9-114 0 0,-2 0 1 0 0,-1 1 0 0 0,0 0 0 0 0,5 29-1 0 0,-5-18 236 0 0,27 99 79 0 0,85 280-380 0 0,-99-354 158 0 0,4-1 0 0 0,1-1 0 0 0,3-1 1 0 0,66 93-1 0 0,-75-121 93 0 0,38 45 22 0 0,-53-67-141 0 0,0 0 0 0 0,1-1 0 0 0,0 0 0 0 0,0 0 0 0 0,0 0 0 0 0,1-1 0 0 0,-1 0 0 0 0,1 0 0 0 0,10 3 0 0 0,-16-6-10 0 0,0-1 0 0 0,1 0 0 0 0,-1 1-1 0 0,1-1 1 0 0,-1 0 0 0 0,0 0 0 0 0,1 0 0 0 0,-1 0 0 0 0,1 0 0 0 0,-1 0 0 0 0,1 0 0 0 0,-1 0 0 0 0,0-1 0 0 0,1 1 0 0 0,-1 0 0 0 0,0-1 0 0 0,1 1 0 0 0,-1-1-1 0 0,0 0 1 0 0,1 1 0 0 0,0-2 0 0 0,1 0-51 0 0,-1-1-1 0 0,0 1 0 0 0,0 0 1 0 0,0 0-1 0 0,0-1 0 0 0,0 0 1 0 0,-1 1-1 0 0,1-1 0 0 0,1-4 1 0 0,1-5-253 0 0,0-1 0 0 0,0 1 0 0 0,2-21 0 0 0,-6 31 333 0 0,6-46-1138 0 0,-1-48 0 0 0,3-32-130 0 0,117-534 4187 0 0,-111 609-2218 0 0,2 1 0 0 0,35-77 0 0 0,-41 109-381 0 0,0 0 1 0 0,2 2-1 0 0,0-1 1 0 0,1 1-1 0 0,0 1 1 0 0,2 0-1 0 0,0 1 1 0 0,1 1 0 0 0,22-17-1 0 0,-36 30-234 0 0,1 0 1 0 0,0 0-1 0 0,0 0 0 0 0,0 0 1 0 0,0 0-1 0 0,0 1 0 0 0,0-1 1 0 0,1 1-1 0 0,-1 0 0 0 0,0 0 1 0 0,1 0-1 0 0,-1 0 0 0 0,1 1 1 0 0,-1 0-1 0 0,1-1 0 0 0,-1 1 1 0 0,6 1-1 0 0,-6 0-10 0 0,0 0 0 0 0,0 1 0 0 0,0-1 0 0 0,0 1 0 0 0,0-1 1 0 0,-1 1-1 0 0,1 0 0 0 0,-1 0 0 0 0,1 0 0 0 0,-1 1 0 0 0,0-1 0 0 0,1 0 0 0 0,-1 1 0 0 0,-1 0 0 0 0,1-1 0 0 0,0 1 1 0 0,-1 0-1 0 0,3 6 0 0 0,16 41 48 0 0,-2 0 1 0 0,-2 2-1 0 0,-3 0 1 0 0,8 58-1 0 0,-11-49-11 0 0,4-1-1 0 0,34 100 1 0 0,-24-108 132 0 0,1-1 0 0 0,39 57 0 0 0,75 89 899 0 0,-9-12 457 0 0,-112-157-1390 0 0,44 62-909 0 0,-39-65-5591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0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548 3 3681 0 0,'-1'0'59'0'0,"1"0"-1"0"0,-1-1 1 0 0,0 1 0 0 0,0 0 0 0 0,1-1 0 0 0,-1 1-1 0 0,0 0 1 0 0,0 0 0 0 0,0 0 0 0 0,1 0 0 0 0,-1 0 0 0 0,0 0-1 0 0,0 0 1 0 0,0 0 0 0 0,1 0 0 0 0,-1 0 0 0 0,0 0-1 0 0,0 0 1 0 0,1 0 0 0 0,-1 1 0 0 0,0-1 0 0 0,0 0 0 0 0,1 1-1 0 0,-1-1 1 0 0,0 1 0 0 0,1-1 0 0 0,-1 0 0 0 0,0 1-1 0 0,0 0 1 0 0,-1 1 19 0 0,1 1-1 0 0,-1-1 1 0 0,1 0-1 0 0,-1 0 1 0 0,1 1-1 0 0,0-1 1 0 0,0 1-1 0 0,0-1 1 0 0,-1 4 0 0 0,-1 7 171 0 0,1 0 1 0 0,-2 22-1 0 0,4-35-247 0 0,-1 40 643 0 0,6 49 1 0 0,-1 13-43 0 0,-34 404 609 0 0,2-57-1035 0 0,-1 306 331 0 0,21-371-508 0 0,-26 410 0 0 0,-31 358 54 0 0,61-813-120 0 0,-31 855 54 0 0,-118 451 8 0 0,69-809 62 0 0,44 281 635 0 0,89 2-31 0 0,-20-530-37 0 0,26 347-5 0 0,-50-889-1593 0 0,1-4-3484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1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3 1376 0 0,'1'0'10'0'0,"-1"-1"0"0"0,0 1 0 0 0,0 0 0 0 0,1 0 0 0 0,-1 0 0 0 0,0-1 0 0 0,0 1 0 0 0,1 0 0 0 0,-1 0 0 0 0,0 0-1 0 0,1 0 1 0 0,-1 0 0 0 0,0 0 0 0 0,0 0 0 0 0,1 0 0 0 0,-1 0 0 0 0,0 0 0 0 0,1 0 0 0 0,-1 0 0 0 0,0 0 0 0 0,1 0 0 0 0,-1 0 0 0 0,0 0-1 0 0,0 0 1 0 0,1 0 0 0 0,-1 0 0 0 0,0 0 0 0 0,1 0 0 0 0,-1 1 0 0 0,0-1 0 0 0,0 0 0 0 0,1 0 0 0 0,-1 0 0 0 0,0 0 0 0 0,0 1 0 0 0,1-1 0 0 0,-1 0-1 0 0,0 0 1 0 0,0 1 0 0 0,0-1 0 0 0,0 0 0 0 0,1 0 0 0 0,-1 1 0 0 0,0-1 0 0 0,0 0 0 0 0,0 0 0 0 0,0 1 0 0 0,0-1 0 0 0,0 0 0 0 0,0 1-1 0 0,0-1 1 0 0,0 0 0 0 0,0 0 0 0 0,0 1 0 0 0,0-1 0 0 0,0 0 0 0 0,0 1 0 0 0,0-1 0 0 0,0 1 0 0 0,0 0-40 0 0,0 0 0 0 0,1 0 0 0 0,-1 0 0 0 0,0-1-1 0 0,0 1 1 0 0,0 0 0 0 0,0 0 0 0 0,-1 0 0 0 0,1 0 0 0 0,0 0 0 0 0,0 0 0 0 0,0 0 0 0 0,-1 0 0 0 0,1 0 0 0 0,-1 0 0 0 0,1-1 0 0 0,0 1 0 0 0,-1 0 0 0 0,1 0-1 0 0,-1 0 1 0 0,0-1 0 0 0,-1 2 0 0 0,-1 1 147 0 0,2-3-87 0 0,1 1 0 0 0,-1-1-1 0 0,0 1 1 0 0,1-1 0 0 0,-1 0 0 0 0,0 1-1 0 0,1-1 1 0 0,-1 0 0 0 0,0 1-1 0 0,1-1 1 0 0,-1 0 0 0 0,0 0 0 0 0,1 1-1 0 0,-1-1 1 0 0,0 0 0 0 0,0 0 0 0 0,1 0-1 0 0,-1 0 1 0 0,0 0 0 0 0,0 0 0 0 0,1 0-1 0 0,-1-1 1 0 0,0 1 0 0 0,0 0-1 0 0,1 0 1 0 0,-1 0 0 0 0,0-1 0 0 0,1 1-1 0 0,-1 0 1 0 0,0-1 0 0 0,1 1 0 0 0,-1-1-1 0 0,0 1 1 0 0,1-1 0 0 0,-1 1 0 0 0,1-1-1 0 0,-1 1 1 0 0,1-1 0 0 0,-1 1-1 0 0,1-1 1 0 0,-1-1 0 0 0,-14-11 13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2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0 4145 0 0,'-2'1'100'0'0,"0"-1"1"0"0,1 1-1 0 0,-1 0 0 0 0,0 0 1 0 0,1 0-1 0 0,-1-1 0 0 0,1 2 1 0 0,-1-1-1 0 0,1 0 0 0 0,0 0 1 0 0,0 0-1 0 0,-1 0 0 0 0,1 1 1 0 0,0-1-1 0 0,0 1 0 0 0,0-1 1 0 0,0 1-1 0 0,0-1 0 0 0,1 1 1 0 0,-1 0-1 0 0,0-1 0 0 0,1 1 1 0 0,-1 0-1 0 0,1-1 0 0 0,0 1 1 0 0,-1 0-1 0 0,1 2 0 0 0,-8 59 1078 0 0,8-56-955 0 0,-25 428 3375 0 0,49 216-3090 0 0,1-216-510 0 0,-66 971 2 0 0,34-363 0 0 0,14-264 0 0 0,-29 577 212 0 0,-2-278 836 0 0,19-400-714 0 0,4 453 248 0 0,11 60-574 0 0,-8-517-88 0 0,-3-176-123 0 0,21 592-403 0 0,17-743 2972 0 0,-13-145-1962 0 0,-17-96-403 0 0,-8 108 0 0 0,-1-76-145 0 0,2-122-203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3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2 115 5065 0 0,'0'0'53'0'0,"0"-1"0"0"0,-1 1 0 0 0,1 0 0 0 0,0-1-1 0 0,0 1 1 0 0,0 0 0 0 0,0-1 0 0 0,0 1 0 0 0,0-1 0 0 0,0 1-1 0 0,0 0 1 0 0,0-1 0 0 0,0 1 0 0 0,0 0 0 0 0,0-1 0 0 0,0 1 0 0 0,0 0-1 0 0,0-1 1 0 0,0 1 0 0 0,0-1 0 0 0,0 1 0 0 0,0 0 0 0 0,0-1 0 0 0,1 1-1 0 0,-1 0 1 0 0,0 0 0 0 0,0-1 0 0 0,0 1 0 0 0,1 0 0 0 0,-1-1 0 0 0,0 1-1 0 0,1 0 1 0 0,-1 0 0 0 0,0-1 0 0 0,0 1 0 0 0,1 0 0 0 0,-1 0 0 0 0,0 0-1 0 0,1 0 1 0 0,-1-1 0 0 0,0 1 0 0 0,1 0 0 0 0,-1 0 0 0 0,0 0 0 0 0,2 0-1 0 0,16-11 538 0 0,-8 9-320 0 0,1 1 1 0 0,-1 0-1 0 0,1 0 1 0 0,0 0-1 0 0,-1 2 1 0 0,15 1 0 0 0,20 0 899 0 0,-12-3-420 0 0,162-9 2305 0 0,-161 6-3093 0 0,0-2 0 0 0,-1-1 0 0 0,57-19 0 0 0,-1-6-5828 0 0,-77 28 2434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6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1663 3609 0 0,'1'-1'-11'0'0,"24"-8"769"0"0,-24 9-711 0 0,0 0 0 0 0,1 1-1 0 0,-1-1 1 0 0,0 0 0 0 0,0 1 0 0 0,1-1 0 0 0,-1 1-1 0 0,0-1 1 0 0,0 1 0 0 0,0-1 0 0 0,0 1 0 0 0,0 0-1 0 0,0 0 1 0 0,0-1 0 0 0,0 1 0 0 0,0 0 0 0 0,1 1-1 0 0,-2-2 69 0 0,1 1 0 0 0,-1-1-1 0 0,1 0 1 0 0,-1 0-1 0 0,1 0 1 0 0,-1 0 0 0 0,1 0-1 0 0,-1 0 1 0 0,1 0-1 0 0,-1-1 1 0 0,1 1 0 0 0,-1 0-1 0 0,1 0 1 0 0,-1 0-1 0 0,1 0 1 0 0,-1-1 0 0 0,1 1-1 0 0,-1 0 1 0 0,1 0-1 0 0,-1-1 1 0 0,1 1 0 0 0,-1 0-1 0 0,0-1 1 0 0,1 1 0 0 0,-1-1-1 0 0,0 1 1 0 0,1 0-1 0 0,-1-1 1 0 0,0 1 0 0 0,1-1-1 0 0,-1 1 1 0 0,0-1-1 0 0,0 1 1 0 0,0-1 0 0 0,0 1-1 0 0,1-1 1 0 0,-1 1-1 0 0,0-1 1 0 0,0 0 0 0 0,8-26 1080 0 0,-1-6 1118 0 0,-8 33-2315 0 0,0 0-1 0 0,0 0 1 0 0,1 0 0 0 0,-1 0 0 0 0,0 0-1 0 0,0 0 1 0 0,1 0 0 0 0,-1-1 0 0 0,0 1-1 0 0,1 0 1 0 0,-1 0 0 0 0,0-1 0 0 0,1 1-1 0 0,-1 0 1 0 0,0-1 0 0 0,1 1 0 0 0,-1 0-1 0 0,1-1 1 0 0,-1 1 0 0 0,0-1 0 0 0,1 1-1 0 0,-1-1 1 0 0,1 1 0 0 0,-1-1 0 0 0,1 0-1 0 0,0 1 1 0 0,-1-1 0 0 0,1 1 0 0 0,0-1-1 0 0,-1 0 1 0 0,1 1 0 0 0,0-1 0 0 0,0 0-1 0 0,0 0 1 0 0,-1 1 0 0 0,1-1 0 0 0,0 0-1 0 0,0 0 1 0 0,0 1 0 0 0,0-1 0 0 0,0 0-1 0 0,0 1 1 0 0,0-1 0 0 0,1 0 0 0 0,-1-1-1 0 0,15-40 84 0 0,-7 23 10 0 0,-4-8 130 0 0,-1-1 0 0 0,-1 0 0 0 0,-2 0 0 0 0,-1 0 0 0 0,-5-34 0 0 0,4 29 129 0 0,1 30-323 0 0,-20-339 1260 0 0,19 245-1340 0 0,17-147 0 0 0,-1 148 24 0 0,49-175 0 0 0,-61 265 31 0 0,64-184 46 0 0,-65 185-212 0 0,3-11-153 0 0,-4 16 301 0 0,0 0 0 0 0,0 0 1 0 0,0 0-1 0 0,0 0 0 0 0,0 0 0 0 0,0-1 0 0 0,0 1 0 0 0,0 0 0 0 0,0 0 0 0 0,0 0 0 0 0,0 0 1 0 0,0 0-1 0 0,0 0 0 0 0,0-1 0 0 0,0 1 0 0 0,0 0 0 0 0,0 0 0 0 0,0 0 0 0 0,0 0 0 0 0,0 0 0 0 0,0-1 1 0 0,0 1-1 0 0,0 0 0 0 0,0 0 0 0 0,0 0 0 0 0,0 0 0 0 0,0 0 0 0 0,0 0 0 0 0,0 0 0 0 0,0-1 0 0 0,1 1 1 0 0,-1 0-1 0 0,0 0 0 0 0,0 0 0 0 0,0 0 0 0 0,0 0 0 0 0,0 0 0 0 0,0 0 0 0 0,0 0 0 0 0,1 0 0 0 0,-1 0 1 0 0,0 0-1 0 0,0 0 0 0 0,0-1 0 0 0,0 1 0 0 0,0 0 0 0 0,1 0 0 0 0,-1 0 0 0 0,0 0 0 0 0,0 0 0 0 0,0 0 1 0 0,0 0-1 0 0,0 0 0 0 0,1 1 0 0 0,-1-1 0 0 0,0 0 0 0 0,0 0 0 0 0,0 0 0 0 0,0 0 0 0 0,0 0 0 0 0,5 12-85 0 0,-1 0 0 0 0,-1 0 0 0 0,0 0 0 0 0,-1 0 0 0 0,0 1-1 0 0,-1 12 1 0 0,3 10 12 0 0,8 161-657 0 0,-10-132-737 0 0,16 110-1 0 0,-18-170 1382 0 0,1-1 1 0 0,-1 1-1 0 0,1-1 0 0 0,0 0 0 0 0,1 1 0 0 0,-1-1 0 0 0,0 0 0 0 0,1 0 1 0 0,0 0-1 0 0,3 5 0 0 0,-3-10 102 0 0,0 0 0 0 0,-1-1 0 0 0,1 1 0 0 0,-1-1 0 0 0,0 1 0 0 0,1-1 0 0 0,-1 1 0 0 0,0-1 0 0 0,0 0 0 0 0,-1 1 0 0 0,1-4 0 0 0,0 2 0 0 0,81-289-564 0 0,-45 151 365 0 0,-35 133 198 0 0,10-31 55 0 0,-11 37-52 0 0,-1 2 1 0 0,1-1 0 0 0,0 0 0 0 0,0 0 0 0 0,0 0 0 0 0,0 0 0 0 0,0 0 0 0 0,1 1 0 0 0,-1-1-1 0 0,0 1 1 0 0,1-1 0 0 0,-1 1 0 0 0,1-1 0 0 0,0 1 0 0 0,2-2 0 0 0,-3 3-3 0 0,0 0 1 0 0,-1 0 0 0 0,1 0-1 0 0,0 0 1 0 0,-1 0-1 0 0,1 0 1 0 0,0 1-1 0 0,0-1 1 0 0,-1 0-1 0 0,1 0 1 0 0,-1 1 0 0 0,1-1-1 0 0,0 0 1 0 0,-1 1-1 0 0,1-1 1 0 0,-1 1-1 0 0,1-1 1 0 0,0 1 0 0 0,-1-1-1 0 0,0 1 1 0 0,1-1-1 0 0,-1 1 1 0 0,1-1-1 0 0,-1 1 1 0 0,0 0 0 0 0,1-1-1 0 0,-1 1 1 0 0,0 0-1 0 0,1-1 1 0 0,-1 1-1 0 0,0 0 1 0 0,0-1 0 0 0,0 1-1 0 0,0 0 1 0 0,0 0-1 0 0,0-1 1 0 0,0 1-1 0 0,0 1 1 0 0,4 36 48 0 0,-4-33-36 0 0,2 72 362 0 0,-3-50-221 0 0,2 1 1 0 0,1-1 0 0 0,1 1-1 0 0,11 43 1 0 0,-14-70-155 0 0,0 0-1 0 0,0 0 1 0 0,0-1 0 0 0,0 1 0 0 0,0 0-1 0 0,1 0 1 0 0,-1 0 0 0 0,0-1-1 0 0,1 1 1 0 0,-1 0 0 0 0,0 0-1 0 0,1-1 1 0 0,-1 1 0 0 0,1 0-1 0 0,-1-1 1 0 0,1 1 0 0 0,-1 0-1 0 0,1-1 1 0 0,0 1 0 0 0,-1-1 0 0 0,1 1-1 0 0,0-1 1 0 0,-1 1 0 0 0,1-1-1 0 0,0 0 1 0 0,-1 1 0 0 0,1-1-1 0 0,0 0 1 0 0,1 1 0 0 0,-1-2 7 0 0,0 1 1 0 0,1-1-1 0 0,-1 0 1 0 0,0 1-1 0 0,0-1 1 0 0,0 0-1 0 0,0 0 1 0 0,0 0-1 0 0,0 1 1 0 0,0-1-1 0 0,0 0 1 0 0,-1 0-1 0 0,1 0 1 0 0,0-1-1 0 0,0 1 0 0 0,0-1 1 0 0,23-52 212 0 0,-24 53-222 0 0,11-32-80 0 0,-5 13-68 0 0,1 1 0 0 0,0-1 0 0 0,1 1 0 0 0,2 1 0 0 0,0-1-1 0 0,0 2 1 0 0,16-20 0 0 0,-25 36 147 0 0,0 0-1 0 0,-1 0 0 0 0,1 0 1 0 0,0 0-1 0 0,0 0 1 0 0,0 0-1 0 0,0 0 0 0 0,0 1 1 0 0,0-1-1 0 0,0 0 1 0 0,0 1-1 0 0,0-1 0 0 0,0 0 1 0 0,0 1-1 0 0,0 0 0 0 0,0-1 1 0 0,0 1-1 0 0,0 0 1 0 0,1-1-1 0 0,-1 1 0 0 0,0 0 1 0 0,0 0-1 0 0,1 0 1 0 0,-1 0-1 0 0,0 0 0 0 0,0 0 1 0 0,3 1-1 0 0,-3 0 0 0 0,1 0-1 0 0,0 1 1 0 0,-1-1 0 0 0,1 1-1 0 0,-1-1 1 0 0,1 1-1 0 0,-1-1 1 0 0,0 1 0 0 0,1 0-1 0 0,-1-1 1 0 0,0 1-1 0 0,0 0 1 0 0,0 0 0 0 0,0 3-1 0 0,4 9-33 0 0,-1-1 0 0 0,-1 1 0 0 0,3 20 0 0 0,-5-23-24 0 0,2 1 0 0 0,-1-1-1 0 0,2 0 1 0 0,-1 0-1 0 0,2-1 1 0 0,7 16-1 0 0,-11-24 33 0 0,1 0-1 0 0,-1 1 1 0 0,1-1-1 0 0,0 0 0 0 0,-1 0 1 0 0,1 0-1 0 0,0 0 0 0 0,0 0 1 0 0,0-1-1 0 0,1 1 0 0 0,-1 0 1 0 0,0-1-1 0 0,0 0 0 0 0,4 2 1 0 0,-4-3-50 0 0,0 1 1 0 0,0-1-1 0 0,0 0 1 0 0,0 0 0 0 0,0 0-1 0 0,0 0 1 0 0,0 0-1 0 0,0-1 1 0 0,0 1 0 0 0,0-1-1 0 0,0 1 1 0 0,0-1-1 0 0,-1 0 1 0 0,1 1 0 0 0,0-1-1 0 0,0 0 1 0 0,0 0-1 0 0,-1 0 1 0 0,1-1-1 0 0,-1 1 1 0 0,1 0 0 0 0,1-3-1 0 0,19-17-784 0 0,-19 18 846 0 0,0-1 1 0 0,0 1-1 0 0,0 0 0 0 0,1-1 1 0 0,-1 1-1 0 0,1 1 1 0 0,0-1-1 0 0,0 1 1 0 0,0-1-1 0 0,0 1 0 0 0,0 0 1 0 0,0 0-1 0 0,1 1 1 0 0,-1-1-1 0 0,0 1 1 0 0,1 0-1 0 0,-1 0 1 0 0,1 1-1 0 0,0-1 0 0 0,-1 1 1 0 0,9 1-1 0 0,10 0 1049 0 0,0-1-1 0 0,-1-1 0 0 0,1-1 1 0 0,28-6-1 0 0,-48 7-946 0 0,1 0-1 0 0,0 1 1 0 0,0-1-1 0 0,-1 1 1 0 0,1 0-1 0 0,0 0 1 0 0,0 0-1 0 0,0 1 1 0 0,-1-1 0 0 0,1 1-1 0 0,0 0 1 0 0,-1 0-1 0 0,1 0 1 0 0,0 1-1 0 0,-1-1 1 0 0,0 1-1 0 0,1 0 1 0 0,-1 0-1 0 0,0 0 1 0 0,0 0 0 0 0,0 1-1 0 0,0-1 1 0 0,0 1-1 0 0,-1 0 1 0 0,1-1-1 0 0,-1 1 1 0 0,0 0-1 0 0,0 1 1 0 0,0-1-1 0 0,0 0 1 0 0,0 1 0 0 0,-1-1-1 0 0,2 6 1 0 0,43 117 188 0 0,-34-87-36 0 0,-6-25-24 0 0,-2 0 0 0 0,0 1 0 0 0,-1-1 0 0 0,0 1 0 0 0,0 25 0 0 0,-25 257 232 0 0,18-233-215 0 0,8 112 0 0 0,-1-109-239 0 0,-3-61 10 0 0,1 243 0 0 0,-1-206 0 0 0,7 63 0 0 0,-2-35 0 0 0,-5-68 0 0 0,0 0 0 0 0,0-1 0 0 0,0 1 0 0 0,0 0 0 0 0,0 0 0 0 0,1 0 0 0 0,-1-1 0 0 0,1 1 0 0 0,0 0 0 0 0,0-1 0 0 0,0 1 0 0 0,0 0 0 0 0,0-1 0 0 0,0 1 0 0 0,1-1 0 0 0,-1 0 0 0 0,1 1 0 0 0,0-1 0 0 0,0 0 0 0 0,0 0 0 0 0,0 0 0 0 0,0 0 0 0 0,0-1 0 0 0,0 1 0 0 0,5 2 0 0 0,-6-4 20 0 0,0 1 0 0 0,0-1 0 0 0,0 0 0 0 0,0 1-1 0 0,0-1 1 0 0,0 1 0 0 0,0 0 0 0 0,0-1 0 0 0,0 1 0 0 0,0 0-1 0 0,0-1 1 0 0,0 1 0 0 0,0 0 0 0 0,-1 0 0 0 0,1 0 0 0 0,0 0 0 0 0,-1 0-1 0 0,2 1 1 0 0,1 23-9 0 0,7-20 1182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84 4609 0 0,'1'-1'147'0'0,"0"0"1"0"0,0-1-1 0 0,0 1 0 0 0,0 0 1 0 0,0 0-1 0 0,0 0 0 0 0,0 0 1 0 0,0 0-1 0 0,1 0 0 0 0,-1 0 1 0 0,0 0-1 0 0,1 0 0 0 0,-1 1 1 0 0,4-2-1 0 0,22-10 288 0 0,-19 10-254 0 0,0 1 0 0 0,0-1 0 0 0,0 2 1 0 0,0-1-1 0 0,0 1 0 0 0,0 0 0 0 0,0 1 1 0 0,14 2-1 0 0,36 1 1487 0 0,15-13-403 0 0,-41 3-2510 0 0,43-15 1 0 0,-55 15 1972 0 0,1 1 1 0 0,-1 1-1 0 0,1 1 0 0 0,31 0 1 0 0,-50 3-1117 0 0,1 1 1 0 0,-1 0 0 0 0,1 0-1 0 0,-1 0 1 0 0,0 0 0 0 0,0 0-1 0 0,1 0 1 0 0,-1 1 0 0 0,0-1-1 0 0,3 3 1 0 0,-4-3 118 0 0,0 0 0 0 0,0 0 1 0 0,0 0-1 0 0,0 0 0 0 0,0 0 1 0 0,0 0-1 0 0,0 0 0 0 0,1-1 1 0 0,-1 1-1 0 0,0 0 0 0 0,1-1 1 0 0,-1 1-1 0 0,0-1 0 0 0,1 1 0 0 0,-1-1 1 0 0,1 0-1 0 0,-1 0 0 0 0,0 0 1 0 0,1 1-1 0 0,-1-1 0 0 0,1-1 1 0 0,2 1-1 0 0,1-7-140 0 0,-12 5-124 0 0,-17 7-127 0 0,4-1 759 0 0,15-5-46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1 217 5065 0 0,'1'0'942'0'0,"33"-4"3876"0"0,-31 3-4738 0 0,0 0-1 0 0,-1 0 0 0 0,1 0 0 0 0,0 0 1 0 0,0 0-1 0 0,0-1 0 0 0,-1 0 0 0 0,1 1 1 0 0,-1-1-1 0 0,1 0 0 0 0,-1 0 0 0 0,0 0 1 0 0,0-1-1 0 0,0 1 0 0 0,3-5 0 0 0,-1-1-152 0 0,0-1-1 0 0,0 0 1 0 0,-1 0-1 0 0,3-15 0 0 0,-5 17 121 0 0,1 0-1 0 0,0 0 1 0 0,0 1-1 0 0,0-1 0 0 0,1 1 1 0 0,-1 0-1 0 0,2 0 0 0 0,-1 0 1 0 0,8-10-1 0 0,-11 15-45 0 0,0 1 0 0 0,0 0-1 0 0,0 0 1 0 0,1 0 0 0 0,-1 0-1 0 0,0 0 1 0 0,0 0 0 0 0,0 0-1 0 0,0 0 1 0 0,0 0 0 0 0,0 0-1 0 0,0 0 1 0 0,0 0 0 0 0,0 0-1 0 0,1 0 1 0 0,-1 0-1 0 0,0 0 1 0 0,0 0 0 0 0,0 0-1 0 0,0 0 1 0 0,0 0 0 0 0,0 0-1 0 0,0 0 1 0 0,0 0 0 0 0,1 0-1 0 0,-1 0 1 0 0,0 0 0 0 0,0 0-1 0 0,0 0 1 0 0,0 0 0 0 0,0 0-1 0 0,0 0 1 0 0,0 0 0 0 0,0 0-1 0 0,0 0 1 0 0,0 1 0 0 0,1-1-1 0 0,-1 0 1 0 0,0 0 0 0 0,0 0-1 0 0,0 0 1 0 0,0 0 0 0 0,0 0-1 0 0,0 0 1 0 0,0 0 0 0 0,0 0-1 0 0,0 0 1 0 0,0 1 0 0 0,0-1-1 0 0,0 0 1 0 0,0 0 0 0 0,0 0-1 0 0,0 0 1 0 0,0 0 0 0 0,0 0-1 0 0,0 0 1 0 0,0 0 0 0 0,0 1-1 0 0,2 11 58 0 0,-3 12 104 0 0,0-5 156 0 0,-1 39 370 0 0,2-53-647 0 0,0-1 0 0 0,1 0 0 0 0,-1 1 0 0 0,1-1 0 0 0,0 0 0 0 0,0 1 0 0 0,1-1 0 0 0,-1 0 0 0 0,5 8 0 0 0,-6-12-37 0 0,0 1-1 0 0,0-1 1 0 0,1 0-1 0 0,-1 1 0 0 0,0-1 1 0 0,0 0-1 0 0,1 0 1 0 0,-1 1-1 0 0,0-1 1 0 0,1 0-1 0 0,-1 0 0 0 0,0 1 1 0 0,1-1-1 0 0,-1 0 1 0 0,0 0-1 0 0,1 0 1 0 0,-1 0-1 0 0,0 1 1 0 0,1-1-1 0 0,-1 0 0 0 0,1 0 1 0 0,-1 0-1 0 0,0 0 1 0 0,1 0-1 0 0,-1 0 1 0 0,1 0-1 0 0,-1 0 0 0 0,0 0 1 0 0,1 0-1 0 0,-1 0 1 0 0,0 0-1 0 0,1 0 1 0 0,-1-1-1 0 0,1 1 0 0 0,-1 0 1 0 0,0 0-1 0 0,1-1 1 0 0,14-14 16 0 0,5-23-32 0 0,-5-6-121 0 0,-12 35 54 0 0,-1-1 1 0 0,1 1-1 0 0,1 0 0 0 0,0 0 0 0 0,0 0 1 0 0,0 1-1 0 0,1-1 0 0 0,1 1 1 0 0,8-11-1 0 0,-13 19 103 0 0,0-1 1 0 0,0 0-1 0 0,0 1 1 0 0,0-1-1 0 0,-1 1 1 0 0,1-1-1 0 0,0 1 1 0 0,0-1-1 0 0,0 1 1 0 0,1 0-1 0 0,-1 0 1 0 0,0-1-1 0 0,0 1 1 0 0,0 0-1 0 0,0 0 0 0 0,0 0 1 0 0,0 0-1 0 0,0 0 1 0 0,0 0-1 0 0,0 1 1 0 0,0-1-1 0 0,0 0 1 0 0,0 1-1 0 0,0-1 1 0 0,0 0-1 0 0,0 1 1 0 0,0-1-1 0 0,0 1 1 0 0,0-1-1 0 0,0 1 1 0 0,0 0-1 0 0,0-1 1 0 0,-1 1-1 0 0,1 0 1 0 0,0 0-1 0 0,0-1 1 0 0,-1 1-1 0 0,1 0 0 0 0,0 1 1 0 0,5 6 332 0 0,0 1-1 0 0,0-1 1 0 0,5 14-1 0 0,-2-7-10 0 0,-7-10-290 0 0,1-1 0 0 0,-1 1 0 0 0,1-1 0 0 0,1 0 0 0 0,-1 0 0 0 0,0 0 0 0 0,1-1 0 0 0,0 1 0 0 0,4 2 0 0 0,-6-5-54 0 0,0-1 0 0 0,0 1 0 0 0,0 0 0 0 0,0-1 0 0 0,0 0 0 0 0,0 1 0 0 0,0-1 0 0 0,0 0 0 0 0,0 0 0 0 0,0 0 0 0 0,0-1 0 0 0,1 1 0 0 0,-1 0 0 0 0,0-1 0 0 0,0 1 0 0 0,0-1 0 0 0,0 0 0 0 0,-1 0 0 0 0,1 0 0 0 0,0 0 0 0 0,0 0 0 0 0,0 0 0 0 0,-1 0 0 0 0,1 0 0 0 0,1-2 0 0 0,5-4-65 0 0,-1 1-1 0 0,0-1 1 0 0,0 0 0 0 0,-1-1-1 0 0,0 0 1 0 0,7-10-1 0 0,-7 9-488 0 0,1-1 1 0 0,0 1-1 0 0,14-14 0 0 0,-20 22 552 0 0,0 0-1 0 0,1 0 1 0 0,-1 0-1 0 0,0 0 1 0 0,0 0-1 0 0,0 0 1 0 0,1 1 0 0 0,-1-1-1 0 0,0 0 1 0 0,0 1-1 0 0,1-1 1 0 0,-1 1 0 0 0,1 0-1 0 0,-1-1 1 0 0,0 1-1 0 0,1 0 1 0 0,-1 0 0 0 0,1 0-1 0 0,-1 0 1 0 0,1 0-1 0 0,-1 0 1 0 0,1 0 0 0 0,-1 0-1 0 0,0 0 1 0 0,1 1-1 0 0,-1-1 1 0 0,1 1 0 0 0,-1-1-1 0 0,3 2 1 0 0,1 2 121 0 0,-1 0 1 0 0,1 0-1 0 0,-1 0 1 0 0,0 0-1 0 0,0 1 1 0 0,4 5-1 0 0,-5-6-74 0 0,0 0-1 0 0,0 0 1 0 0,0-1-1 0 0,0 1 0 0 0,1-1 1 0 0,-1 0-1 0 0,1 0 1 0 0,6 4-1 0 0,-4-5-210 0 0,0 0 0 0 0,0-1 0 0 0,0 1 0 0 0,1-1 0 0 0,-1 0 0 0 0,0-1 0 0 0,1 1 0 0 0,-1-2 0 0 0,1 1 0 0 0,-1 0-1 0 0,0-1 1 0 0,10-2 0 0 0,-7 0-1149 0 0,-1 0 0 0 0,1 0 0 0 0,-1 0 0 0 0,15-9 0 0 0,-20 10 1121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1538 6913 0 0,'0'-3'65'0'0,"1"0"-1"0"0,0 0 0 0 0,-1 0 0 0 0,1 0 1 0 0,0 1-1 0 0,0-1 0 0 0,1 0 0 0 0,-1 1 0 0 0,1-1 1 0 0,-1 0-1 0 0,1 1 0 0 0,3-4 0 0 0,1-3-513 0 0,-3 3 15 0 0,-1 0 1 0 0,1 0-1 0 0,-1 0 0 0 0,0 0 1 0 0,0 0-1 0 0,0 0 1 0 0,-1-1-1 0 0,0 1 0 0 0,-1-1 1 0 0,1-9-1 0 0,-8-20 1346 0 0,4 23-842 0 0,1-1 0 0 0,0 1 1 0 0,1-1-1 0 0,1 1 0 0 0,0-1 0 0 0,1 1 1 0 0,3-14-1 0 0,-1-23-51 0 0,-4-178 2126 0 0,5-108 3032 0 0,7 211-3949 0 0,12-255 50 0 0,-23 373-1032 0 0,0 0 0 0 0,0 0 0 0 0,1 0 1 0 0,0 0-1 0 0,0 0 0 0 0,0 1 1 0 0,1-1-1 0 0,5-13 0 0 0,-7 20-246 0 0,0 0 0 0 0,0 0 0 0 0,0 0 0 0 0,1 0 0 0 0,-1 0 1 0 0,0 0-1 0 0,0 0 0 0 0,0 0 0 0 0,0 0 0 0 0,0 0 0 0 0,0 0 0 0 0,0-1 0 0 0,0 1 0 0 0,0 0 0 0 0,0 0 0 0 0,0 0 0 0 0,0 0 0 0 0,0 0 1 0 0,0 0-1 0 0,0 0 0 0 0,0 0 0 0 0,1 0 0 0 0,-1 0 0 0 0,0 0 0 0 0,0 0 0 0 0,0 0 0 0 0,0 0 0 0 0,0 0 0 0 0,0 0 0 0 0,0 0 0 0 0,0 0 1 0 0,0 0-1 0 0,0 0 0 0 0,1 0 0 0 0,-1 0 0 0 0,0 0 0 0 0,0 0 0 0 0,0 0 0 0 0,0 0 0 0 0,0 0 0 0 0,0 0 0 0 0,0 0 0 0 0,0 0 0 0 0,0 0 1 0 0,0 0-1 0 0,0 0 0 0 0,0 0 0 0 0,1 0 0 0 0,-1 1 0 0 0,0-1 0 0 0,0 0 0 0 0,0 0 0 0 0,0 0 0 0 0,0 0 0 0 0,0 0 0 0 0,0 0 0 0 0,0 0 1 0 0,0 0-1 0 0,0 0 0 0 0,0 0 0 0 0,0 0 0 0 0,0 0 0 0 0,0 1 0 0 0,0-1 0 0 0,0 0 0 0 0,4 10-237 0 0,0 11-338 0 0,-3 52-563 0 0,3 32 470 0 0,-3-93 669 0 0,1 0-1 0 0,1 0 1 0 0,0 0 0 0 0,0 0 0 0 0,1 0 0 0 0,6 12 0 0 0,-10-23-23 0 0,1 0 0 0 0,-1 0 0 0 0,0 0 0 0 0,1 0 1 0 0,-1-1-1 0 0,1 1 0 0 0,-1 0 0 0 0,1 0 0 0 0,-1-1 0 0 0,1 1 1 0 0,-1 0-1 0 0,1-1 0 0 0,0 1 0 0 0,-1-1 0 0 0,1 1 0 0 0,0-1 0 0 0,0 1 1 0 0,-1-1-1 0 0,1 1 0 0 0,0-1 0 0 0,0 0 0 0 0,0 1 0 0 0,-1-1 1 0 0,1 0-1 0 0,0 0 0 0 0,0 0 0 0 0,0 0 0 0 0,0 0 0 0 0,1 0 0 0 0,-1 0-72 0 0,1-1 0 0 0,0 1-1 0 0,-1-1 1 0 0,1 0-1 0 0,0 0 1 0 0,-1 0 0 0 0,1 0-1 0 0,-1 0 1 0 0,1 0-1 0 0,-1-1 1 0 0,0 1 0 0 0,0 0-1 0 0,2-2 1 0 0,3-5-235 0 0,0-1 0 0 0,-1 1 0 0 0,8-18 0 0 0,-2-3 257 0 0,-1-1 0 0 0,5-31 0 0 0,-9 33 115 0 0,1 1-1 0 0,20-50 0 0 0,-26 76-40 0 0,-1-1 0 0 0,1 1 0 0 0,0-1 0 0 0,0 1 0 0 0,-1 0 0 0 0,1-1 0 0 0,0 1 0 0 0,0 0 0 0 0,0 0 0 0 0,1-1 0 0 0,-1 1 0 0 0,0 0 0 0 0,0 0 0 0 0,1 0 0 0 0,-1 1 0 0 0,3-2 0 0 0,4 6 12 0 0,-3 13-9 0 0,-6 25 52 0 0,0-34-27 0 0,1 1-1 0 0,0-1 0 0 0,0 1 1 0 0,0-1-1 0 0,1 1 0 0 0,0-1 1 0 0,1 1-1 0 0,0-1 1 0 0,5 15-1 0 0,-6-23-5 0 0,-1 1 1 0 0,1-1-1 0 0,0 1 1 0 0,-1 0-1 0 0,1-1 1 0 0,0 0-1 0 0,0 1 1 0 0,-1-1-1 0 0,1 1 0 0 0,0-1 1 0 0,0 0-1 0 0,-1 0 1 0 0,1 1-1 0 0,0-1 1 0 0,0 0-1 0 0,0 0 1 0 0,0 0-1 0 0,-1 0 1 0 0,1 0-1 0 0,0 0 0 0 0,0 0 1 0 0,0 0-1 0 0,0 0 1 0 0,0 0-1 0 0,-1-1 1 0 0,1 1-1 0 0,0 0 1 0 0,0 0-1 0 0,-1-1 1 0 0,1 1-1 0 0,0-1 0 0 0,0 1 1 0 0,-1-1-1 0 0,1 1 1 0 0,0-1-1 0 0,-1 1 1 0 0,1-1-1 0 0,-1 1 1 0 0,2-2-1 0 0,29-27-183 0 0,-29 26 137 0 0,28-41-1124 0 0,-27 38 1025 0 0,0 1-1 0 0,0-1 1 0 0,0 1-1 0 0,1 0 1 0 0,-1 0 0 0 0,1 0-1 0 0,1 1 1 0 0,-1-1-1 0 0,1 1 1 0 0,-1 0 0 0 0,1 0-1 0 0,9-5 1 0 0,-13 9 130 0 0,0 0 1 0 0,0-1-1 0 0,0 1 0 0 0,0 0 1 0 0,0 0-1 0 0,0 0 1 0 0,0 0-1 0 0,0 0 1 0 0,0 0-1 0 0,0 0 0 0 0,0 1 1 0 0,0-1-1 0 0,0 0 1 0 0,0 1-1 0 0,0-1 0 0 0,0 0 1 0 0,0 1-1 0 0,-1-1 1 0 0,1 1-1 0 0,0-1 1 0 0,0 1-1 0 0,0 0 0 0 0,-1-1 1 0 0,1 1-1 0 0,0 0 1 0 0,-1-1-1 0 0,1 1 0 0 0,0 0 1 0 0,-1 0-1 0 0,1 0 1 0 0,0 1-1 0 0,17 38 396 0 0,-9-19-287 0 0,-8-18-172 0 0,1-1-1 0 0,-1 0 1 0 0,0 0-1 0 0,1 0 1 0 0,-1 0-1 0 0,1 0 1 0 0,0 0-1 0 0,0 0 1 0 0,-1 0 0 0 0,1-1-1 0 0,0 1 1 0 0,0 0-1 0 0,1-1 1 0 0,-1 0-1 0 0,0 0 1 0 0,0 0-1 0 0,1 0 1 0 0,-1 0 0 0 0,1 0-1 0 0,-1 0 1 0 0,1-1-1 0 0,3 1 1 0 0,-3-1-9 0 0,0-1 0 0 0,-1 1 0 0 0,1-1-1 0 0,0 0 1 0 0,-1 0 0 0 0,1 0 0 0 0,0 0 0 0 0,-1 0 0 0 0,1-1 0 0 0,-1 1 0 0 0,0-1 0 0 0,1 0 0 0 0,-1 0 0 0 0,0 1 0 0 0,0-2 0 0 0,0 1 0 0 0,0 0 0 0 0,-1 0 0 0 0,1 0 0 0 0,1-3-1 0 0,24-49-105 0 0,-24 45 145 0 0,1 1 0 0 0,0-1 1 0 0,0 1-1 0 0,1 0 0 0 0,0 0 0 0 0,1 1 0 0 0,9-12 0 0 0,-14 18 24 0 0,-1 1-1 0 0,0-1 0 0 0,1 1 0 0 0,-1 0 1 0 0,1-1-1 0 0,-1 1 0 0 0,1 0 0 0 0,-1-1 1 0 0,0 1-1 0 0,1 0 0 0 0,-1 0 0 0 0,1-1 1 0 0,-1 1-1 0 0,1 0 0 0 0,0 0 1 0 0,-1 0-1 0 0,1 0 0 0 0,-1 0 0 0 0,1 0 1 0 0,-1 0-1 0 0,1 0 0 0 0,-1 0 0 0 0,1 0 1 0 0,-1 0-1 0 0,1 0 0 0 0,-1 0 0 0 0,1 0 1 0 0,0 0-1 0 0,0 1 0 0 0,8 14-48 0 0,-3 27-23 0 0,-6-38 74 0 0,1 6 7 0 0,0 6 121 0 0,1 1-1 0 0,0-1 0 0 0,8 31 0 0 0,-8-42-103 0 0,0 0-1 0 0,0 0 1 0 0,1-1 0 0 0,-1 1 0 0 0,1-1 0 0 0,0 1 0 0 0,0-1 0 0 0,0 0 0 0 0,1 0-1 0 0,0 0 1 0 0,-1-1 0 0 0,1 1 0 0 0,0-1 0 0 0,1 0 0 0 0,-1 0 0 0 0,8 3 0 0 0,-11-5-21 0 0,1 0 1 0 0,-1 1-1 0 0,0-1 1 0 0,0 0-1 0 0,1 0 1 0 0,-1 1-1 0 0,0-1 1 0 0,0 1-1 0 0,0-1 1 0 0,0 1-1 0 0,-1-1 0 0 0,1 1 1 0 0,1 2-1 0 0,-2-3 0 0 0,0 1 0 0 0,1-1 0 0 0,0 0 0 0 0,-1 1 0 0 0,1-1 0 0 0,0 0 0 0 0,0 1 0 0 0,-1-1-1 0 0,1 0 1 0 0,0 0 0 0 0,0 0 0 0 0,0 0 0 0 0,1 0 0 0 0,-1 0 0 0 0,0 0 0 0 0,2 1 0 0 0,-1-3 53 0 0,1 0 0 0 0,-1 0 1 0 0,0 0-1 0 0,0 0 0 0 0,0 0 1 0 0,1 0-1 0 0,-1-1 0 0 0,-1 1 1 0 0,1-1-1 0 0,0 1 0 0 0,0-1 1 0 0,0 0-1 0 0,1-3 0 0 0,4-1 144 0 0,0 1-250 0 0,1 0 0 0 0,-1 0 0 0 0,1 1 0 0 0,0 0 0 0 0,0 1 0 0 0,0 0 0 0 0,14-4 0 0 0,64-9-555 0 0,-51 10 1036 0 0,5-1 300 0 0,70-10 1277 0 0,-98 16-1683 0 0,0 0 0 0 0,0 1 0 0 0,0 1 0 0 0,0 0 0 0 0,0 0 0 0 0,0 2 0 0 0,12 3 0 0 0,-23-6-285 0 0,1 0 0 0 0,-1 0-1 0 0,0 1 1 0 0,0-1-1 0 0,0 0 1 0 0,1 1-1 0 0,-1-1 1 0 0,0 1-1 0 0,0-1 1 0 0,0 1-1 0 0,0 0 1 0 0,0 0-1 0 0,0-1 1 0 0,0 1-1 0 0,0 0 1 0 0,0 0 0 0 0,0 0-1 0 0,-1 0 1 0 0,1 0-1 0 0,0 0 1 0 0,0 0-1 0 0,-1 0 1 0 0,1 0-1 0 0,-1 0 1 0 0,1 1-1 0 0,-1-1 1 0 0,1 0-1 0 0,-1 0 1 0 0,0 0-1 0 0,0 1 1 0 0,0-1-1 0 0,0 0 1 0 0,0 3 0 0 0,-1 1-4 0 0,-1 0 0 0 0,0 0 0 0 0,0 0 0 0 0,0-1 0 0 0,-1 1 0 0 0,1-1 0 0 0,-5 5 0 0 0,3-3 43 0 0,1-1 0 0 0,0 1 0 0 0,-1 0 0 0 0,-3 10 0 0 0,-6 32-177 0 0,3 1 0 0 0,1-1 0 0 0,-3 73 0 0 0,8-57-131 0 0,-3 1 1 0 0,-21 93-1 0 0,22-119 209 0 0,1 0 0 0 0,1 58 1 0 0,4-67-552 0 0,-1 1 0 0 0,-2-1 1 0 0,0 0-1 0 0,-2 0 1 0 0,-14 46-1 0 0,12-59 725 0 0,1 0 0 0 0,0 1 0 0 0,1 0 0 0 0,1 0 0 0 0,1 0 1 0 0,1 1-1 0 0,0-1 0 0 0,1 1 0 0 0,2 22 0 0 0,0-18 501 0 0,-2 38 0 0 0,0-42-599 0 0,1 0 1 0 0,0-1-1 0 0,4 26 1 0 0,-3-38-3 0 0,1 0 0 0 0,0 0 0 0 0,0 0 0 0 0,1 0-1 0 0,0 0 1 0 0,5 7 0 0 0,-7-10-102 0 0,1 0 0 0 0,0 0-1 0 0,0-1 1 0 0,0 1 0 0 0,0-1 0 0 0,1 0-1 0 0,-1 1 1 0 0,1-1 0 0 0,-1 0 0 0 0,1-1-1 0 0,0 1 1 0 0,0 0 0 0 0,0-1 0 0 0,4 2-1 0 0,21 1-7597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0 176 1376 0 0,'25'-14'3584'0'0,"6"-4"-2676"0"0,-28 17-1210 0 0,-1 1 0 0 0,1-1-1 0 0,0 0 1 0 0,-1 1 0 0 0,1 0-1 0 0,0-1 1 0 0,-1 1 0 0 0,1 0-1 0 0,0 1 1 0 0,-1-1-1 0 0,1 0 1 0 0,2 1 0 0 0,12 2 1014 0 0,0 0-1 0 0,0-2 1 0 0,-1 0 0 0 0,26-2 0 0 0,-27 0-272 0 0,0 0 0 0 0,0 1 0 0 0,0 1 0 0 0,0 1 1 0 0,0 0-1 0 0,18 5 0 0 0,-32-7-478 0 0,0 0 0 0 0,0 0 1 0 0,0 0-1 0 0,0 0 0 0 0,0 0 1 0 0,0-1-1 0 0,0 1 0 0 0,0 0 1 0 0,0-1-1 0 0,0 1 0 0 0,0-1 0 0 0,0 1 1 0 0,0-1-1 0 0,0 0 0 0 0,0 1 1 0 0,0-1-1 0 0,-1 0 0 0 0,1 1 1 0 0,0-1-1 0 0,0 0 0 0 0,-1 0 0 0 0,1 0 1 0 0,-1 0-1 0 0,1 0 0 0 0,0-1 1 0 0,18-33-1582 0 0,-14 24 1009 0 0,3-5 587 0 0,-5 11 64 0 0,-1-1 0 0 0,1 1 0 0 0,1-1 0 0 0,-1 1 0 0 0,1 0 0 0 0,0 0 0 0 0,5-4 0 0 0,-8 8 29 0 0,1 0 0 0 0,-1 0 0 0 0,1 0 0 0 0,0 0 0 0 0,0 0 0 0 0,-1 1 0 0 0,1-1 0 0 0,0 0 0 0 0,0 1 0 0 0,0 0 0 0 0,0-1 0 0 0,-1 1 0 0 0,1 0 0 0 0,0 0 0 0 0,0 0 0 0 0,0 0-1 0 0,0 1 1 0 0,0-1 0 0 0,0 0 0 0 0,0 1 0 0 0,-1-1 0 0 0,1 1 0 0 0,0 0 0 0 0,0 0 0 0 0,-1-1 0 0 0,1 1 0 0 0,0 0 0 0 0,1 2 0 0 0,14 7 1788 0 0,-11-6-1602 0 0,1 0 1 0 0,-1 0-1 0 0,1 0 0 0 0,0-1 0 0 0,0 0 0 0 0,13 3 1 0 0,-18-6-261 0 0,0 0 1 0 0,0 0-1 0 0,0 0 1 0 0,0 0 0 0 0,0 0-1 0 0,-1 0 1 0 0,1-1-1 0 0,0 1 1 0 0,0-1 0 0 0,0 1-1 0 0,0-1 1 0 0,-1 0-1 0 0,1 0 1 0 0,0 1 0 0 0,-1-1-1 0 0,1 0 1 0 0,0-1-1 0 0,-1 1 1 0 0,1 0 0 0 0,-1 0-1 0 0,0-1 1 0 0,1 1-1 0 0,-1-1 1 0 0,0 1 0 0 0,0-1-1 0 0,0 1 1 0 0,0-1-1 0 0,0 0 1 0 0,0 0 0 0 0,-1 1-1 0 0,1-1 1 0 0,0-3-1 0 0,1 1-56 0 0,0 1-1 0 0,-1-1 1 0 0,2 0-1 0 0,-1 1 1 0 0,0-1-1 0 0,1 1 1 0 0,5-7-1 0 0,-7 10 44 0 0,-1 0 0 0 0,1-1 0 0 0,-1 1 0 0 0,1-1 0 0 0,-1 1 0 0 0,1 0 0 0 0,-1-1 0 0 0,1 1 0 0 0,0 0 0 0 0,-1 0 0 0 0,1-1 0 0 0,-1 1 0 0 0,1 0 0 0 0,0 0 0 0 0,-1 0 0 0 0,1 0 0 0 0,0 0 0 0 0,-1 0 0 0 0,1 0 0 0 0,0 0 0 0 0,-1 0 0 0 0,1 0 0 0 0,0 1 1 0 0,0-1 0 0 0,0 1 0 0 0,0 0 1 0 0,0-1-1 0 0,0 1 0 0 0,-1 0 0 0 0,1 0 0 0 0,0 0 0 0 0,0-1 1 0 0,-1 1-1 0 0,1 0 0 0 0,-1 0 0 0 0,1 0 0 0 0,-1 0 0 0 0,1 0 1 0 0,-1 0-1 0 0,0 0 0 0 0,1 1 0 0 0,1 6-3106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4.6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52 8290 0 0,'0'-2'282'0'0,"0"0"0"0"0,-1 0 0 0 0,1 0 0 0 0,0-1 0 0 0,0 1 0 0 0,0 0 0 0 0,0 0 0 0 0,0-1 0 0 0,0 1 0 0 0,1 0 0 0 0,-1 0 0 0 0,2-3 0 0 0,-2 4-162 0 0,0 0 0 0 0,0 0 0 0 0,1 0 1 0 0,-1 0-1 0 0,0 0 0 0 0,0 1 0 0 0,1-1 0 0 0,-1 0 1 0 0,0 0-1 0 0,1 0 0 0 0,-1 1 0 0 0,1-1 1 0 0,-1 0-1 0 0,1 0 0 0 0,-1 1 0 0 0,1-1 0 0 0,0 0 1 0 0,-1 1-1 0 0,1-1 0 0 0,0 1 0 0 0,-1-1 1 0 0,1 1-1 0 0,0-1 0 0 0,0 1 0 0 0,0-1 0 0 0,-1 1 1 0 0,1 0-1 0 0,0 0 0 0 0,0-1 0 0 0,0 1 1 0 0,0 0-1 0 0,0 0 0 0 0,-1 0 0 0 0,3 0 0 0 0,-2 0 27 0 0,0 1 0 0 0,0 0-1 0 0,1 0 1 0 0,-1 0-1 0 0,0 0 1 0 0,0 0 0 0 0,0 0-1 0 0,-1 0 1 0 0,1 0-1 0 0,0 1 1 0 0,0-1-1 0 0,0 0 1 0 0,-1 0 0 0 0,1 1-1 0 0,-1-1 1 0 0,1 0-1 0 0,0 3 1 0 0,5 28 859 0 0,-5-26-842 0 0,6 48 359 0 0,-3 1 0 0 0,-4 82 0 0 0,-2-77-565 0 0,11 106 0 0 0,-8-157 44 0 0,1-1 0 0 0,-1 1 0 0 0,2-1 0 0 0,-1 0 0 0 0,1 0 0 0 0,1 0 0 0 0,-1 0 0 0 0,1-1 0 0 0,1 0 0 0 0,6 10 0 0 0,-9-15 14 0 0,0 1-1 0 0,1-1 1 0 0,-1 0-1 0 0,0 1 0 0 0,1-1 1 0 0,0 0-1 0 0,0-1 1 0 0,-1 1-1 0 0,1 0 0 0 0,0-1 1 0 0,0 0-1 0 0,0 1 1 0 0,1-1-1 0 0,-1 0 0 0 0,0-1 1 0 0,0 1-1 0 0,1 0 1 0 0,-1-1-1 0 0,0 0 0 0 0,1 0 1 0 0,-1 0-1 0 0,0 0 1 0 0,0-1-1 0 0,1 1 0 0 0,-1-1 1 0 0,0 0-1 0 0,0 0 1 0 0,7-2-1 0 0,13-9-10 0 0,0 0 0 0 0,-1-2 0 0 0,0-1 0 0 0,-1 0 0 0 0,27-27 0 0 0,11-7-1081 0 0,-17 16-4086 0 0,-38 30 4068 0 0,15-13-5208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97 10594 0 0,'-4'1'176'0'0,"3"-1"-101"0"0,-1 0 1 0 0,0 1-1 0 0,0-1 0 0 0,0 0 0 0 0,0 0 0 0 0,1 0 0 0 0,-1 0 1 0 0,0-1-1 0 0,0 1 0 0 0,0 0 0 0 0,0-1 0 0 0,1 0 0 0 0,-4 0 1 0 0,5 0 7 0 0,0 0 1 0 0,0 1 0 0 0,0-1 0 0 0,0 1-1 0 0,0-1 1 0 0,0 1 0 0 0,1-1 0 0 0,-1 0 0 0 0,0 1-1 0 0,0-1 1 0 0,0 1 0 0 0,1-1 0 0 0,-1 1 0 0 0,0-1-1 0 0,0 1 1 0 0,1-1 0 0 0,-1 1 0 0 0,1-1 0 0 0,-1 1-1 0 0,0-1 1 0 0,1 1 0 0 0,-1 0 0 0 0,1-1 0 0 0,-1 1-1 0 0,2-1 1 0 0,12-10 469 0 0,3 2-185 0 0,1 0 0 0 0,-1 1 0 0 0,2 1 0 0 0,33-8 0 0 0,-9 2-1340 0 0,-16 5-4520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9674 0 0,'-22'4'1070'0'0,"29"0"361"0"0,41-1 839 0 0,-37-2-2135 0 0,341 24 5511 0 0,-230-23-5696 0 0,-41-10-3054 0 0,-50 3-3166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8 9218 0 0,'-6'-2'694'0'0,"0"1"1"0"0,0 0-1 0 0,0-1 1 0 0,0 2-1 0 0,-11-1 1 0 0,16 1-581 0 0,0-1 1 0 0,-1 1-1 0 0,1 0 1 0 0,0 0-1 0 0,0 1 1 0 0,0-1-1 0 0,0 0 1 0 0,0 0-1 0 0,0 0 1 0 0,0 1-1 0 0,0-1 1 0 0,0 0-1 0 0,0 1 1 0 0,0-1-1 0 0,0 1 1 0 0,0 0 0 0 0,0-1-1 0 0,0 1 1 0 0,1 0-1 0 0,-1-1 1 0 0,0 1-1 0 0,0 0 1 0 0,1 0-1 0 0,-1-1 1 0 0,0 1-1 0 0,1 0 1 0 0,-1 0-1 0 0,1 0 1 0 0,-1 0-1 0 0,1 0 1 0 0,-1 0-1 0 0,1 0 1 0 0,0 0 0 0 0,0 0-1 0 0,-1 0 1 0 0,1 0-1 0 0,0 1 1 0 0,0-1-1 0 0,0 0 1 0 0,0 0-1 0 0,0 0 1 0 0,0 1-1 0 0,1 0-36 0 0,0 0 0 0 0,-1-1 0 0 0,1 1 1 0 0,0 0-1 0 0,0-1 0 0 0,0 1 0 0 0,0 0 0 0 0,0-1 0 0 0,0 1 0 0 0,0-1 0 0 0,1 0 0 0 0,-1 1 0 0 0,1-1 0 0 0,-1 0 0 0 0,1 0 0 0 0,-1 0 0 0 0,1 0 1 0 0,2 1-1 0 0,36 16 603 0 0,-29-14-407 0 0,5 3 11 0 0,6 2 11 0 0,0 0-1 0 0,34 22 1 0 0,-51-28-264 0 0,-1 0 1 0 0,1 0 0 0 0,-1 1 0 0 0,0-1 0 0 0,0 1-1 0 0,0 0 1 0 0,0 1 0 0 0,0-1 0 0 0,-1 1-1 0 0,0-1 1 0 0,0 1 0 0 0,0 0 0 0 0,-1 0-1 0 0,0 0 1 0 0,0 0 0 0 0,3 11 0 0 0,-5-13-18 0 0,0 0 1 0 0,0 0 0 0 0,0 1-1 0 0,0-1 1 0 0,0 0-1 0 0,-1 0 1 0 0,0 0-1 0 0,0 0 1 0 0,0 0 0 0 0,0-1-1 0 0,0 1 1 0 0,0 0-1 0 0,-1 0 1 0 0,1-1-1 0 0,-1 1 1 0 0,0 0 0 0 0,0-1-1 0 0,0 0 1 0 0,0 1-1 0 0,0-1 1 0 0,0 0-1 0 0,0 0 1 0 0,-1 0 0 0 0,-5 2-1 0 0,-7 6 19 0 0,-1-1 0 0 0,0-1 0 0 0,-21 7 0 0 0,7-3-194 0 0,10-3-125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0.4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1112 144 920 0 0,'-1'-2'154'0'0,"-1"1"1"0"0,1-1-1 0 0,0 0 0 0 0,-1 1 1 0 0,1-1-1 0 0,0 0 0 0 0,0 1 1 0 0,0-1-1 0 0,0 0 0 0 0,0 0 0 0 0,1 0 1 0 0,-1 0-1 0 0,0 0 0 0 0,1 0 1 0 0,0 0-1 0 0,-1 0 0 0 0,1 0 0 0 0,0 0 1 0 0,0-1-1 0 0,0-1 0 0 0,1 1 23 0 0,-1 1-1 0 0,0-1 1 0 0,-1 0-1 0 0,1 1 1 0 0,0-1-1 0 0,-1 1 1 0 0,1-1-1 0 0,-1 0 1 0 0,0 1-1 0 0,0 0 1 0 0,0-1 0 0 0,0 1-1 0 0,-1 0 1 0 0,1-1-1 0 0,0 1 1 0 0,-1 0-1 0 0,-1-2 1 0 0,-1 1-142 0 0,1 1 1 0 0,0 0 0 0 0,-1 0-1 0 0,1 0 1 0 0,-1 0 0 0 0,0 1-1 0 0,1-1 1 0 0,-1 1 0 0 0,0 0-1 0 0,0 0 1 0 0,0 1 0 0 0,0-1-1 0 0,-5 0 1 0 0,-58 5 939 0 0,5 0-313 0 0,33-6-181 0 0,0 0 1 0 0,0 2-1 0 0,1 1 1 0 0,-1 2-1 0 0,-48 10 1 0 0,40-5-386 0 0,-7 2-827 0 0,-56 20-1 0 0,86-24 673 0 0,1 0-1 0 0,-1 0 0 0 0,1 1 1 0 0,1 1-1 0 0,-1 0 0 0 0,1 1 1 0 0,1 0-1 0 0,-12 12 1 0 0,-5 9 360 0 0,3 2 1 0 0,-38 56 0 0 0,-31 78-328 0 0,46-79 328 0 0,31-57-147 0 0,1 1 1 0 0,2 1-1 0 0,1 0 0 0 0,2 1 0 0 0,1 0 0 0 0,2 0 1 0 0,1 1-1 0 0,1 0 0 0 0,2 1 0 0 0,2-1 0 0 0,1 1 1 0 0,4 42-1 0 0,-1-64-147 0 0,1-1 0 0 0,1 1 0 0 0,0-1 0 0 0,0 0 0 0 0,2 0 0 0 0,-1 0 0 0 0,1-1 0 0 0,1 0 0 0 0,0 0 0 0 0,0 0 0 0 0,1-1 0 0 0,1 0 0 0 0,0-1 0 0 0,0 0 0 0 0,20 15 0 0 0,-10-10 72 0 0,0-1 0 0 0,1-1 1 0 0,0-1-1 0 0,1-1 0 0 0,0-1 1 0 0,0 0-1 0 0,1-2 0 0 0,25 6 1 0 0,-31-11-90 0 0,0 0 1 0 0,1-1-1 0 0,-1-1 1 0 0,0 0 0 0 0,0-1-1 0 0,0-1 1 0 0,0 0-1 0 0,0-1 1 0 0,0-1-1 0 0,18-7 1 0 0,19-9 31 0 0,78-42 0 0 0,-95 43 270 0 0,1 1-94 0 0,-1-2-1 0 0,-1-2 0 0 0,-1-1 1 0 0,-1-2-1 0 0,52-50 0 0 0,-67 55-147 0 0,0 0 0 0 0,-1-1 0 0 0,-2-1-1 0 0,0 0 1 0 0,-1-2 0 0 0,-2 1 0 0 0,0-1 0 0 0,-1-1-1 0 0,13-49 1 0 0,-9 14 187 0 0,-2 0 1 0 0,-4 0-1 0 0,-1-1 0 0 0,-4 0 1 0 0,-5-100-1 0 0,-1 145-247 0 0,0 1 1 0 0,-1 0-1 0 0,-1-1 1 0 0,-1 1-1 0 0,0 1 1 0 0,-1-1-1 0 0,0 1 1 0 0,-1 0-1 0 0,-1 0 1 0 0,0 1-1 0 0,-1 0 1 0 0,0 0-1 0 0,-1 1 1 0 0,-1 0-1 0 0,1 1 0 0 0,-2 0 1 0 0,0 1-1 0 0,0 0 1 0 0,-1 1-1 0 0,0 1 1 0 0,0 0-1 0 0,-27-12 1 0 0,9 8-6358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2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303 57 1376 0 0,'-5'1'154'0'0,"0"1"0"0"0,1 1 1 0 0,-1-1-1 0 0,1 0 0 0 0,-1 1 0 0 0,1 0 0 0 0,0 0 0 0 0,0 0 0 0 0,0 1 0 0 0,1-1 0 0 0,-6 7 0 0 0,-34 50 395 0 0,33-46-437 0 0,-27 42 46 0 0,3 1 0 0 0,-33 73 0 0 0,57-107 77 0 0,1 1 1 0 0,0 0-1 0 0,2 1 1 0 0,1 0 0 0 0,1 0-1 0 0,1 0 1 0 0,1 0-1 0 0,1 49 1 0 0,3-60-232 0 0,1 1 1 0 0,0-1-1 0 0,1 0 1 0 0,1 0-1 0 0,0 0 0 0 0,1 0 1 0 0,0-1-1 0 0,1 0 0 0 0,1 0 1 0 0,0 0-1 0 0,1-1 0 0 0,12 16 1 0 0,-14-21 17 0 0,1 0 0 0 0,0 0 0 0 0,0-1 0 0 0,1 0 0 0 0,0 0 0 0 0,0 0 0 0 0,0-1 0 0 0,0 0 0 0 0,1-1 0 0 0,0 0 0 0 0,0 0 0 0 0,0-1 0 0 0,0 0 0 0 0,1-1 0 0 0,-1 0 0 0 0,1 0 0 0 0,0-1 0 0 0,-1-1 0 0 0,14 1 0 0 0,1-4 272 0 0,0 0-1 0 0,1-2 1 0 0,-1 0-1 0 0,-1-2 0 0 0,1 0 1 0 0,-1-2-1 0 0,-1 0 0 0 0,35-21 1 0 0,-17 7 396 0 0,-2-3 1 0 0,-1-1-1 0 0,57-53 1 0 0,-78 64-464 0 0,-2 0-1 0 0,0-1 1 0 0,-1-1 0 0 0,-1 0-1 0 0,0 0 1 0 0,-1-1 0 0 0,-2-1-1 0 0,0 0 1 0 0,0 0 0 0 0,-2-1-1 0 0,-1 0 1 0 0,-1 0 0 0 0,0 0-1 0 0,-2-1 1 0 0,0 0 0 0 0,-1 0-1 0 0,-2 1 1 0 0,0-1 0 0 0,-1 0-1 0 0,-2 0 1 0 0,0 0-1 0 0,-1 1 1 0 0,-11-35 0 0 0,10 44-131 0 0,0 0 0 0 0,0 1-1 0 0,-2-1 1 0 0,1 1 0 0 0,-2 0 0 0 0,1 1 0 0 0,-1 0 0 0 0,-1 0 0 0 0,0 1 0 0 0,0 0 0 0 0,-1 0 0 0 0,0 1-1 0 0,0 0 1 0 0,-1 1 0 0 0,0 0 0 0 0,0 1 0 0 0,-18-8 0 0 0,15 9-343 0 0,0 0 0 0 0,1 1 0 0 0,-2 0 0 0 0,1 1 0 0 0,0 1-1 0 0,-1 0 1 0 0,1 1 0 0 0,-1 1 0 0 0,1 0 0 0 0,-1 1 0 0 0,1 0 0 0 0,0 1 0 0 0,-1 1 0 0 0,1 0 0 0 0,-18 7 0 0 0,-8 7-1127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2.6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20 207 4145 0 0,'-2'-2'224'0'0,"0"0"0"0"0,1-1 0 0 0,-1 1 0 0 0,0 0 0 0 0,1-1 0 0 0,-1 0 0 0 0,1 1 0 0 0,0-1-1 0 0,0 0 1 0 0,0 0 0 0 0,0 0 0 0 0,0 0 0 0 0,0-6 152 0 0,30 32 430 0 0,-21-18-731 0 0,1-1 1 0 0,0 1 0 0 0,0-2-1 0 0,0 1 1 0 0,0-1-1 0 0,1 0 1 0 0,-1-1-1 0 0,1 0 1 0 0,-1-1 0 0 0,1 0-1 0 0,12 0 1 0 0,15-2 447 0 0,59-9-1 0 0,-62 6-196 0 0,103-12 701 0 0,371-49 649 0 0,-36 4-1516 0 0,-315 48-265 0 0,1 6 0 0 0,0 8 1 0 0,161 20-1 0 0,-94 5 45 0 0,591 39-149 0 0,-308-96 870 0 0,-6-40 313 0 0,-355 49-849 0 0,144-9 539 0 0,-225 29-482 0 0,1 3-1 0 0,90 12 0 0 0,-124-7-1228 0 0,-3 3-4187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 5985 0 0,'0'0'7'0'0,"0"0"1"0"0,0 0-1 0 0,-1 0 0 0 0,1-1 0 0 0,0 1 0 0 0,0 0 1 0 0,0 0-1 0 0,0 0 0 0 0,0 0 0 0 0,0 0 0 0 0,-1 0 0 0 0,1 0 1 0 0,0 0-1 0 0,0 0 0 0 0,0 0 0 0 0,0 0 0 0 0,0 0 0 0 0,0 0 1 0 0,-1 0-1 0 0,1 0 0 0 0,0 0 0 0 0,0 0 0 0 0,0 0 1 0 0,0 0-1 0 0,0 0 0 0 0,0 1 0 0 0,-1-1 0 0 0,1 0 0 0 0,0 0 1 0 0,0 0-1 0 0,0 0 0 0 0,0 0 0 0 0,0 0 0 0 0,0 0 0 0 0,0 0 1 0 0,0 0-1 0 0,0 1 0 0 0,-1-1 0 0 0,1 0 0 0 0,0 0 1 0 0,0 0-1 0 0,0 0 0 0 0,0 0 0 0 0,0 0 0 0 0,0 1 0 0 0,0-1 1 0 0,0 0-1 0 0,0 0 0 0 0,0 0 0 0 0,0 0 0 0 0,0 0 1 0 0,0 0-1 0 0,0 1 0 0 0,0-1 0 0 0,-1 16 101 0 0,4 35-302 0 0,0-18 127 0 0,-5 120 85 0 0,-21 153 1 0 0,6-122 422 0 0,-58 917 456 0 0,73-1076-902 0 0,-2 39 172 0 0,2 0 1 0 0,7 71-1 0 0,0-98-144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0,'0'3'17'0'0,"-1"1"-1"0"0,1-1 0 0 0,0 0 1 0 0,0 1-1 0 0,0-1 0 0 0,1 0 1 0 0,-1 1-1 0 0,1-1 1 0 0,0 0-1 0 0,1 5 0 0 0,1 5 31 0 0,20 321-373 0 0,-27 4-165 0 0,-1-157 385 0 0,3-98-2610 0 0,-1-44-369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0,'10'58'2736'0'0,"-8"252"-3358"0"0,-1 7 12 0 0,19 6-617 0 0,-18-272-2035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0,'1'0'59'0'0,"0"1"0"0"0,0-1-1 0 0,1 1 1 0 0,-1 0 0 0 0,0-1-1 0 0,0 1 1 0 0,0 0 0 0 0,0 0-1 0 0,0 0 1 0 0,0-1 0 0 0,0 1-1 0 0,-1 0 1 0 0,1 0-1 0 0,0 0 1 0 0,0 1 0 0 0,-1-1-1 0 0,1 0 1 0 0,-1 0 0 0 0,1 0-1 0 0,-1 0 1 0 0,1 1 0 0 0,-1 1-1 0 0,11 33 319 0 0,-10-31-222 0 0,9 48 127 0 0,-3-1-1 0 0,2 89 1 0 0,-4-42 32 0 0,2-14-801 0 0,-4-43-2714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4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10594 0 0,'-1'1'72'0'0,"0"0"1"0"0,1 0-1 0 0,-1 0 0 0 0,0 0 0 0 0,0 0 1 0 0,1 1-1 0 0,-1-1 0 0 0,0 0 0 0 0,1 1 0 0 0,0-1 1 0 0,-1 0-1 0 0,1 1 0 0 0,0-1 0 0 0,-1 0 0 0 0,1 1 1 0 0,0-1-1 0 0,0 0 0 0 0,0 1 0 0 0,0-1 1 0 0,0 1-1 0 0,1-1 0 0 0,0 3 0 0 0,6 47-66 0 0,-4-32 58 0 0,1 22-615 0 0,-4 81-1 0 0,-3-85-990 0 0,-1-1 0 0 0,-14 53 0 0 0,8-52-1069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2304 0 0,'4'-1'201'0'0,"0"-1"-201"0"0,0 2 0 0 0,-2-1 0 0 0,0 1-249 0 0,0-1-87 0 0,5 0-16 0 0,3-1-8 0 0,2 0 360 0 0,0-1 0 0 0,-3 2 0 0 0,-3-1 0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5529 0 0,'-2'2'546'0'0,"-1"0"-1"0"0,0 1 1 0 0,1-1-1 0 0,0 1 0 0 0,-1 0 1 0 0,1 0-1 0 0,0 0 1 0 0,0 0-1 0 0,-2 6 1 0 0,1-2-166 0 0,1 0 0 0 0,0-1 0 0 0,0 1 0 0 0,-1 11 0 0 0,2 4-480 0 0,0 0 0 0 0,3 27 0 0 0,-1-39 183 0 0,20 209-5566 0 0,-20-193 4892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0,'0'1'1081'0'0,"1"0"-961"0"0,-1 2-120 0 0,2 0 0 0 0,-1-1 0 0 0,0 5 376 0 0,3 1 48 0 0,1 5 16 0 0,3 5 0 0 0,4 5-192 0 0,-2 3-40 0 0,2 3-8 0 0,1 2 0 0 0,0 2-880 0 0,0 5-184 0 0,-1 2-32 0 0,-4 3-1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7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116 102 4145 0 0,'1'-6'-399'0'0,"-1"-47"2823"0"0,0 51-2176 0 0,-1 0 0 0 0,1 0 1 0 0,0-1-1 0 0,-1 1 0 0 0,1 0 0 0 0,-1 0 1 0 0,0 0-1 0 0,1 0 0 0 0,-1 0 0 0 0,0 0 0 0 0,0 0 1 0 0,-1 0-1 0 0,1 0 0 0 0,0 0 0 0 0,-1 0 0 0 0,1 1 1 0 0,-1-1-1 0 0,1 1 0 0 0,-1-1 0 0 0,-2-1 0 0 0,3 3-198 0 0,0 0 0 0 0,0 0 0 0 0,0 0 0 0 0,1 0 0 0 0,-1 0 0 0 0,0 0 0 0 0,0 0 0 0 0,0 0 0 0 0,0 0-1 0 0,0 0 1 0 0,0 1 0 0 0,0-1 0 0 0,0 0 0 0 0,1 1 0 0 0,-1-1 0 0 0,0 0 0 0 0,0 1 0 0 0,0-1 0 0 0,1 1 0 0 0,-1-1-1 0 0,0 1 1 0 0,1 0 0 0 0,-1-1 0 0 0,0 1 0 0 0,1 0 0 0 0,-1-1 0 0 0,1 1 0 0 0,-1 0 0 0 0,1 0 0 0 0,-1 0-1 0 0,1-1 1 0 0,-1 2 0 0 0,-13 29 516 0 0,1 8-336 0 0,2 0 0 0 0,2 1 1 0 0,1 0-1 0 0,2 1 0 0 0,-1 65 1 0 0,7-50 362 0 0,2 1 0 0 0,3-1 0 0 0,19 85 0 0 0,-5-72 476 0 0,56 131 0 0 0,0-3-3084 0 0,-75-195 1837 0 0,1 0 0 0 0,0 1 0 0 0,-1-1 1 0 0,0 0-1 0 0,1 1 0 0 0,-1-1 0 0 0,0 0 0 0 0,0 0 1 0 0,0 1-1 0 0,-1-1 0 0 0,1 0 0 0 0,0 1 1 0 0,-1-1-1 0 0,0 0 0 0 0,1 0 0 0 0,-2 3 0 0 0,1-4 100 0 0,0 0 0 0 0,0-1 0 0 0,1 1 0 0 0,-1 0-1 0 0,0 0 1 0 0,0-1 0 0 0,0 1 0 0 0,0 0 0 0 0,0-1-1 0 0,0 1 1 0 0,0-1 0 0 0,0 1 0 0 0,0-1 0 0 0,0 0 0 0 0,0 1-1 0 0,0-1 1 0 0,0 0 0 0 0,0 0 0 0 0,0 0 0 0 0,0 0-1 0 0,0 0 1 0 0,-1 0 0 0 0,1 0 0 0 0,0 0 0 0 0,0 0-1 0 0,0 0 1 0 0,0-1 0 0 0,0 1 0 0 0,0 0 0 0 0,0-1-1 0 0,0 1 1 0 0,0-1 0 0 0,0 1 0 0 0,0-1 0 0 0,-2-1-1 0 0,-9-5-425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15203 0 0,'0'0'43'0'0,"0"-1"-1"0"0,0 1 1 0 0,0 0 0 0 0,0-1-1 0 0,0 1 1 0 0,-1-1-1 0 0,1 1 1 0 0,0 0-1 0 0,0-1 1 0 0,0 1 0 0 0,0 0-1 0 0,0-1 1 0 0,1 1-1 0 0,-1 0 1 0 0,0-1-1 0 0,0 1 1 0 0,0-1 0 0 0,0 1-1 0 0,0 0 1 0 0,0-1-1 0 0,0 1 1 0 0,1 0-1 0 0,-1 0 1 0 0,0-1 0 0 0,0 1-1 0 0,1 0 1 0 0,-1-1-1 0 0,0 1 1 0 0,0 0-1 0 0,1 0 1 0 0,-1-1 0 0 0,0 1-1 0 0,1 0 1 0 0,-1 0-1 0 0,0 0 1 0 0,1 0-1 0 0,-1-1 1 0 0,0 1 0 0 0,1 0-1 0 0,-1 0 1 0 0,0 0-1 0 0,1 0 1 0 0,0 0-1 0 0,21-13 74 0 0,-19 11 137 0 0,43-23-163 0 0,2 3 1 0 0,95-32-1 0 0,-113 45-605 0 0,0 2-1 0 0,1 0 0 0 0,0 2 1 0 0,0 2-1 0 0,1 1 1 0 0,38 2-1 0 0,-36 5 516 0 0,-3 1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39 1376 0 0,'-16'1'-117'0'0,"1"-1"713"0"0,0 0 1 0 0,0 0-1 0 0,0-1 1 0 0,-1-1-1 0 0,1-1 1 0 0,-20-6-1 0 0,34 9-554 0 0,1 0 0 0 0,0 0 0 0 0,0 0 0 0 0,0 0-1 0 0,0 0 1 0 0,0 0 0 0 0,0 0 0 0 0,-1 0 0 0 0,1 0-1 0 0,0 0 1 0 0,0 0 0 0 0,0 0 0 0 0,0 0-1 0 0,0 0 1 0 0,0 0 0 0 0,-1 0 0 0 0,1 0 0 0 0,0 0-1 0 0,0 0 1 0 0,0-1 84 0 0,0 1-85 0 0,0 0 1 0 0,0 0 0 0 0,0 0 0 0 0,-1 0-1 0 0,1 0 1 0 0,0 0 0 0 0,0 0 0 0 0,0-1 0 0 0,0 1-1 0 0,0 0 1 0 0,0 0 0 0 0,0 0 0 0 0,0 0-1 0 0,0 0 1 0 0,0 0 0 0 0,0-1 0 0 0,0 1 0 0 0,0 0-1 0 0,0 0 1 0 0,0 0 0 0 0,0 0 0 0 0,0 0 0 0 0,0 0-1 0 0,0-1 1 0 0,0 1 0 0 0,0 0 0 0 0,0 0-1 0 0,0 0 1 0 0,0 0 0 0 0,1 0 0 0 0,-1 0 0 0 0,0-1-1 0 0,0 1 85 0 0,0 0-85 0 0,0 0 1 0 0,0 0 0 0 0,0 0 0 0 0,0 0 0 0 0,1 0-1 0 0,-1 0 1 0 0,14-6 1388 0 0,19 0 38 0 0,383-1 8314 0 0,53 37-9548 0 0,-409-24-852 0 0,-34-2-357 0 0,0-1 0 0 0,1-1 1 0 0,-1-1-1 0 0,1-2 0 0 0,-1 0 0 0 0,49-10 0 0 0,-59 6-230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18 4145 0 0,'-6'0'852'0'0,"-42"-7"6378"0"0,73 0-3644 0 0,-5 5-3404 0 0,0 1 0 0 0,-1 1 0 0 0,1 0 0 0 0,0 2 0 0 0,0 0 0 0 0,-1 2 0 0 0,1 0 0 0 0,28 11 0 0 0,-38-12-67 0 0,0 2 0 0 0,0-1 0 0 0,-1 1 0 0 0,0 1 0 0 0,0 0 0 0 0,0 0 0 0 0,13 13-1 0 0,-17-14 6 0 0,-1 0-1 0 0,1 0 1 0 0,-1 1 0 0 0,0-1-1 0 0,-1 1 1 0 0,0 0-1 0 0,1 0 1 0 0,-2 1-1 0 0,1-1 1 0 0,-1 0-1 0 0,0 1 1 0 0,2 13-1 0 0,-3-14-4 0 0,-1 1 1 0 0,0-1-1 0 0,-1 1 0 0 0,1-1 0 0 0,-1 1 0 0 0,0-1 1 0 0,-1 0-1 0 0,0 1 0 0 0,0-1 0 0 0,0 0 0 0 0,0 0 1 0 0,-7 11-1 0 0,0-3-17 0 0,-1 1 1 0 0,-1-1 0 0 0,-19 21 0 0 0,6-11-255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7.7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16 115 7282 0 0,'10'-50'830'0'0,"-7"39"111"0"0,0 0 0 0 0,-1 0 0 0 0,1-21 0 0 0,-16 93 2598 0 0,-11 355-2649 0 0,31-45-739 0 0,0-297-110 0 0,3 0 0 0 0,37 141 1 0 0,-43-200 26 0 0,1 0 0 0 0,0-1 0 0 0,1 0 0 0 0,1 0 0 0 0,1 0 0 0 0,0-1 0 0 0,0 0 0 0 0,19 21 0 0 0,-21-28-32 0 0,0 0 1 0 0,1-1 0 0 0,-1 0-1 0 0,1 0 1 0 0,1 0 0 0 0,-1-1-1 0 0,0 0 1 0 0,1-1 0 0 0,0 1-1 0 0,0-1 1 0 0,0-1 0 0 0,0 0-1 0 0,0 0 1 0 0,1-1 0 0 0,-1 1-1 0 0,0-2 1 0 0,15 0 0 0 0,-13 0-49 0 0,0 0-1 0 0,0-2 1 0 0,0 1 0 0 0,0-1-1 0 0,-1 0 1 0 0,1-1 0 0 0,-1 0-1 0 0,0-1 1 0 0,1 0 0 0 0,-2 0-1 0 0,1-1 1 0 0,0 0 0 0 0,-1-1-1 0 0,12-9 1 0 0,-13 8-311 0 0,0-1 0 0 0,0 1 0 0 0,-1-1 0 0 0,0-1 0 0 0,0 1 0 0 0,-1-1-1 0 0,0 0 1 0 0,7-18 0 0 0,7-31-4706 0 0,-12 31 812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79 213 6913 0 0,'-16'5'735'0'0,"-18"3"-1168"0"0,32-8 500 0 0,1 0 0 0 0,-1 1 0 0 0,1-1 1 0 0,0 0-1 0 0,-1 0 0 0 0,1 0 0 0 0,-1 0 0 0 0,1 0 1 0 0,0-1-1 0 0,-1 1 0 0 0,1 0 0 0 0,-1-1 0 0 0,1 1 1 0 0,0-1-1 0 0,-1 1 0 0 0,1-1 0 0 0,-2-1 0 0 0,2 1 31 0 0,1 0-1 0 0,0 1 0 0 0,0-1 0 0 0,-1 0 0 0 0,1 0 0 0 0,0 0 0 0 0,0 0 1 0 0,0 0-1 0 0,0 0 0 0 0,0 1 0 0 0,0-1 0 0 0,0 0 0 0 0,0 0 0 0 0,1 0 1 0 0,-1 0-1 0 0,0 0 0 0 0,0 0 0 0 0,1 1 0 0 0,-1-1 0 0 0,1 0 0 0 0,-1 0 1 0 0,0 1-1 0 0,1-1 0 0 0,0 0 0 0 0,-1 0 0 0 0,1 1 0 0 0,-1-1 0 0 0,1 1 1 0 0,0-1-1 0 0,-1 0 0 0 0,1 1 0 0 0,1-1 0 0 0,24-20 1230 0 0,-1 6-656 0 0,1 1-1 0 0,0 1 0 0 0,38-12 0 0 0,89-21 268 0 0,-84 26-616 0 0,-34 10-731 0 0,1 1-1 0 0,0 1 0 0 0,1 2 1 0 0,59-2-1 0 0,-44 9-4998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342 0 2761 0 0,'-227'71'4875'0'0,"112"-39"-799"0"0,127-31 186 0 0,55-1-2738 0 0,1-6-786 0 0,489-21 2636 0 0,-237 31-3030 0 0,116 3 91 0 0,-399-5-603 0 0,41 0-2946 0 0,99 17 0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76 1376 0 0,'-15'-6'50'0'0,"-29"-12"1934"0"0,41 17-1643 0 0,0-1 0 0 0,0 1 0 0 0,1-1 0 0 0,-1 0 0 0 0,1 1 0 0 0,-1-1 0 0 0,1 0 0 0 0,0-1 0 0 0,0 1 0 0 0,0 0 0 0 0,-3-5 0 0 0,4 7-242 0 0,1-1 0 0 0,0 1 0 0 0,-1-1 0 0 0,1 0 0 0 0,0 1 0 0 0,-1-1 0 0 0,1 1 0 0 0,0-1 0 0 0,0 0 0 0 0,0 1 0 0 0,-1-1 0 0 0,1 0 0 0 0,0 1 0 0 0,0-1 0 0 0,0 1 0 0 0,0-1 0 0 0,0 0 0 0 0,0 1 0 0 0,0-1 0 0 0,1 0 0 0 0,-1 1 0 0 0,0-1 0 0 0,0 0 0 0 0,0 1 0 0 0,1-1 0 0 0,-1 1 0 0 0,0-1 0 0 0,1 0 1 0 0,-1 1-1 0 0,0-1 0 0 0,1 1 0 0 0,-1-1 0 0 0,1 1 0 0 0,-1-1 0 0 0,0 1 0 0 0,1 0 0 0 0,0-1 0 0 0,-1 1 0 0 0,1-1 0 0 0,-1 1 0 0 0,1 0 0 0 0,-1 0 0 0 0,1-1 0 0 0,0 1 0 0 0,-1 0 0 0 0,1 0 0 0 0,-1 0 0 0 0,1 0 0 0 0,0-1 0 0 0,-1 1 0 0 0,1 0 0 0 0,0 0 0 0 0,-1 0 0 0 0,2 1 0 0 0,1-1 59 0 0,1 0 0 0 0,-1 0-1 0 0,0 0 1 0 0,0 0 0 0 0,0 1 0 0 0,1 0-1 0 0,-1 0 1 0 0,0 0 0 0 0,0 0-1 0 0,3 1 1 0 0,53 40 1656 0 0,58 52 1 0 0,15 13-1098 0 0,-119-99-651 0 0,-4-2 101 0 0,0 1 0 0 0,0 0 0 0 0,0 0 0 0 0,13 16 0 0 0,-20-21-104 0 0,-1 0-1 0 0,1 1 0 0 0,-1-1 1 0 0,0 0-1 0 0,1 0 1 0 0,-1 1-1 0 0,0-1 0 0 0,0 0 1 0 0,-1 1-1 0 0,1-1 0 0 0,0 1 1 0 0,-1-1-1 0 0,0 1 0 0 0,1 0 1 0 0,-1-1-1 0 0,0 1 0 0 0,0-1 1 0 0,-1 1-1 0 0,1-1 0 0 0,0 1 1 0 0,-1-1-1 0 0,0 1 1 0 0,1-1-1 0 0,-1 1 0 0 0,0-1 1 0 0,-3 5-1 0 0,-19 29 208 0 0,-2-1-1 0 0,-1-2 1 0 0,-2 0 0 0 0,-37 33 0 0 0,-19 23-2028 0 0,67-68-5836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1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5086 456 0 0,'-1'1'21'0'0,"0"0"0"0"0,1 1 1 0 0,-1-1-1 0 0,0 0 0 0 0,1 1 0 0 0,0-1 0 0 0,-1 1 0 0 0,1-1 0 0 0,0 1 0 0 0,0-1 1 0 0,0 1-1 0 0,0-1 0 0 0,0 1 0 0 0,0-1 0 0 0,0 1 0 0 0,1-1 0 0 0,-1 1 1 0 0,0-1-1 0 0,1 1 0 0 0,0 1 0 0 0,0-2-12 0 0,-1-1 0 0 0,1 1 0 0 0,-1-1 0 0 0,1 0 1 0 0,-1 1-1 0 0,1-1 0 0 0,-1 0 0 0 0,1 1 0 0 0,0-1 0 0 0,-1 0 0 0 0,1 0 1 0 0,-1 1-1 0 0,1-1 0 0 0,0 0 0 0 0,-1 0 0 0 0,1 0 0 0 0,0 0 0 0 0,-1 0 1 0 0,1 0-1 0 0,0 0 0 0 0,-1 0 0 0 0,1 0 0 0 0,0 0 0 0 0,-1-1 0 0 0,1 1 1 0 0,-1 0-1 0 0,1 0 0 0 0,0 0 0 0 0,-1-1 0 0 0,1 1 0 0 0,-1 0 0 0 0,1-1 0 0 0,-1 1 1 0 0,1-1-1 0 0,-1 1 0 0 0,1 0 0 0 0,-1-1 0 0 0,1 1 0 0 0,-1-1 0 0 0,0 1 1 0 0,1-1-1 0 0,-1 0 0 0 0,0 1 0 0 0,1-1 0 0 0,-1 0 0 0 0,24-29 552 0 0,-2-2 0 0 0,30-56 0 0 0,-10 16-13 0 0,26-51 156 0 0,57-141 0 0 0,-56 114-505 0 0,20-37 28 0 0,127-195 0 0 0,-33 51 166 0 0,-156 278-303 0 0,69-143 30 0 0,90-163 126 0 0,-23 32-194 0 0,-25 62-6 0 0,-19 41-92 0 0,68-100 109 0 0,-96 177-48 0 0,-40 64 70 0 0,4 1 0 0 0,76-86 1 0 0,11-13-215 0 0,-52 62 52 0 0,49-38 5 0 0,-113 132 54 0 0,1 2 0 0 0,0 1 0 0 0,58-35 0 0 0,-26 19 31 0 0,84-69 1 0 0,-101 72-5 0 0,2 2 0 0 0,0 1 1 0 0,91-45-1 0 0,-36 34-9 0 0,98-47 0 0 0,-154 70 52 0 0,1 3 0 0 0,1 2-1 0 0,70-15 1 0 0,-11 3 45 0 0,-21 1 31 0 0,-51 15-48 0 0,1 0 0 0 0,1 3 0 0 0,-1 0 0 0 0,65-5 1 0 0,-67 13 75 0 0,0 0 1 0 0,0 2-1 0 0,0 1 1 0 0,42 10-1 0 0,-56-8-70 0 0,0 0-1 0 0,-1 1 1 0 0,0 1 0 0 0,0 0-1 0 0,-1 2 1 0 0,0-1 0 0 0,0 2-1 0 0,-1 0 1 0 0,18 17 0 0 0,58 61 302 0 0,-50-47-17 0 0,81 65-1 0 0,-87-80-349 0 0,-1 1 0 0 0,-2 2-1 0 0,-1 1 1 0 0,-1 2 0 0 0,32 45-1 0 0,31 53 180 0 0,79 101 147 0 0,-108-154 296 0 0,-4 2 0 0 0,53 94 1 0 0,-45-54-498 0 0,112 170-100 0 0,-80-171 9 0 0,-40-50 106 0 0,-42-44-150 0 0,0 2 1 0 0,-1 0-1 0 0,-2 1 1 0 0,21 56-1 0 0,-17-41-13 0 0,27 48 0 0 0,15 19 368 0 0,-39-65-249 0 0,3-2 0 0 0,2 0 1 0 0,47 58-1 0 0,-30-53-122 0 0,-3 2-1 0 0,-2 1 1 0 0,-2 2 0 0 0,-3 1-1 0 0,33 71 1 0 0,129 249-16 0 0,-136-269 18 0 0,119 252-220 0 0,-106-206 593 0 0,-55-113-323 0 0,206 379 34 0 0,-155-306 49 0 0,59 127 1 0 0,-5 2-131 0 0,-114-221 23 0 0,151 306 103 0 0,-67-173-24 0 0,7 15-9 0 0,49 148 35 0 0,-71-180-52 0 0,23 47 59 0 0,-59-104-114 0 0,89 126 0 0 0,9 17-74 0 0,-79-117 119 0 0,27 52-68 0 0,93 193 2 0 0,-166-326 0 0 0,137 248 0 0 0,-106-179-17 0 0,232 449 530 0 0,-253-504-446 0 0,1-1-1 0 0,55 60 1 0 0,16 20-16 0 0,-34-32 94 0 0,4-3 0 0 0,81 75 0 0 0,-83-98-134 0 0,-35-32-11 0 0,42 46 0 0 0,89 91 105 0 0,-18-21 3 0 0,-113-111-103 0 0,2-2 0 0 0,47 34 0 0 0,-39-32 45 0 0,41 39 0 0 0,-58-46-50 0 0,77 70 0 0 0,-84-81 0 0 0,1-1 0 0 0,0 0 0 0 0,1-1 0 0 0,0-1 0 0 0,19 8 0 0 0,31 12-17 0 0,35 13 56 0 0,-89-38-80 0 0,0 0 0 0 0,1-1 0 0 0,-1-1 0 0 0,0 0 0 0 0,1-1 0 0 0,17-1 1 0 0,95 2 65 0 0,-85 0-100 0 0,0-2 0 0 0,68-7-1 0 0,18-20-344 0 0,26-4-88 0 0,-137 29 428 0 0,1-2 0 0 0,-1 0-1 0 0,0-2 1 0 0,-1 1-1 0 0,28-15 1 0 0,74-50-618 0 0,-56 31 542 0 0,-6 4 140 0 0,90-77 0 0 0,38-56-16 0 0,-151 139 59 0 0,48-32 1 0 0,-50 40 34 0 0,-1-1-1 0 0,47-48 1 0 0,343-361-46 0 0,-249 250 36 0 0,-66 68-40 0 0,63-53 127 0 0,-105 106-110 0 0,63-79-135 0 0,-9 10 12 0 0,16-21 47 0 0,-79 86-6 0 0,-5 3-68 0 0,-3-2 0 0 0,-2-3 0 0 0,47-98 0 0 0,129-291 121 0 0,-179 379 230 0 0,72-104-1 0 0,-51 88-120 0 0,-35 45-122 0 0,-2 0-1 0 0,-2-2 1 0 0,23-79-1 0 0,-28 76 20 0 0,2 0-1 0 0,3 1 1 0 0,34-59-1 0 0,54-44-4 0 0,-79 116 53 0 0,-2-1 0 0 0,-2-2-1 0 0,-1 0 1 0 0,33-76-1 0 0,-44 74 275 0 0,-8 22-225 0 0,1-1-1 0 0,0 2 0 0 0,2-1 0 0 0,0 1 1 0 0,23-33-1 0 0,-33 53-103 0 0,0 0 0 0 0,0 0 0 0 0,0-1 0 0 0,0 1 0 0 0,0 0 0 0 0,1 0 0 0 0,-1 0 0 0 0,0-1 0 0 0,0 1 0 0 0,0 0-1 0 0,0 0 1 0 0,0 0 0 0 0,1 0 0 0 0,-1-1 0 0 0,0 1 0 0 0,0 0 0 0 0,0 0 0 0 0,1 0 0 0 0,-1 0 0 0 0,0 0 0 0 0,0 0 0 0 0,0-1 0 0 0,1 1 0 0 0,-1 0 0 0 0,0 0 0 0 0,0 0 0 0 0,1 0 0 0 0,-1 0 0 0 0,0 0 0 0 0,0 0 0 0 0,0 0 0 0 0,1 0 0 0 0,-1 0 0 0 0,0 0-1 0 0,0 0 1 0 0,1 0 0 0 0,-1 0 0 0 0,0 1 0 0 0,0-1 0 0 0,1 0 0 0 0,-1 0 0 0 0,0 0 0 0 0,0 0 0 0 0,0 0 0 0 0,0 0 0 0 0,1 1 0 0 0,-1-1 0 0 0,0 0 0 0 0,0 0 0 0 0,1 0 0 0 0,3 14-1243 0 0,-4-12 777 0 0,3 11-4493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3 123 10594 0 0,'-1'-15'1091'0'0,"0"-44"-2051"0"0,1 56 880 0 0,0 0-1 0 0,1 0 1 0 0,-1 0-1 0 0,1 0 0 0 0,-1 0 1 0 0,1 0-1 0 0,0 1 0 0 0,0-1 1 0 0,0 0-1 0 0,1 0 0 0 0,-1 1 1 0 0,1-1-1 0 0,-1 1 1 0 0,1-1-1 0 0,4-3 0 0 0,-6 6 92 0 0,1 0 0 0 0,-1 0-1 0 0,0 0 1 0 0,1 0 0 0 0,-1 1 0 0 0,0-1-1 0 0,1 0 1 0 0,-1 0 0 0 0,1 0-1 0 0,-1 1 1 0 0,0-1 0 0 0,0 0 0 0 0,1 0-1 0 0,-1 1 1 0 0,0-1 0 0 0,1 0-1 0 0,-1 1 1 0 0,0-1 0 0 0,0 0 0 0 0,1 1-1 0 0,-1-1 1 0 0,0 0 0 0 0,0 1-1 0 0,0-1 1 0 0,0 1 0 0 0,0-1-1 0 0,1 0 1 0 0,-1 1 0 0 0,0-1 0 0 0,0 1-1 0 0,0-1 1 0 0,0 0 0 0 0,0 1-1 0 0,4 17 144 0 0,4 54 488 0 0,-1 112 0 0 0,-4-44-222 0 0,55 550 148 0 0,25-1-718 0 0,-8-65-202 0 0,3 11 18 0 0,61 712 918 0 0,-105-466 1796 0 0,-7-135 1727 0 0,-19-377-3709 0 0,1 36-893 0 0,-5-361-207 0 0,1-3-211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52 5985 0 0,'-25'4'1242'0'0,"12"-3"-855"0"0,1 0-1 0 0,-1 2 1 0 0,1-1-1 0 0,0 1 0 0 0,-1 1 1 0 0,1 1-1 0 0,1-1 1 0 0,-20 12-1 0 0,31-16-381 0 0,-1 0-1 0 0,1 0 1 0 0,0 0-1 0 0,-1 1 1 0 0,1-1-1 0 0,0 0 1 0 0,0 0-1 0 0,-1 0 1 0 0,1 1 0 0 0,0-1-1 0 0,0 0 1 0 0,-1 0-1 0 0,1 1 1 0 0,0-1-1 0 0,0 0 1 0 0,0 1-1 0 0,0-1 1 0 0,0 0 0 0 0,-1 0-1 0 0,1 1 1 0 0,0-1-1 0 0,0 0 1 0 0,0 1-1 0 0,0-1 1 0 0,0 0-1 0 0,0 1 1 0 0,0-1 0 0 0,0 0-1 0 0,0 1 1 0 0,0-1-1 0 0,0 0 1 0 0,0 1-1 0 0,0-1 1 0 0,0 0 0 0 0,1 1-1 0 0,-1-1 1 0 0,0 0-1 0 0,0 1 1 0 0,0-1-1 0 0,15 9 208 0 0,21-2 35 0 0,3-4-56 0 0,0-2-1 0 0,0-1 0 0 0,0-3 1 0 0,44-7-1 0 0,-13 1 36 0 0,246-28 730 0 0,355-30 670 0 0,1923 68-1001 0 0,-1963 34-622 0 0,164 8-16 0 0,-105-1-46 0 0,-317-17 148 0 0,919 95 115 0 0,-783-54-2107 0 0,-393-49 574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272 195 1840 0 0,'-16'-18'1057'0'0,"-22"-31"-1"0"0,24 29-176 0 0,-1 0-1 0 0,-22-21 1 0 0,32 36-569 0 0,0 1-1 0 0,0-1 1 0 0,-1 1 0 0 0,0 0 0 0 0,1 1 0 0 0,-1-1 0 0 0,0 1 0 0 0,-1 0 0 0 0,1 1 0 0 0,0-1 0 0 0,-1 1 0 0 0,-11-2 0 0 0,16 4-180 0 0,1 0 0 0 0,-1 0 0 0 0,0 0 0 0 0,0 0 0 0 0,1 0-1 0 0,-1 0 1 0 0,0 0 0 0 0,0 1 0 0 0,1-1 0 0 0,-1 1 0 0 0,0-1 0 0 0,1 1-1 0 0,-1 0 1 0 0,0-1 0 0 0,1 1 0 0 0,-1 0 0 0 0,1 0 0 0 0,-1 0 0 0 0,1 0-1 0 0,-2 2 1 0 0,1-1 8 0 0,0 1 0 0 0,0 0 0 0 0,0 0 0 0 0,0 0 0 0 0,0 0 0 0 0,1 0 0 0 0,0 0 0 0 0,-1 0 0 0 0,0 6-1 0 0,-2 7 78 0 0,2 0 0 0 0,0 0-1 0 0,1 25 1 0 0,1-35-149 0 0,1 57 39 0 0,3-1 0 0 0,2 0 1 0 0,4 0-1 0 0,2-1 0 0 0,33 101 1 0 0,138 283 568 0 0,-156-386-661 0 0,-27-59-14 0 0,11 23-518 0 0,-1 0 0 0 0,-1 1 1 0 0,0 0-1 0 0,-2 1 0 0 0,5 31 1 0 0,-10-24-4611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1 378 9218 0 0,'0'-3'133'0'0,"1"-1"0"0"0,0 0 1 0 0,-1 0-1 0 0,2 0 0 0 0,-1 1 0 0 0,0-1 1 0 0,1 0-1 0 0,-1 1 0 0 0,1-1 0 0 0,0 1 1 0 0,0 0-1 0 0,1 0 0 0 0,3-5 0 0 0,42-39 1566 0 0,-32 33-1380 0 0,21-18 388 0 0,0 1-1 0 0,2 2 0 0 0,1 2 0 0 0,73-38 0 0 0,-74 47-2301 0 0,1 2 0 0 0,0 1 0 0 0,46-9 0 0 0,-63 18 1473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0 5065 0 0,'-9'2'849'0'0,"0"-1"1"0"0,-1 1-1 0 0,1 1 0 0 0,0 0 1 0 0,1 0-1 0 0,-17 8 0 0 0,25-11-817 0 0,0 0-1 0 0,0 0 0 0 0,0 0 0 0 0,-1 0 0 0 0,1 0 1 0 0,0 1-1 0 0,0-1 0 0 0,0 0 0 0 0,0 0 1 0 0,0 0-1 0 0,0 0 0 0 0,-1 0 0 0 0,1 0 0 0 0,0 0 1 0 0,0 0-1 0 0,0 0 0 0 0,0 1 0 0 0,0-1 0 0 0,0 0 1 0 0,0 0-1 0 0,0 0 0 0 0,0 0 0 0 0,0 0 1 0 0,0 1-1 0 0,0-1 0 0 0,0 0 0 0 0,0 0 0 0 0,0 0 1 0 0,0 0-1 0 0,0 0 0 0 0,0 1 0 0 0,0-1 0 0 0,0 0 1 0 0,0 0-1 0 0,0 0 0 0 0,0 0 0 0 0,0 0 1 0 0,0 1-1 0 0,0-1 0 0 0,0 0 0 0 0,0 0 0 0 0,0 0 1 0 0,0 0-1 0 0,0 0 0 0 0,0 0 0 0 0,0 0 0 0 0,0 1 1 0 0,1-1-1 0 0,-1 0 0 0 0,0 0 0 0 0,0 0 1 0 0,0 0-1 0 0,0 0 0 0 0,12 5 885 0 0,15 0 107 0 0,413 18 4876 0 0,-226-18-5362 0 0,364 34-2116 0 0,-547-37 396 0 0,44-2-1 0 0,-5-8-4912 0 0,-37 2 1316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26 6913 0 0,'-16'-10'2723'0'0,"-3"-3"-76"0"0,18 13-2468 0 0,1-1 0 0 0,-1 1 0 0 0,1 0 0 0 0,-1 0 0 0 0,1-1 0 0 0,-1 1 0 0 0,1 0 0 0 0,-1 0 0 0 0,0 0 0 0 0,1 0 0 0 0,-1 0 0 0 0,1-1 0 0 0,-1 1 0 0 0,1 0 0 0 0,-1 0 0 0 0,1 0 0 0 0,-1 1 0 0 0,1-1 0 0 0,-1 0 0 0 0,0 0 0 0 0,1 0 0 0 0,-1 0 0 0 0,1 0 0 0 0,-1 1 0 0 0,1-1 0 0 0,-2 1 0 0 0,3-1-43 0 0,-1 1-1 0 0,0 0 1 0 0,0 0 0 0 0,0-1 0 0 0,1 1 0 0 0,-1 0 0 0 0,0-1 0 0 0,1 1-1 0 0,-1 0 1 0 0,0-1 0 0 0,1 1 0 0 0,-1-1 0 0 0,1 1 0 0 0,-1 0 0 0 0,1-1 0 0 0,0 1-1 0 0,-1-1 1 0 0,1 0 0 0 0,-1 1 0 0 0,1-1 0 0 0,0 1 0 0 0,-1-1 0 0 0,2 1-1 0 0,13 8 21 0 0,12 6 267 0 0,0-2-1 0 0,43 15 0 0 0,-1-1 16 0 0,-45-17-400 0 0,14 7 26 0 0,50 29-1 0 0,-79-41-59 0 0,0 1-1 0 0,-1 0 1 0 0,0 0-1 0 0,0 1 1 0 0,0 0 0 0 0,-1 0-1 0 0,0 1 1 0 0,-1-1-1 0 0,0 2 1 0 0,0-1-1 0 0,6 12 1 0 0,-10-16 0 0 0,0 1 0 0 0,-1 0 1 0 0,1-1-1 0 0,-1 1 0 0 0,0 0 1 0 0,-1 0-1 0 0,1 0 1 0 0,-1-1-1 0 0,0 1 0 0 0,0 0 1 0 0,0 0-1 0 0,0 0 0 0 0,-1 0 1 0 0,-1 5-1 0 0,-1-2-12 0 0,0-1 0 0 0,0 1 0 0 0,0-1 0 0 0,-1 1 0 0 0,0-1 0 0 0,-1 0 0 0 0,-8 10 0 0 0,-7 4-507 0 0,0-1-1 0 0,-1 0 0 0 0,-41 26 0 0 0,57-42 336 0 0,-26 18-7084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3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351 18 1840 0 0,'-50'-17'5640'0'0,"29"17"-4563"0"0,1 1 1 0 0,-1 0-1 0 0,1 2 0 0 0,-1 0 0 0 0,-36 12 0 0 0,29-7-1451 0 0,-1-2 0 0 0,-29 3 0 0 0,32-7-4245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5065 0 0,'-1'2'312'0'0,"0"1"1"0"0,0 0-1 0 0,0 0 1 0 0,0 0-1 0 0,0 0 0 0 0,1 0 1 0 0,0 0-1 0 0,-1 0 0 0 0,1 0 1 0 0,0 0-1 0 0,1 4 1 0 0,-1 3 292 0 0,-1 40 727 0 0,3 0-1 0 0,2 0 0 0 0,17 79 0 0 0,-3-17-405 0 0,-9-44-974 0 0,27 176 1422 0 0,-3-84-6439 0 0,-22-119-73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5985 0 0,'0'3'270'0'0,"0"-1"0"0"0,0 1 0 0 0,1-1-1 0 0,-1 0 1 0 0,1 1 0 0 0,0-1 0 0 0,-1 0-1 0 0,1 1 1 0 0,0-1 0 0 0,0 0 0 0 0,1 0-1 0 0,-1 0 1 0 0,2 3 0 0 0,1 1 277 0 0,44 110 3881 0 0,-36-83-4176 0 0,-2 0 1 0 0,-1 1 0 0 0,5 47-1 0 0,3 53-3604 0 0,-14-115-1249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9674 0 0,'2'4'263'0'0,"1"0"-1"0"0,0 0 1 0 0,0-1 0 0 0,0 1 0 0 0,0-1-1 0 0,1 0 1 0 0,-1 0 0 0 0,1 0-1 0 0,0 0 1 0 0,6 3 0 0 0,17 14 1148 0 0,-11-3-833 0 0,-1 1 0 0 0,-1 0 0 0 0,-1 0 0 0 0,0 2 0 0 0,-2-1 0 0 0,0 2 0 0 0,10 24 0 0 0,-8-9-1625 0 0,-1 1 0 0 0,-2 0-1 0 0,8 56 1 0 0,-18-90 534 0 0,1 0-1 0 0,-1 0 1 0 0,0 0 0 0 0,0 0 0 0 0,0-1 0 0 0,0 1-1 0 0,0 0 1 0 0,0 0 0 0 0,-1 0 0 0 0,-1 4 0 0 0</inkml:trace>
  <inkml:trace contextRef="#ctx0" brushRef="#br0" timeOffset="1">9 320 920 0 0,'0'-1'188'0'0,"-1"1"-1"0"0,0-1 1 0 0,1 1-1 0 0,-1-1 1 0 0,0 1-1 0 0,1-1 1 0 0,-1 0-1 0 0,1 1 1 0 0,0-1-1 0 0,-1 0 1 0 0,1 1-1 0 0,-1-1 1 0 0,1 0-1 0 0,0 0 1 0 0,0 1-1 0 0,-1-1 1 0 0,1 0-1 0 0,0 0 1 0 0,0 0-1 0 0,0 1 1 0 0,0-1-1 0 0,0 0 1 0 0,0 0-1 0 0,0 0 1 0 0,0 1-1 0 0,0-1 1 0 0,0 0-1 0 0,0 0 1 0 0,1 1-1 0 0,-1-1 1 0 0,0 0-1 0 0,0 0 1 0 0,1 1-1 0 0,-1-1 1 0 0,1 0-1 0 0,-1 1 1 0 0,1-1-1 0 0,-1 0 1 0 0,1 1-1 0 0,-1-1 1 0 0,1 1-1 0 0,0-2 1 0 0,30-31 1060 0 0,-25 27-873 0 0,83-75-656 0 0,-70 65-3435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6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0 920 0 0,'5'3'350'0'0,"0"0"-1"0"0,0-1 1 0 0,0 0 0 0 0,1 0-1 0 0,-1-1 1 0 0,0 0-1 0 0,1 0 1 0 0,9 1 0 0 0,-9-1 132 0 0,1 0 0 0 0,-1 0 1 0 0,1 0-1 0 0,10 5 1 0 0,-11-3-446 0 0,0 0 0 0 0,-1 0 0 0 0,0 0 0 0 0,0 1 0 0 0,0-1 1 0 0,0 1-1 0 0,0 1 0 0 0,-1-1 0 0 0,0 0 0 0 0,0 1 0 0 0,0 0 0 0 0,-1 0 1 0 0,1 1-1 0 0,-1-1 0 0 0,0 0 0 0 0,-1 1 0 0 0,1 0 0 0 0,-1 0 0 0 0,0 0 1 0 0,-1 0-1 0 0,1 0 0 0 0,0 10 0 0 0,-1 8 263 0 0,0 0 1 0 0,-2 0-1 0 0,-1 0 1 0 0,-6 35-1 0 0,5-45 164 0 0,3-14-449 0 0,0 0 0 0 0,0 1 0 0 0,-1-1 0 0 0,1 1 0 0 0,0-1 0 0 0,0 1 0 0 0,0-1-1 0 0,0 1 1 0 0,0-1 0 0 0,-1 1 0 0 0,1-1 0 0 0,0 1 0 0 0,0-1 0 0 0,0 1 0 0 0,0-1-1 0 0,1 1 1 0 0,-1-1 0 0 0,0 1 0 0 0,0-1 0 0 0,0 1 0 0 0,0-1 0 0 0,0 1 0 0 0,1-1 0 0 0,-1 1-1 0 0,0-1 1 0 0,0 1 0 0 0,1-1 0 0 0,-1 1 0 0 0,0-1 0 0 0,1 0 0 0 0,-1 1 0 0 0,0-1 0 0 0,1 0-1 0 0,-1 1 1 0 0,1-1 0 0 0,-1 0 0 0 0,1 1 0 0 0,-1-1 0 0 0,0 0 0 0 0,1 0 0 0 0,-1 0 0 0 0,1 1-1 0 0,-1-1 1 0 0,1 0 0 0 0,-1 0 0 0 0,1 0 0 0 0,-1 0 0 0 0,1 0 0 0 0,-1 0 0 0 0,1 0-1 0 0,-1 0 1 0 0,1 0 0 0 0,-1 0 0 0 0,1 0 0 0 0,0 0 0 0 0,-1-1 0 0 0,0 1 0 0 0,1 0 0 0 0,-1 0-1 0 0,1 0 1 0 0,-1-1 0 0 0,1 1 0 0 0,-1 0 0 0 0,1-1 0 0 0,-1 1 0 0 0,0 0 0 0 0,1-1 0 0 0,7-3-533 0 0</inkml:trace>
  <inkml:trace contextRef="#ctx0" brushRef="#br0" timeOffset="1">78 164 3225 0 0,'-12'0'4639'0'0,"31"-13"-1802"0"0,34-14-298 0 0,66-14-930 0 0,-45 17-1023 0 0,-36 10-586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5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63 968 456 0 0,'0'0'116'0'0,"-12"13"2141"0"0,10-12-1957 0 0,-1 0 1 0 0,1 1-1 0 0,-1-1 1 0 0,0 0 0 0 0,1-1-1 0 0,-1 1 1 0 0,0 0 0 0 0,-3 0-1 0 0,-17 6 1518 0 0,172-116-1572 0 0,-89 61-136 0 0,100-60 0 0 0,47 6-157 0 0,-70 37 22 0 0,296-126-33 0 0,-324 145 52 0 0,29-5 6 0 0,280-64 0 0 0,83 17-54 0 0,-157 55 42 0 0,-239 32 14 0 0,54 1 41 0 0,204 13 1 0 0,-339-2-43 0 0,525 48-1 0 0,-409-31 0 0 0,272 31 0 0 0,-398-47 0 0 0,583 72 65 0 0,-470-51-44 0 0,-1 5 0 0 0,203 75 0 0 0,151 128 11 0 0,-278-127-11 0 0,39 23 748 0 0,234 167 0 0 0,-366-221-634 0 0,169 122 307 0 0,49 17-378 0 0,-273-178-51 0 0,-1 2 0 0 0,-2 2 0 0 0,-2 2-1 0 0,64 68 1 0 0,-41-32-626 0 0,97 94-2945 0 0,-157-159 976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56 2304 0 0,'2'-9'175'0'0,"-2"4"281"0"0,1 0 1 0 0,0 0 0 0 0,0 0-1 0 0,0 1 1 0 0,1-1 0 0 0,0 0-1 0 0,4-8 1 0 0,-4 49 2438 0 0,-11 209-1367 0 0,2 99 664 0 0,13 33-2162 0 0,2 24 4 0 0,-2-208 30 0 0,-20 223 0 0 0,9-298-25 0 0,6-1 0 0 0,24 186 0 0 0,-20-236 2 0 0,-4 107-1 0 0,-3-72-46 0 0,3-83 196 0 0,2-1-1 0 0,0 1 1 0 0,2 0 0 0 0,0-1 0 0 0,9 24 0 0 0,-11-35-144 0 0,1 0 1 0 0,-1 0-1 0 0,1-1 0 0 0,1 0 1 0 0,-1 1-1 0 0,8 7 1 0 0,13 18 118 0 0,-25-31-292 0 0,1 1-411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11058 0 0,'-1'-1'48'0'0,"1"1"0"0"0,-1 0 0 0 0,1 0 0 0 0,0 0 0 0 0,-1 0 0 0 0,1 0 0 0 0,0 0 0 0 0,-1 0 0 0 0,1 0 0 0 0,-1 0 0 0 0,1 1 0 0 0,0-1 0 0 0,-1 0 0 0 0,1 0 0 0 0,-1 0-1 0 0,1 0 1 0 0,0 0 0 0 0,-1 1 0 0 0,1-1 0 0 0,0 0 0 0 0,-1 0 0 0 0,1 1 0 0 0,0-1 0 0 0,0 0 0 0 0,-1 0 0 0 0,1 1 0 0 0,0-1 0 0 0,0 0 0 0 0,-1 1 0 0 0,1-1 0 0 0,0 0 0 0 0,0 1 0 0 0,0-1 0 0 0,0 0-1 0 0,-1 1 1 0 0,1-1 0 0 0,0 1 0 0 0,0-1 0 0 0,0 0 0 0 0,0 1 0 0 0,0-1 0 0 0,0 1 0 0 0,0-1 0 0 0,0 0 0 0 0,0 1 0 0 0,0-1 0 0 0,0 1 0 0 0,1-1 0 0 0,-1 0 0 0 0,0 1 0 0 0,0-1 0 0 0,0 1-1 0 0,3 23 5 0 0,41 144 2938 0 0,1 7-2219 0 0,-8 14-3941 0 0,-29-156 2043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1 7370 0 0,'-2'2'122'0'0,"-1"0"1"0"0,0 0 0 0 0,0 1 0 0 0,1-1 0 0 0,-1 1-1 0 0,1 0 1 0 0,0 0 0 0 0,-1 0 0 0 0,1 0 0 0 0,1 0 0 0 0,-1 0-1 0 0,-2 6 1 0 0,-2 2 90 0 0,-22 31 594 0 0,1 2-1 0 0,3 1 1 0 0,-34 87-1 0 0,57-128-759 0 0,-1 0 0 0 0,1-1 0 0 0,0 1 0 0 0,1 0 0 0 0,-1 0 0 0 0,1 0-1 0 0,0 0 1 0 0,0 0 0 0 0,1 5 0 0 0,-1-8-42 0 0,0 1 0 0 0,1-1 1 0 0,-1 0-1 0 0,1 0 0 0 0,-1 0 0 0 0,1 0 0 0 0,0 0 1 0 0,-1 0-1 0 0,1 0 0 0 0,0 0 0 0 0,0 0 0 0 0,0 0 1 0 0,0 0-1 0 0,0-1 0 0 0,0 1 0 0 0,0 0 0 0 0,0-1 1 0 0,0 1-1 0 0,0-1 0 0 0,0 1 0 0 0,0-1 0 0 0,0 1 1 0 0,0-1-1 0 0,1 0 0 0 0,-1 1 0 0 0,0-1 0 0 0,0 0 1 0 0,0 0-1 0 0,1 0 0 0 0,-1 0 0 0 0,0 0 0 0 0,0 0 1 0 0,3-1-1 0 0,57-4-52 0 0,-22 2 6 0 0,52 1 0 0 0,-79 3 38 0 0,0 0-1 0 0,0 1 0 0 0,-1 0 1 0 0,1 0-1 0 0,-1 2 0 0 0,0-1 1 0 0,1 1-1 0 0,18 11 0 0 0,-28-14 11 0 0,0 0-1 0 0,0 1 1 0 0,0-1-1 0 0,0 0 1 0 0,0 1-1 0 0,0 0 1 0 0,-1-1-1 0 0,1 1 1 0 0,-1 0-1 0 0,1 0 1 0 0,-1 0-1 0 0,0 0 1 0 0,1 0-1 0 0,-1 0 0 0 0,0 0 1 0 0,0 0-1 0 0,-1 1 1 0 0,1-1-1 0 0,0 0 1 0 0,-1 0-1 0 0,1 3 1 0 0,-1 0 36 0 0,0 0 1 0 0,-1-1 0 0 0,1 1-1 0 0,-1 0 1 0 0,0-1 0 0 0,0 1-1 0 0,-1-1 1 0 0,1 1 0 0 0,-1-1-1 0 0,-2 5 1 0 0,-5 6 101 0 0,0 0-1 0 0,-1-1 1 0 0,0 0-1 0 0,-24 23 1 0 0,-24 14-258 0 0,26-28 26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53 131 5065 0 0,'-47'11'2106'0'0,"42"-9"-1284"0"0,21-5-221 0 0,-5 1-473 0 0,246-50 1328 0 0,-111 30-531 0 0,179-3 0 0 0,369 2 698 0 0,-391 7-1567 0 0,340 24 0 0 0,267 43-128 0 0,-707-45 107 0 0,543 39 226 0 0,12 48-208 0 0,-629-73-1272 0 0,-92-14-3392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0 4145 0 0,'-1'0'63'0'0,"0"1"0"0"0,0-1 0 0 0,-1 1 0 0 0,1-1 0 0 0,0 1 0 0 0,0 0 0 0 0,0 0 0 0 0,0-1 0 0 0,0 1 0 0 0,0 0 0 0 0,0 0 0 0 0,0 0 0 0 0,0 0 0 0 0,0 0 0 0 0,-1 2 0 0 0,2-3 17 0 0,0 1-1 0 0,0 0 1 0 0,0-1 0 0 0,-1 1-1 0 0,1-1 1 0 0,0 1 0 0 0,0-1 0 0 0,0 1-1 0 0,0-1 1 0 0,1 1 0 0 0,-1 0-1 0 0,0-1 1 0 0,0 1 0 0 0,0-1-1 0 0,0 1 1 0 0,1-1 0 0 0,-1 1-1 0 0,0-1 1 0 0,0 1 0 0 0,1-1-1 0 0,-1 1 1 0 0,0-1 0 0 0,1 1-1 0 0,-1-1 1 0 0,1 1 0 0 0,1 1 186 0 0,1-1 0 0 0,-1 1 1 0 0,0 0-1 0 0,1-1 1 0 0,0 1-1 0 0,-1-1 0 0 0,1 0 1 0 0,0 0-1 0 0,0 0 0 0 0,-1 0 1 0 0,1-1-1 0 0,4 1 1 0 0,61 5 2084 0 0,-15-2-851 0 0,67 14 0 0 0,-104-15-1439 0 0,0 1 0 0 0,0 1 0 0 0,0 1 0 0 0,-1 0 0 0 0,0 1 0 0 0,0 1 0 0 0,0 0 0 0 0,17 14 0 0 0,-31-21-60 0 0,0-1 1 0 0,0 1 0 0 0,0 0 0 0 0,0-1-1 0 0,-1 1 1 0 0,1 0 0 0 0,0 0 0 0 0,-1 0 0 0 0,1 0-1 0 0,0-1 1 0 0,-1 1 0 0 0,1 0 0 0 0,-1 0 0 0 0,0 0-1 0 0,1 0 1 0 0,-1 0 0 0 0,0 0 0 0 0,1 0 0 0 0,-1 0-1 0 0,0 1 1 0 0,0-1 0 0 0,0 0 0 0 0,0 0-1 0 0,0 1 1 0 0,-1 0 12 0 0,1 0 0 0 0,-1 0-1 0 0,0 0 1 0 0,0 0 0 0 0,0-1-1 0 0,0 1 1 0 0,0 0 0 0 0,0-1 0 0 0,0 1-1 0 0,-1-1 1 0 0,1 1 0 0 0,-3 1-1 0 0,-6 4 99 0 0,0 0 0 0 0,0 0 0 0 0,-17 7 0 0 0,22-11-69 0 0,-33 14-397 0 0,-74 23 0 0 0,78-29-396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7203 16 5985 0 0,'-94'4'2959'0'0,"-111"20"0"0"0,-17 2-2027 0 0,-141-13-418 0 0,277-10-228 0 0,-146 7 468 0 0,-116 1-452 0 0,-310-20-1730 0 0,348-11 238 0 0,35 0 10 0 0,70 14 581 0 0,-383-17-1893 0 0,461 14 2032 0 0,-334-11 218 0 0,-186 52 825 0 0,463-22-252 0 0,-171 14-120 0 0,-86 4 401 0 0,220-24 29 0 0,-109 8 699 0 0,-69 15 554 0 0,364-27-1487 0 0,0-2-1 0 0,-42-7 1 0 0,-9-2-336 0 0,70 11-90 0 0,-1 0 1 0 0,1 1-1 0 0,0 0 0 0 0,0 2 1 0 0,0-1-1 0 0,0 2 0 0 0,0 0 1 0 0,-21 10-1 0 0,14-9 22 0 0,-7 5-1756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9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0 247 3225 0 0,'0'0'82'0'0,"0"-1"0"0"0,0 0 0 0 0,0 1 1 0 0,0-1-1 0 0,0 0 0 0 0,1 1 1 0 0,-1-1-1 0 0,0 0 0 0 0,0 1 0 0 0,1-1 1 0 0,-1 1-1 0 0,0-1 0 0 0,0 1 0 0 0,1-1 1 0 0,-1 0-1 0 0,1 1 0 0 0,-1 0 0 0 0,1-1 1 0 0,-1 1-1 0 0,1-1 0 0 0,-1 1 0 0 0,1-1 1 0 0,-1 1-1 0 0,1 0 0 0 0,-1-1 0 0 0,1 1 1 0 0,-1 0-1 0 0,1 0 0 0 0,0-1 1 0 0,-1 1-1 0 0,1 0 0 0 0,0 0 0 0 0,-1 0 1 0 0,1 0-1 0 0,0 0 0 0 0,-1 0 0 0 0,1 0 1 0 0,-1 0-1 0 0,1 0 0 0 0,0 0 0 0 0,-1 0 1 0 0,1 0-1 0 0,0 1 0 0 0,2-1 146 0 0,-1 1-1 0 0,1-1 0 0 0,-1 1 1 0 0,0 0-1 0 0,0 0 1 0 0,1 0-1 0 0,-1 0 1 0 0,0 0-1 0 0,0 0 1 0 0,4 3-1 0 0,63 69 1918 0 0,-42-42-2106 0 0,1-1-1 0 0,2-1 0 0 0,1-2 0 0 0,58 40 0 0 0,-87-66-41 0 0,-1 0-1 0 0,0-1 0 0 0,0 1 0 0 0,1 0 0 0 0,-1 0 0 0 0,1-1 0 0 0,-1 1 0 0 0,1-1 0 0 0,-1 1 0 0 0,1-1 0 0 0,-1 1 0 0 0,1-1 0 0 0,-1 0 0 0 0,1 0 0 0 0,-1 0 0 0 0,1 0 0 0 0,0 0 0 0 0,-1 0 0 0 0,1 0 0 0 0,1-1 0 0 0,-2 0 21 0 0,0 0 0 0 0,0 1 1 0 0,0-1-1 0 0,0 0 0 0 0,-1 0 0 0 0,1 0 0 0 0,0 0 1 0 0,-1 0-1 0 0,1 0 0 0 0,-1 0 0 0 0,1 0 0 0 0,-1 0 1 0 0,0 0-1 0 0,1 0 0 0 0,-1 0 0 0 0,0 0 1 0 0,0 0-1 0 0,1-1 0 0 0,-1 1 0 0 0,0 0 0 0 0,0-1 1 0 0,-1-11 288 0 0,0 0 0 0 0,-1 1 0 0 0,-6-25 0 0 0,5 27-112 0 0,-1-8-518 0 0,-1 1 0 0 0,-1 0 0 0 0,-1 0-1 0 0,0 1 1 0 0,-1 0 0 0 0,-1 0 0 0 0,0 1 0 0 0,-1 0 0 0 0,-1 0-1 0 0,0 1 1 0 0,-14-13 0 0 0,23 26 265 0 0,1-1 0 0 0,-1 1 0 0 0,0 0 0 0 0,0 0 0 0 0,0 0 0 0 0,0 1 0 0 0,0-1 1 0 0,0 0-1 0 0,0 1 0 0 0,0-1 0 0 0,0 1 0 0 0,0 0 0 0 0,0 0 0 0 0,0 0 0 0 0,0 0 0 0 0,0 0 0 0 0,0 0 0 0 0,0 0 0 0 0,0 0 0 0 0,0 1 0 0 0,0-1 0 0 0,0 1 0 0 0,0 0 1 0 0,0 0-1 0 0,0 0 0 0 0,0 0 0 0 0,-3 2 0 0 0,-10 3 637 0 0,14-7-444 0 0,0-1 0 0 0,1 1-1 0 0,-1 0 1 0 0,1 0 0 0 0,-1-1 0 0 0,1 1 0 0 0,0 0 0 0 0,-1-1-1 0 0,1 1 1 0 0,0 0 0 0 0,0-1 0 0 0,0 1 0 0 0,0 0 0 0 0,0-1 0 0 0,0 1-1 0 0,0 0 1 0 0,0-1 0 0 0,1 1 0 0 0,-1 0 0 0 0,1 0 0 0 0,-1-1 0 0 0,1 1-1 0 0,-1 0 1 0 0,1 0 0 0 0,-1-1 0 0 0,1 1 0 0 0,0 0 0 0 0,0 0-1 0 0,1-1 1 0 0,79-36 700 0 0,193-71-746 0 0,-255 101-3299 0 0,1 0-1140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2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1547 4217 0 0,'-51'10'164'0'0,"39"-7"-144"0"0,9-2-196 0 0,-1 1 1 0 0,1-1-1 0 0,-1 1 1 0 0,1 0-1 0 0,0 0 1 0 0,0 0-1 0 0,-5 4 0 0 0,8-6 196 0 0,-1 0-1 0 0,1 1 1 0 0,-1-1-1 0 0,1 0 0 0 0,0 1 1 0 0,-1-1-1 0 0,1 0 1 0 0,-1 1-1 0 0,1-1 0 0 0,0 1 1 0 0,0-1-1 0 0,-1 0 1 0 0,1 1-1 0 0,0-1 0 0 0,0 1 1 0 0,-1-1-1 0 0,1 1 1 0 0,0-1-1 0 0,0 1 0 0 0,0-1 1 0 0,0 1-1 0 0,0-1 0 0 0,0 1 1 0 0,0-1-1 0 0,0 1 1 0 0,0-1-1 0 0,0 1 0 0 0,0-1 1 0 0,0 1-1 0 0,0-1 1 0 0,0 1-1 0 0,0-1 0 0 0,0 1 1 0 0,1-1-1 0 0,-1 1 1 0 0,0-1-1 0 0,0 1 0 0 0,1-1 1 0 0,-1 1-1 0 0,0-1 1 0 0,1 0-1 0 0,-1 1 0 0 0,0-1 1 0 0,1 1-1 0 0,-1-1 0 0 0,1 0 1 0 0,-1 0-1 0 0,1 1 1 0 0,-1-1-1 0 0,0 0 0 0 0,1 0 1 0 0,-1 1-1 0 0,1-1 1 0 0,-1 0-1 0 0,1 0 0 0 0,-1 0 1 0 0,1 0-1 0 0,-1 0 1 0 0,1 0-1 0 0,-1 0 0 0 0,1 0 1 0 0,0 0-1 0 0,-1 0 1 0 0,1 0-1 0 0,2 0-12 0 0,0 0 0 0 0,-1 0 0 0 0,1 0 0 0 0,0 0 0 0 0,0-1 0 0 0,-1 1 0 0 0,1-1 1 0 0,0 0-1 0 0,-1 0 0 0 0,1 0 0 0 0,0 0 0 0 0,-1 0 0 0 0,0-1 0 0 0,1 1 0 0 0,-1-1 0 0 0,0 1 0 0 0,4-5 0 0 0,36-34 294 0 0,-41 39-278 0 0,25-31 535 0 0,0-1 0 0 0,38-66 0 0 0,30-83 375 0 0,-36 66-528 0 0,205-311-86 0 0,-137 236-188 0 0,-71 105-131 0 0,131-155 0 0 0,-166 220-15 0 0,1 0 0 0 0,32-24 1 0 0,-46 40 10 0 0,0-1 1 0 0,0 2 0 0 0,1-1-1 0 0,0 1 1 0 0,0 0-1 0 0,0 0 1 0 0,0 1 0 0 0,1 1-1 0 0,-1-1 1 0 0,1 1-1 0 0,0 0 1 0 0,11 0 0 0 0,-15 2-7 0 0,-1 1 1 0 0,0 0-1 0 0,1 0 1 0 0,-1 0-1 0 0,1 0 1 0 0,-1 1-1 0 0,0 0 1 0 0,0-1-1 0 0,0 1 1 0 0,0 1-1 0 0,0-1 1 0 0,0 1-1 0 0,6 5 1 0 0,5 6-99 0 0,25 29 1 0 0,-7-7 53 0 0,13 6 94 0 0,-15-14 14 0 0,-1 1 0 0 0,49 61 0 0 0,-16 2 258 0 0,-3 3 1 0 0,-5 3 0 0 0,50 123 0 0 0,-27-21 87 0 0,32 72 240 0 0,45 37-723 0 0,-111-206 83 0 0,-23-51 0 0 0,3 0 0 0 0,45 73 0 0 0,29 41 24 0 0,-68-109-8 0 0,3-2 0 0 0,74 94 0 0 0,-69-104 130 0 0,-1 1 0 0 0,40 66 0 0 0,-28-38 88 0 0,4-3 1 0 0,2-1 0 0 0,109 103-1 0 0,-153-162-160 0 0,1-2-1 0 0,0 0 0 0 0,1 0 0 0 0,0-1 1 0 0,0 0-1 0 0,1-1 0 0 0,0-1 0 0 0,0 0 0 0 0,0-1 1 0 0,1-1-1 0 0,0 0 0 0 0,0-1 0 0 0,0 0 0 0 0,0-1 1 0 0,0-1-1 0 0,0 0 0 0 0,1-2 0 0 0,-1 1 1 0 0,25-6-1 0 0,-28 5-48 0 0,0 0 0 0 0,0 0 0 0 0,22 3 0 0 0,20-1 73 0 0,9-2-216 0 0,-47 2 107 0 0,-1-1 1 0 0,0-1-1 0 0,0 0 0 0 0,0-2 1 0 0,28-6-1 0 0,-19 3 11 0 0,0 0 0 0 0,47-4 0 0 0,-25 4 0 0 0,-24 2-13 0 0,0-1 1 0 0,0-1-1 0 0,-1-1 1 0 0,0-1-1 0 0,33-18 0 0 0,94-64 64 0 0,-142 86-45 0 0,12-8-12 0 0,-2-1-1 0 0,0-1 1 0 0,0-1-1 0 0,17-22 1 0 0,49-71-5 0 0,2-37 27 0 0,-60 99 3 0 0,49-72 0 0 0,-36 64-46 0 0,48-96 0 0 0,-48 81 17 0 0,81-191-5 0 0,-52 106-5 0 0,17-15-43 0 0,7 4 0 0 0,159-220 0 0 0,-226 353 51 0 0,29-42-152 0 0,4 2 0 0 0,69-68 0 0 0,86-34-301 0 0,-75 68 474 0 0,-99 75-1 0 0,3 2 1 0 0,0 1 0 0 0,2 2 0 0 0,0 2 0 0 0,74-30 0 0 0,-104 50-9 0 0,-1 1 0 0 0,1 1 0 0 0,0 0-1 0 0,0 0 1 0 0,-1 1 0 0 0,1 1 0 0 0,19 1 0 0 0,85 17 123 0 0,-85-12-189 0 0,-15-3 77 0 0,0 0 1 0 0,0 1-1 0 0,-1 1 1 0 0,1 0-1 0 0,-1 1 1 0 0,-1 0-1 0 0,1 2 1 0 0,-1 0-1 0 0,0 0 1 0 0,-1 1-1 0 0,0 1 1 0 0,0 0-1 0 0,-1 1 1 0 0,-1 0-1 0 0,14 16 1 0 0,72 80 504 0 0,-9-11-85 0 0,-56-52-389 0 0,-2 2 0 0 0,41 87 0 0 0,-44-78 11 0 0,61 90 0 0 0,-33-69 11 0 0,-3 1 0 0 0,59 121 0 0 0,-27-53 122 0 0,-7-13-76 0 0,-39-56-54 0 0,4-3 0 0 0,2 0 0 0 0,56 66 0 0 0,-56-78-44 0 0,55 99 0 0 0,-66-102 7 0 0,3-1-1 0 0,60 74 1 0 0,96 110-19 0 0,-133-164 0 0 0,-9-6 0 0 0,-31-42 0 0 0,2-1 0 0 0,34 36 0 0 0,-27-33 0 0 0,44 64 0 0 0,-26-33 0 0 0,-37-52 0 0 0,0-1 0 0 0,0 1 0 0 0,1-2 0 0 0,0 1 0 0 0,1-1 0 0 0,0-1 0 0 0,12 7 0 0 0,89 39 0 0 0,-63-32 0 0 0,-31-14-1 0 0,0 0 0 0 0,0-2-1 0 0,1 0 1 0 0,0-1 0 0 0,0 0 0 0 0,0-2 0 0 0,1 0-1 0 0,-1-1 1 0 0,0-1 0 0 0,34-5 0 0 0,-40 2-7 0 0,-1 0 0 0 0,0-1 0 0 0,1 0 0 0 0,-2-1-1 0 0,1-1 1 0 0,16-10 0 0 0,66-49 22 0 0,-49 31-38 0 0,-8 5-45 0 0,-1-1-1 0 0,-2-3 1 0 0,-1 0 0 0 0,-2-3-1 0 0,50-71 1 0 0,62-115-585 0 0,-135 210 658 0 0,40-55-237 0 0,-3-3 0 0 0,-4-2-1 0 0,34-77 1 0 0,-47 78-2 0 0,103-228 245 0 0,-78 195-20 0 0,-14 23 79 0 0,69-101 0 0 0,-54 95-81 0 0,76-164 1 0 0,-103 195 63 0 0,4-2 54 0 0,1 1 0 0 0,73-94 0 0 0,99-89-29 0 0,-171 203-53 0 0,18-21-97 0 0,10-12 297 0 0,132-118 1 0 0,-175 174-164 0 0,1 2 1 0 0,1 0 0 0 0,0 1-1 0 0,0 1 1 0 0,1 1-1 0 0,1 1 1 0 0,-1 1 0 0 0,1 0-1 0 0,26-3 1 0 0,-40 10-31 0 0,-1-1-1 0 0,1 1 1 0 0,-1 1 0 0 0,1 0-1 0 0,-1 0 1 0 0,1 0 0 0 0,-1 1-1 0 0,0 0 1 0 0,0 0 0 0 0,0 1-1 0 0,0 0 1 0 0,11 6 0 0 0,7 6 295 0 0,43 34 0 0 0,-59-42-249 0 0,85 75 118 0 0,-4 3 0 0 0,98 119-1 0 0,-155-163-145 0 0,-1 1 0 0 0,-2 2-1 0 0,33 64 1 0 0,58 151 323 0 0,-6-12-147 0 0,-87-193-102 0 0,127 222 20 0 0,-45-99-121 0 0,78 110 61 0 0,-94-152-46 0 0,-56-77-13 0 0,89 103 0 0 0,-87-120 2 0 0,23 26 169 0 0,103 85 1 0 0,74 28-196 0 0,-230-173-5 0 0,0 0 1 0 0,0-1 0 0 0,1-1 0 0 0,0 1 0 0 0,0-2 0 0 0,0 0 0 0 0,19 5 0 0 0,6-2-22 0 0,43 3 0 0 0,-43-6 28 0 0,45 9 1 0 0,-63-8-33 0 0,1-2 1 0 0,0-1-1 0 0,1 0 1 0 0,-1-1-1 0 0,0-1 1 0 0,38-5-1 0 0,-3-5-5 0 0,59-19-1 0 0,-111 28 33 0 0,19-5-8 0 0,19-5-1 0 0,54-22 0 0 0,-80 27-22 0 0,-1-1 1 0 0,0 0-1 0 0,0-1 0 0 0,-1 0 0 0 0,0-1 1 0 0,-1-1-1 0 0,17-17 0 0 0,0-8-64 0 0,-1-1 0 0 0,-2-1 0 0 0,-2-2 0 0 0,22-48 0 0 0,38-63 277 0 0,92-177-117 0 0,-53 88 250 0 0,-30 73-238 0 0,-90 162-221 0 0,0 0 0 0 0,1 0 0 0 0,-1 0 0 0 0,1 0 0 0 0,0 1 0 0 0,0-1 0 0 0,0 1 0 0 0,1-1 0 0 0,-1 1 0 0 0,1 0 0 0 0,0 1 0 0 0,5-4 0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1840 0 0,'-2'4'135'0'0,"1"1"-1"0"0,-1-1 1 0 0,1 1-1 0 0,0 0 0 0 0,0-1 1 0 0,1 1-1 0 0,0 0 0 0 0,0 7 1 0 0,-1 4 41 0 0,-5 114 1515 0 0,20 216 1 0 0,-4-188-1194 0 0,0 22 14 0 0,16 871-1395 0 0,-29-948 83 0 0,0 0-7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7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3473 0 0,'-3'-18'263'0'0,"1"0"0"0"0,1 0 0 0 0,0 0 0 0 0,1 0 1 0 0,1 0-1 0 0,1 0 0 0 0,1 1 0 0 0,7-29 0 0 0,-10 46-219 0 0,0-1-1 0 0,0 1 1 0 0,0 0-1 0 0,0-1 1 0 0,0 1-1 0 0,0 0 1 0 0,0-1-1 0 0,0 1 1 0 0,0 0 0 0 0,0-1-1 0 0,0 1 1 0 0,0 0-1 0 0,0 0 1 0 0,0-1-1 0 0,0 1 1 0 0,0 0-1 0 0,1-1 1 0 0,-1 1-1 0 0,0 0 1 0 0,0-1-1 0 0,0 1 1 0 0,1 0-1 0 0,-1 0 1 0 0,0-1-1 0 0,0 1 1 0 0,0 0 0 0 0,1 0-1 0 0,-1 0 1 0 0,0-1-1 0 0,1 1 1 0 0,-1 0-1 0 0,0 0 1 0 0,0 0-1 0 0,1 0 1 0 0,-1 0-1 0 0,0-1 1 0 0,1 1-1 0 0,2 15 683 0 0,-1 28-290 0 0,-2-42-379 0 0,0 89 474 0 0,16 707 976 0 0,8 146-3650 0 0,-24-842-1049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19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41 456 0 0,'4'-3'127'0'0,"0"0"1"0"0,-1 0-1 0 0,0 0 0 0 0,0 0 1 0 0,0-1-1 0 0,0 1 0 0 0,18-16 7008 0 0,-1 93-5868 0 0,-11-45-849 0 0,7 42 1 0 0,70 890 421 0 0,-76-594-839 0 0,-4-107 122 0 0,-8 63-71 0 0,0-3-20 0 0,20 402 33 0 0,-27-286-119 0 0,0-60 11 0 0,7-48 54 0 0,13 592 42 0 0,-11-371-44 0 0,-3-68-2 0 0,-28 581 42 0 0,-4-567-114 0 0,-84 1653 770 0 0,118-1499-6 0 0,33 1 242 0 0,-3-69-729 0 0,11-5 979 0 0,2 199 655 0 0,-72-211-2106 0 0,28-546-5834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0 139 456 0 0,'1'-29'1217'0'0,"1"0"0"0"0,8-43 1 0 0,-10 72-1176 0 0,0-1 0 0 0,0 1 1 0 0,0 0-1 0 0,0 0 0 0 0,0-1 1 0 0,0 1-1 0 0,0 0 0 0 0,0-1 1 0 0,0 1-1 0 0,0 0 1 0 0,0 0-1 0 0,0-1 0 0 0,0 1 1 0 0,0 0-1 0 0,0 0 0 0 0,0-1 1 0 0,0 1-1 0 0,0 0 0 0 0,1 0 1 0 0,-1-1-1 0 0,0 1 1 0 0,0 0-1 0 0,0 0 0 0 0,0 0 1 0 0,1-1-1 0 0,-1 1 0 0 0,0 0 1 0 0,0 0-1 0 0,0 0 0 0 0,1-1 1 0 0,-1 1-1 0 0,0 0 0 0 0,0 0 1 0 0,1 0-1 0 0,-1 0 1 0 0,0 0-1 0 0,0 0 0 0 0,1 0 1 0 0,-1 0-1 0 0,0 0 0 0 0,0 0 1 0 0,1 0-1 0 0,7 11 795 0 0,2 20-64 0 0,62 447 2003 0 0,-68-440-2695 0 0,15 197 272 0 0,-11 1 0 0 0,-24 252 1 0 0,12-333-267 0 0,6 1 0 0 0,7-1 0 0 0,6-1 0 0 0,53 224 0 0 0,-46-282-312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9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64 179 2705 0 0,'-2'-3'67'0'0,"1"-1"0"0"0,0 1 0 0 0,-1-1 0 0 0,1 0 0 0 0,1 1 0 0 0,-1-1 1 0 0,0-5-1 0 0,-2-6-82 0 0,0 5-115 0 0,0 1 130 0 0,1 0 0 0 0,-1 1-1 0 0,1-1 1 0 0,1 0 0 0 0,-1-11 0 0 0,2 17 57 0 0,1 0 0 0 0,-1 0 0 0 0,0 0 0 0 0,1 1 0 0 0,0-1 0 0 0,-1 0 0 0 0,1 1 0 0 0,0-1 0 0 0,1 0 0 0 0,-1 1-1 0 0,0-1 1 0 0,1 1 0 0 0,-1 0 0 0 0,1-1 0 0 0,0 1 0 0 0,0 0 0 0 0,0 0 0 0 0,0 0 0 0 0,0 0 0 0 0,0 1 0 0 0,4-3 0 0 0,-6 4-49 0 0,0 0 0 0 0,0 0 0 0 0,0 0 0 0 0,0-1 0 0 0,0 1 0 0 0,0 0 0 0 0,1 0 0 0 0,-1 0 0 0 0,0 0 0 0 0,0 0 0 0 0,0 0 0 0 0,0 0 0 0 0,0 0 0 0 0,0 0 0 0 0,0 0 0 0 0,0 0 0 0 0,1 0 0 0 0,-1 0 0 0 0,0 0 0 0 0,0 0 0 0 0,0 0 0 0 0,0 0 0 0 0,0 0 0 0 0,0 0 0 0 0,0 0 0 0 0,1 0 0 0 0,-1 0 0 0 0,0 1 0 0 0,0-1 0 0 0,0 0-1 0 0,0 0 1 0 0,0 0 0 0 0,0 0 0 0 0,0 0 0 0 0,0 0 0 0 0,0 0 0 0 0,0 0 0 0 0,0 0 0 0 0,1 0 0 0 0,-1 0 0 0 0,0 1 0 0 0,0-1 0 0 0,0 0 0 0 0,0 0 0 0 0,0 0 0 0 0,0 0 0 0 0,0 0 0 0 0,0 0 0 0 0,0 0 0 0 0,0 0 0 0 0,0 1 0 0 0,0-1 0 0 0,0 0 0 0 0,0 0 0 0 0,0 0 0 0 0,0 12 358 0 0,-4 11 339 0 0,-53 407 2478 0 0,47-224-1241 0 0,20 247 1 0 0,-4-317-1587 0 0,51 923-2059 0 0,-54-984 157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2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0 3225 0 0,'4'69'2911'0'0,"21"125"0"0"0,3 20-1109 0 0,-31 931-1063 0 0,-10-589-524 0 0,10-330-215 0 0,-1 866 0 0 0,7-789-91 0 0,28 1283 678 0 0,-25-1458-587 0 0,11 384 62 0 0,-26-1-52 0 0,-21 603-10 0 0,23-534 0 0 0,-51 417 58 0 0,49-881-52 0 0,-30 871 121 0 0,24-450-73 0 0,26 441 477 0 0,-7-417-291 0 0,-3-68 216 0 0,1-444-265 0 0,15 366 868 0 0,30-3 86 0 0,-14-136 883 0 0,-7-52-426 0 0,-20-141-2674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1949 456 0 0,'-10'9'262'0'0,"-15"10"594"0"0,24-18-809 0 0,0 0-1 0 0,0-1 1 0 0,0 1 0 0 0,0-1 0 0 0,-1 1 0 0 0,1-1 0 0 0,0 1 0 0 0,0-1 0 0 0,-1 1 0 0 0,1-1-1 0 0,0 0 1 0 0,0 0 0 0 0,-1 0 0 0 0,1 0 0 0 0,0 0 0 0 0,-1 0 0 0 0,1 0 0 0 0,-2 0 0 0 0,3-1-10 0 0,-1 1 0 0 0,0-1 1 0 0,1 0-1 0 0,-1 1 1 0 0,0-1-1 0 0,1 0 0 0 0,-1 1 1 0 0,1-1-1 0 0,-1 0 0 0 0,1 0 1 0 0,0 0-1 0 0,-1 1 1 0 0,1-1-1 0 0,0 0 0 0 0,0 0 1 0 0,-1 0-1 0 0,1 0 1 0 0,0 0-1 0 0,0 1 0 0 0,0-1 1 0 0,0 0-1 0 0,0 0 1 0 0,0 0-1 0 0,0 0 0 0 0,1 0 1 0 0,-1-1-1 0 0,5-26 515 0 0,-4 25-470 0 0,17-51 725 0 0,2 0 0 0 0,2 1 0 0 0,46-78 1 0 0,-1 0-514 0 0,14-29-207 0 0,148-218 1 0 0,136-124 360 0 0,-309 434-463 0 0,2 2-1 0 0,3 3 1 0 0,3 3 0 0 0,97-71 0 0 0,-147 120 12 0 0,1 0 0 0 0,0 2 0 0 0,1 0 0 0 0,0 1 0 0 0,1 0 0 0 0,23-7 0 0 0,-34 13 1 0 0,1 0 0 0 0,-1 1 0 0 0,1 0 0 0 0,0 1 0 0 0,-1-1 1 0 0,1 1-1 0 0,0 0 0 0 0,-1 1 0 0 0,1 0 0 0 0,-1 0 0 0 0,1 0 0 0 0,-1 1 1 0 0,1 0-1 0 0,-1 0 0 0 0,0 0 0 0 0,0 1 0 0 0,0 0 0 0 0,0 0 0 0 0,0 1 1 0 0,7 5-1 0 0,14 13-122 0 0,-1 0 0 0 0,26 29 0 0 0,-42-39 174 0 0,-1 0 1 0 0,0 0 0 0 0,-1 1-1 0 0,0-1 1 0 0,-1 2 0 0 0,0-1-1 0 0,6 22 1 0 0,9 47 297 0 0,-3 2 1 0 0,12 142-1 0 0,-26-186-322 0 0,7 284-369 0 0,-14-232 173 0 0,5 1 0 0 0,20 129 1 0 0,-18-196 169 0 0,15 83 0 0 0,4 0 0 0 0,57 156 0 0 0,-21-103 31 0 0,-23-60 25 0 0,56 112-1 0 0,97 172 1030 0 0,-136-275-1017 0 0,-31-60 5 0 0,2-2-1 0 0,61 92 0 0 0,-60-112 49 0 0,1-2 0 0 0,2-1 0 0 0,0-1 0 0 0,2-2 0 0 0,49 30 0 0 0,-20-18-150 0 0,1-3 1 0 0,2-2 0 0 0,0-4 0 0 0,2-2 0 0 0,1-3-1 0 0,77 14 1 0 0,-127-31 53 0 0,0-2 0 0 0,0 0 0 0 0,0-1 0 0 0,0 0 0 0 0,1-2 0 0 0,-1 0 0 0 0,0 0 0 0 0,0-2 0 0 0,0 0 0 0 0,23-7 0 0 0,-21 3 25 0 0,0-1 1 0 0,0 0-1 0 0,0-2 0 0 0,-1 0 1 0 0,-1-1-1 0 0,0 0 1 0 0,0-1-1 0 0,18-19 0 0 0,-17 13-24 0 0,-1-1-1 0 0,-1 0 1 0 0,-1 0-1 0 0,0-2 1 0 0,-2 0-1 0 0,14-29 1 0 0,47-143 91 0 0,-24 55 99 0 0,-10 45 675 0 0,77-133-1 0 0,149-284-422 0 0,-252 482-232 0 0,0 2 0 0 0,2 0 0 0 0,1 0 0 0 0,0 2 0 0 0,2 0 0 0 0,27-28 0 0 0,-41 48-125 0 0,0-1 1 0 0,-1-1-1 0 0,1 1 0 0 0,4-11 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35 1376 0 0,'-2'1'289'0'0,"0"-1"0"0"0,0 1-1 0 0,0 0 1 0 0,1 0 0 0 0,-1 0-1 0 0,0 0 1 0 0,1 0-1 0 0,-1 0 1 0 0,0 0 0 0 0,1 0-1 0 0,0 1 1 0 0,-1-1 0 0 0,1 1-1 0 0,-2 2 1 0 0,2-3-21 0 0,0 0 1 0 0,0 0-1 0 0,0 0 0 0 0,0 0 1 0 0,0 0-1 0 0,1 1 0 0 0,-1-1 1 0 0,1 0-1 0 0,-1 0 0 0 0,0 1 1 0 0,1-1-1 0 0,0 0 0 0 0,-1 1 1 0 0,1-1-1 0 0,0 0 0 0 0,0 1 1 0 0,0-1-1 0 0,0 0 0 0 0,0 1 1 0 0,0-1-1 0 0,0 2 0 0 0,1-1-217 0 0,1 0 0 0 0,-1 0 0 0 0,0 0-1 0 0,1 0 1 0 0,-1-1 0 0 0,1 1 0 0 0,0 0-1 0 0,-1-1 1 0 0,1 1 0 0 0,0-1 0 0 0,0 0 0 0 0,0 0-1 0 0,0 0 1 0 0,3 2 0 0 0,-4-3-33 0 0,-1 0-1 0 0,1 0 1 0 0,-1 0-1 0 0,1 0 1 0 0,-1 0 0 0 0,1 0-1 0 0,-1 0 1 0 0,1 0-1 0 0,0 0 1 0 0,-1 0 0 0 0,1 0-1 0 0,-1 0 1 0 0,1 0 0 0 0,-1 0-1 0 0,1-1 1 0 0,-1 1-1 0 0,1 0 1 0 0,-1 0 0 0 0,0-1-1 0 0,1 1 1 0 0,-1 0-1 0 0,1-1 1 0 0,0 0 0 0 0,0 0-5 0 0,-1 0 0 0 0,1 0 0 0 0,0 0 1 0 0,-1-1-1 0 0,1 1 0 0 0,-1 0 0 0 0,1-1 0 0 0,-1 1 1 0 0,1-1-1 0 0,-1 1 0 0 0,0 0 0 0 0,0-1 1 0 0,0-1-1 0 0,0-23 70 0 0,-1 20-53 0 0,1 1-1 0 0,-1-1 1 0 0,2 1 0 0 0,-1 0 0 0 0,0-1-1 0 0,1 1 1 0 0,0-1 0 0 0,2-5 0 0 0,-3 11-28 0 0,0 0 1 0 0,0-1-1 0 0,0 1 1 0 0,0 0-1 0 0,0 0 1 0 0,1 0-1 0 0,-1 0 1 0 0,0 0-1 0 0,0 0 1 0 0,0-1 0 0 0,0 1-1 0 0,0 0 1 0 0,0 0-1 0 0,0 0 1 0 0,0 0-1 0 0,0 0 1 0 0,0 0-1 0 0,1 0 1 0 0,-1 0 0 0 0,0 0-1 0 0,0-1 1 0 0,0 1-1 0 0,0 0 1 0 0,0 0-1 0 0,0 0 1 0 0,0 0-1 0 0,1 0 1 0 0,-1 0 0 0 0,0 0-1 0 0,0 0 1 0 0,0 0-1 0 0,0 0 1 0 0,0 0-1 0 0,1 0 1 0 0,-1 0-1 0 0,0 0 1 0 0,0 0 0 0 0,0 0-1 0 0,0 0 1 0 0,0 0-1 0 0,0 0 1 0 0,1 0-1 0 0,-1 0 1 0 0,0 0-1 0 0,0 1 1 0 0,0-1-1 0 0,0 0 1 0 0,0 0 0 0 0,0 0-1 0 0,0 0 1 0 0,1 0-1 0 0,-1 0 1 0 0,5 10 1 0 0,3 12-185 0 0,-8-22 173 0 0,2 11 60 0 0,6 12 316 0 0,-8-23-335 0 0,1 1 0 0 0,-1-1 0 0 0,0 1 0 0 0,1-1 0 0 0,-1 1-1 0 0,1-1 1 0 0,0 1 0 0 0,-1-1 0 0 0,1 1 0 0 0,-1-1 0 0 0,1 0 0 0 0,0 1 0 0 0,-1-1-1 0 0,1 0 1 0 0,-1 0 0 0 0,1 1 0 0 0,0-1 0 0 0,0 0 0 0 0,-1 0 0 0 0,1 0-1 0 0,0 0 1 0 0,-1 0 0 0 0,1 0 0 0 0,0 0 0 0 0,-1 0 0 0 0,1 0 0 0 0,0 0 0 0 0,-1 0-1 0 0,1-1 1 0 0,1 1 0 0 0,3-2-117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11979 0 0,'0'16'542'0'0,"2"0"1"0"0,0 0 0 0 0,1 0 0 0 0,1-1 0 0 0,0 1 0 0 0,7 16 0 0 0,5 5-3 0 0,24 44 1 0 0,110 144 251 0 0,-87-135-802 0 0,14 12-2111 0 0,-56-77-3510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5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93 10594 0 0,'-4'2'75'0'0,"0"0"-1"0"0,1 0 0 0 0,-1 0 1 0 0,1 0-1 0 0,0 1 1 0 0,-1-1-1 0 0,1 1 0 0 0,0 0 1 0 0,1 0-1 0 0,-1 0 0 0 0,0 0 1 0 0,1 1-1 0 0,0-1 1 0 0,0 1-1 0 0,0-1 0 0 0,-3 7 1 0 0,-2 9-146 0 0,0 0-1 0 0,-4 23 1 0 0,4-19 173 0 0,-6 29-202 0 0,1 1 1 0 0,3 0 0 0 0,2 0 0 0 0,3 0 0 0 0,1 1 0 0 0,4 0 0 0 0,1-1 0 0 0,3 1 0 0 0,2-1 0 0 0,3 0 0 0 0,17 54 0 0 0,-10-49-63 0 0,3-1 0 0 0,3-1-1 0 0,2-1 1 0 0,45 74 0 0 0,-49-98-14 0 0,1 0 1 0 0,1-1 0 0 0,2-1 0 0 0,1-1 0 0 0,1-1-1 0 0,1-2 1 0 0,1-1 0 0 0,38 24 0 0 0,-58-42 130 0 0,0-1 0 0 0,1 0 0 0 0,0 0 0 0 0,0-1 0 0 0,0-1 0 0 0,0 1 0 0 0,0-2-1 0 0,1 1 1 0 0,-1-2 0 0 0,1 1 0 0 0,0-1 0 0 0,0-1 0 0 0,-1 0 0 0 0,1-1 0 0 0,0 0 0 0 0,-1 0 0 0 0,1-1 0 0 0,-1 0 0 0 0,1-1 0 0 0,-1-1 0 0 0,0 1 0 0 0,0-2 0 0 0,0 1 0 0 0,-1-1 0 0 0,1-1 0 0 0,-1 1 0 0 0,-1-2 0 0 0,1 1 0 0 0,12-14 0 0 0,-6 4 597 0 0,0-1 1 0 0,-2-1-1 0 0,0 0 1 0 0,-1-1-1 0 0,-1-1 1 0 0,0 1-1 0 0,-2-2 1 0 0,0 1-1 0 0,10-42 1 0 0,-9 23 384 0 0,-3 0 0 0 0,0-1 1 0 0,-3 0-1 0 0,-1-67 0 0 0,-7 50-230 0 0,-2 0-1 0 0,-2 0 1 0 0,-30-102 0 0 0,-78-156 408 0 0,35 139-774 0 0,66 148-273 0 0,-2 0 1 0 0,-1 1-1 0 0,-39-46 0 0 0,51 67-166 0 0,0 0 0 0 0,0 1 1 0 0,0-1-1 0 0,-1 1 0 0 0,1 1 0 0 0,-1-1 0 0 0,0 1 1 0 0,-1 1-1 0 0,1-1 0 0 0,-1 1 0 0 0,1 0 0 0 0,-1 1 1 0 0,0 0-1 0 0,0 0 0 0 0,0 0 0 0 0,0 1 0 0 0,0 1 1 0 0,0-1-1 0 0,-1 1 0 0 0,1 1 0 0 0,0 0 0 0 0,0 0 1 0 0,0 0-1 0 0,0 1 0 0 0,0 0 0 0 0,-12 5 0 0 0,-17 11-6780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6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1541 3225 0 0,'15'-18'537'0'0,"0"0"1"0"0,-2-1 0 0 0,0-1-1 0 0,-2 0 1 0 0,14-30 0 0 0,-2 3-85 0 0,12-20 108 0 0,101-170 936 0 0,28-21-624 0 0,25-36-426 0 0,-158 251-466 0 0,9-14 33 0 0,65-73-1 0 0,-90 114-21 0 0,85-84-34 0 0,-83 86 39 0 0,0 0 0 0 0,1 1 1 0 0,0 1-1 0 0,29-14 0 0 0,-10 7 3 0 0,-17 9 0 0 0,0 0 0 0 0,36-11 0 0 0,-48 19 0 0 0,-1 0 0 0 0,1 1 0 0 0,-1 0 0 0 0,1 0 0 0 0,-1 1 0 0 0,1 0 0 0 0,0 0 0 0 0,-1 1 0 0 0,1 0 0 0 0,-1 0 0 0 0,15 5 0 0 0,-1 2 86 0 0,-1 2 0 0 0,1 0 0 0 0,-2 2 0 0 0,29 20-1 0 0,-33-20-15 0 0,1-1-1 0 0,0-1 1 0 0,1-1-1 0 0,-1 0 0 0 0,2-1 1 0 0,-1-1-1 0 0,25 7 0 0 0,-29-11 54 0 0,1 1 1 0 0,-1 0-1 0 0,0 1 0 0 0,0 0 0 0 0,-1 1 0 0 0,1 1 0 0 0,-1 0 0 0 0,-1 0 0 0 0,1 2 0 0 0,-1-1 1 0 0,-1 1-1 0 0,19 20 0 0 0,19 15 277 0 0,-36-34-391 0 0,0 1 1 0 0,-1 0 0 0 0,0 0-1 0 0,14 20 1 0 0,5 12-10 0 0,3 0 0 0 0,42 41 0 0 0,-56-60-8 0 0,0 1 0 0 0,-2 0 0 0 0,0 1 0 0 0,22 51 0 0 0,27 42-156 0 0,-32-67 130 0 0,1 2 60 0 0,2-1 1 0 0,46 49-1 0 0,-19-34-13 0 0,-3 3-1 0 0,-3 3 1 0 0,58 97 0 0 0,-73-106 8 0 0,3-1 1 0 0,2-3 0 0 0,3-2-1 0 0,59 53 1 0 0,-71-68-41 0 0,43 59 0 0 0,4 6-23 0 0,4 9 134 0 0,-63-79-126 0 0,2-1 1 0 0,44 45 0 0 0,-36-51 30 0 0,2-1 0 0 0,1-2 1 0 0,1-3-1 0 0,1-1 0 0 0,71 31 1 0 0,-87-46-4 0 0,2-2 0 0 0,-1 0 1 0 0,1-2-1 0 0,28 2 0 0 0,33 8 11 0 0,-79-14-3 0 0,0 0 0 0 0,-1 0 0 0 0,1-2-1 0 0,0 1 1 0 0,0-1 0 0 0,0 0 0 0 0,0-1 0 0 0,0-1 0 0 0,0 1 0 0 0,-1-1 0 0 0,1-1 0 0 0,0 0 0 0 0,-1 0 0 0 0,12-7 0 0 0,-7 2-10 0 0,0 0 0 0 0,-1-1 1 0 0,0-1-1 0 0,0-1 0 0 0,-1 0 1 0 0,-1 0-1 0 0,0-1 0 0 0,10-14 1 0 0,190-213 623 0 0,-132 147-500 0 0,92-136 1 0 0,-32 36-30 0 0,-40 77 2 0 0,-63 76-28 0 0,-1-2-1 0 0,-2-2 0 0 0,32-54 1 0 0,73-131-1040 0 0,-107 184-395 0 0,2 2 1 0 0,76-75-1 0 0,-82 93-2027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11 228 6449 0 0,'-2'-4'214'0'0,"0"-1"-1"0"0,1 1 0 0 0,-1-1 1 0 0,1 0-1 0 0,0 0 0 0 0,1 0 1 0 0,-1 0-1 0 0,1 0 0 0 0,0 0 1 0 0,0 0-1 0 0,0 0 0 0 0,1 0 1 0 0,0 1-1 0 0,0-1 0 0 0,2-7 1 0 0,2-3 305 0 0,0 0 0 0 0,1 0 0 0 0,12-22 0 0 0,-16 32-404 0 0,1 1 0 0 0,0-1 1 0 0,0 1-1 0 0,1 0 0 0 0,-1 0 1 0 0,1 0-1 0 0,0 0 0 0 0,0 0 1 0 0,0 1-1 0 0,1 0 0 0 0,-1 0 1 0 0,1 0-1 0 0,-1 0 0 0 0,9-2 1 0 0,-10 4-83 0 0,0 0 0 0 0,0 0 0 0 0,0 1 1 0 0,0-1-1 0 0,0 1 0 0 0,0 0 0 0 0,0 0 0 0 0,0 0 0 0 0,0 1 1 0 0,0-1-1 0 0,0 1 0 0 0,0-1 0 0 0,0 1 0 0 0,0 0 0 0 0,0 0 1 0 0,-1 0-1 0 0,1 1 0 0 0,0-1 0 0 0,-1 1 0 0 0,1-1 1 0 0,-1 1-1 0 0,1 0 0 0 0,-1 0 0 0 0,0 0 0 0 0,0 0 0 0 0,0 1 1 0 0,2 2-1 0 0,4 5-14 0 0,-1 0 1 0 0,0 1 0 0 0,0 0 0 0 0,-1 0-1 0 0,0 1 1 0 0,-1 0 0 0 0,5 20-1 0 0,-1 6-136 0 0,6 45-1 0 0,6 30 449 0 0,-21-113-280 0 0,0 1 0 0 0,0-1 0 0 0,0 0-1 0 0,0 0 1 0 0,0 1 0 0 0,0-1 0 0 0,0 0 0 0 0,0 0 0 0 0,0 1-1 0 0,0-1 1 0 0,0 0 0 0 0,0 0 0 0 0,1 0 0 0 0,-1 1 0 0 0,0-1-1 0 0,0 0 1 0 0,0 0 0 0 0,0 1 0 0 0,0-1 0 0 0,1 0-1 0 0,-1 0 1 0 0,0 0 0 0 0,0 0 0 0 0,0 1 0 0 0,1-1 0 0 0,-1 0-1 0 0,0 0 1 0 0,0 0 0 0 0,1 0 0 0 0,-1 0 0 0 0,0 0 0 0 0,0 0-1 0 0,1 0 1 0 0,-1 1 0 0 0,0-1 0 0 0,0 0 0 0 0,1 0-1 0 0,-1 0 1 0 0,0 0 0 0 0,0 0 0 0 0,1 0 0 0 0,-1-1 0 0 0,0 1-1 0 0,0 0 1 0 0,1 0 0 0 0,11-12 1047 0 0,11-31-588 0 0,-19 34-288 0 0,70-117 15 0 0,-17 47-3928 0 0,-42 62-2048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383 126 2745 0 0,'-17'2'394'0'0,"0"1"1"0"0,0 1 0 0 0,0 0 0 0 0,1 1 0 0 0,0 1 0 0 0,0 1 0 0 0,0 0 0 0 0,1 1 0 0 0,0 1 0 0 0,1 0 0 0 0,-1 1-1 0 0,2 0 1 0 0,0 1 0 0 0,-21 22 0 0 0,20-17-112 0 0,1 1 0 0 0,0 1 0 0 0,1 0 0 0 0,1 1 1 0 0,1 0-1 0 0,0 0 0 0 0,1 1 0 0 0,2 0 0 0 0,0 1 0 0 0,1 0 0 0 0,-4 27 0 0 0,5-7-218 0 0,2 0 0 0 0,1 1 0 0 0,3-1 0 0 0,1 0 0 0 0,2 1 0 0 0,2-1 0 0 0,1-1 0 0 0,2 1 1 0 0,18 46-1 0 0,0-17-94 0 0,3 0 0 0 0,2-3 0 0 0,4 0 0 0 0,51 71 0 0 0,-63-103 11 0 0,1-2 1 0 0,1-1-1 0 0,59 55 1 0 0,-70-74-20 0 0,0-1 0 0 0,1-1 0 0 0,1 0 0 0 0,-1-1 0 0 0,2 0 0 0 0,-1-2-1 0 0,2 0 1 0 0,-1-1 0 0 0,1-1 0 0 0,26 6 0 0 0,-17-8-165 0 0,-1-2 0 0 0,1 0 0 0 0,0-2 0 0 0,-1-1 0 0 0,1-1 0 0 0,-1-1 0 0 0,1-2 0 0 0,-1-1 0 0 0,0-1 0 0 0,-1-1 0 0 0,38-16 0 0 0,-40 13 393 0 0,-1-1-1 0 0,1-1 1 0 0,-2-1 0 0 0,0-1 0 0 0,-1-1-1 0 0,0-1 1 0 0,-2-1 0 0 0,0 0-1 0 0,0-2 1 0 0,-2 0 0 0 0,-1-1-1 0 0,16-25 1 0 0,-20 24 457 0 0,-1-2 0 0 0,-1 1 0 0 0,-1-1 1 0 0,-1-1-1 0 0,-1 1 0 0 0,6-46 0 0 0,-8 29 55 0 0,-2 0 1 0 0,-1 0-1 0 0,-7-60 1 0 0,-1 46-388 0 0,-4 1-1 0 0,-1 1 1 0 0,-3 0 0 0 0,-2 0-1 0 0,-39-84 1 0 0,27 80-208 0 0,-2 2 0 0 0,-2 2 0 0 0,-3 0 0 0 0,-70-81 0 0 0,85 112-163 0 0,-1 2 0 0 0,-1 0 1 0 0,-1 1-1 0 0,-30-20 0 0 0,37 29-374 0 0,-1 0 0 0 0,0 2-1 0 0,-1-1 1 0 0,0 2 0 0 0,0 1 0 0 0,-1 0-1 0 0,-26-5 1 0 0,-9 7-6242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9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1493 4145 0 0,'16'-42'1751'0'0,"15"-15"-891"0"0,40-57 1 0 0,15-25-924 0 0,-4-8 337 0 0,176-238 0 0 0,-181 282 375 0 0,111-134 1353 0 0,-160 206-1865 0 0,1 2 1 0 0,2 1 0 0 0,0 1-1 0 0,2 1 1 0 0,42-24-1 0 0,-47 34 4 0 0,1 1-1 0 0,0 1 0 0 0,54-17 0 0 0,-80 31-104 0 0,0-1 1 0 0,0 1 0 0 0,0 0 0 0 0,0 0 0 0 0,0 0 0 0 0,0 0 0 0 0,0 0 0 0 0,0 0 0 0 0,-1 1 0 0 0,1 0 0 0 0,0-1-1 0 0,0 1 1 0 0,0 0 0 0 0,0 0 0 0 0,-1 1 0 0 0,1-1 0 0 0,-1 1 0 0 0,1-1 0 0 0,-1 1 0 0 0,1 0 0 0 0,-1 0 0 0 0,0 0-1 0 0,0 0 1 0 0,0 0 0 0 0,0 0 0 0 0,0 1 0 0 0,0-1 0 0 0,-1 1 0 0 0,2 2 0 0 0,6 11 109 0 0,-1 1 0 0 0,0-1 1 0 0,8 33-1 0 0,-3-14-198 0 0,25 65 245 0 0,-18-42-199 0 0,4 0 0 0 0,1-2-1 0 0,41 66 1 0 0,285 474 82 0 0,-297-500-72 0 0,127 201 60 0 0,-118-194 95 0 0,38 56-185 0 0,149 183-91 0 0,-206-285 117 0 0,71 69 0 0 0,-93-103 0 0 0,69 85 29 0 0,-58-66 8 0 0,47 46 0 0 0,-63-71-43 0 0,0-1 0 0 0,2-1 1 0 0,-1 0-1 0 0,2-2 0 0 0,0 0 0 0 0,34 16 1 0 0,-41-23 30 0 0,0 1-1 0 0,20 15 1 0 0,-24-15-42 0 0,1-1-1 0 0,-1 0 1 0 0,2 0-1 0 0,-1-1 1 0 0,20 7-1 0 0,-6-4 11 0 0,0 2-1 0 0,0 1 1 0 0,25 15 0 0 0,-31-16 1 0 0,-1 0-1 0 0,2-1 1 0 0,0-1 0 0 0,0 0 0 0 0,0-2 0 0 0,29 6 0 0 0,-3-5 28 0 0,1-2 0 0 0,0-2 0 0 0,60-4 0 0 0,-97 0 0 0 0,0-1 1 0 0,0 0-1 0 0,0-1 0 0 0,-1 0 1 0 0,1 0-1 0 0,-1-1 0 0 0,0 0 1 0 0,0-1-1 0 0,0 0 1 0 0,0 0-1 0 0,-1-1 0 0 0,9-7 1 0 0,10-13 214 0 0,41-51 0 0 0,-24 26-115 0 0,136-117 190 0 0,-126 124-186 0 0,-2-3 0 0 0,65-77-1 0 0,8-49 249 0 0,-80 107-68 0 0,3 2 1 0 0,88-92-1 0 0,-87 104-203 0 0,-31 32-106 0 0,1 1 1 0 0,1 1-1 0 0,32-24 1 0 0,-42 37-281 0 0,-1 0-91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66 4609 0 0,'-1'-1'164'0'0,"0"0"-1"0"0,1 0 1 0 0,-1 0 0 0 0,1 0-1 0 0,-1 0 1 0 0,1 0 0 0 0,-1 0-1 0 0,1 0 1 0 0,0 0 0 0 0,-1 0-1 0 0,1 0 1 0 0,0 0 0 0 0,0 0-1 0 0,0-1 1 0 0,0 1 0 0 0,0 0-1 0 0,0 0 1 0 0,0 0 0 0 0,0 0-1 0 0,0 0 1 0 0,1 0 0 0 0,-1 0-1 0 0,1-1 1 0 0,0-1 147 0 0,0 0 1 0 0,0 1-1 0 0,0-1 1 0 0,0 1-1 0 0,1-1 1 0 0,0 1-1 0 0,-1 0 0 0 0,1 0 1 0 0,4-4-1 0 0,-6 5-258 0 0,1 0-1 0 0,0 0 0 0 0,0 0 0 0 0,0 0 1 0 0,0 1-1 0 0,0-1 0 0 0,0 0 0 0 0,0 0 0 0 0,0 1 1 0 0,0-1-1 0 0,0 1 0 0 0,0-1 0 0 0,1 1 1 0 0,-1 0-1 0 0,0-1 0 0 0,0 1 0 0 0,0 0 1 0 0,0 0-1 0 0,1 0 0 0 0,-1 0 0 0 0,0 0 1 0 0,0 0-1 0 0,1 0 0 0 0,-1 0 0 0 0,0 0 1 0 0,0 1-1 0 0,0-1 0 0 0,0 1 0 0 0,1-1 1 0 0,-1 0-1 0 0,0 1 0 0 0,0 0 0 0 0,0-1 1 0 0,0 1-1 0 0,0 0 0 0 0,0-1 0 0 0,0 1 1 0 0,0 0-1 0 0,0 0 0 0 0,-1 0 0 0 0,1 0 1 0 0,0 0-1 0 0,-1 0 0 0 0,1 0 0 0 0,0 0 0 0 0,-1 0 1 0 0,1 0-1 0 0,-1 0 0 0 0,1 0 0 0 0,-1 1 1 0 0,0-1-1 0 0,0 0 0 0 0,1 2 0 0 0,11 61 80 0 0,-11-54-114 0 0,0-1 0 0 0,1 1 1 0 0,0 0-1 0 0,0-1 0 0 0,1 0 1 0 0,0 1-1 0 0,0-1 0 0 0,1 0 1 0 0,7 11-1 0 0,-9-19-8 0 0,-1 0 0 0 0,0 0 0 0 0,1 0 1 0 0,-1 0-1 0 0,0 0 0 0 0,1 0 0 0 0,0 0 0 0 0,-1 0 0 0 0,1-1 0 0 0,-1 1 0 0 0,1-1 0 0 0,0 1 0 0 0,-1-1 1 0 0,1 0-1 0 0,0 0 0 0 0,0 0 0 0 0,-1 0 0 0 0,1 0 0 0 0,0 0 0 0 0,-1 0 0 0 0,1 0 0 0 0,3-1 1 0 0,44-14 379 0 0,-32 8-285 0 0,-4 3 110 0 0,0 0-1 0 0,0 1 0 0 0,1 1 0 0 0,-1 0 1 0 0,1 1-1 0 0,0 0 0 0 0,16 1 0 0 0,-27 1-182 0 0,1-1 0 0 0,-1 1 0 0 0,1-1 0 0 0,-1 1 0 0 0,1 0 0 0 0,-1 0 0 0 0,1 1 0 0 0,-1-1 0 0 0,0 1 0 0 0,0 0 0 0 0,0-1 0 0 0,0 1 0 0 0,0 1 0 0 0,0-1 0 0 0,0 0 0 0 0,-1 1 0 0 0,1-1 0 0 0,-1 1 0 0 0,0 0-1 0 0,0 0 1 0 0,0 0 0 0 0,0 0 0 0 0,0 0 0 0 0,-1 0 0 0 0,1 1 0 0 0,-1-1 0 0 0,0 0 0 0 0,0 1 0 0 0,0-1 0 0 0,0 1 0 0 0,-1-1 0 0 0,1 5 0 0 0,2 66-713 0 0,-3-63-648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382 244 5529 0 0,'-10'-3'41'0'0,"0"0"-1"0"0,0 1 1 0 0,-1 1-1 0 0,1-1 1 0 0,0 2-1 0 0,-1-1 1 0 0,1 1-1 0 0,0 1 0 0 0,-1 0 1 0 0,1 1-1 0 0,0-1 1 0 0,0 2-1 0 0,0 0 1 0 0,0 0-1 0 0,1 0 1 0 0,-1 2-1 0 0,1-1 1 0 0,0 1-1 0 0,0 0 1 0 0,0 1-1 0 0,1 0 1 0 0,0 0-1 0 0,0 1 1 0 0,0 0-1 0 0,1 0 1 0 0,0 1-1 0 0,0 0 1 0 0,1 0-1 0 0,0 1 1 0 0,1 0-1 0 0,0 0 1 0 0,0 0-1 0 0,-3 10 0 0 0,-11 36 15 0 0,2 0-1 0 0,2 0 1 0 0,3 2-1 0 0,-8 100 1 0 0,18-133 31 0 0,2 1 0 0 0,0-1 0 0 0,2 0 1 0 0,1 0-1 0 0,1 0 0 0 0,1-1 1 0 0,1 1-1 0 0,1-1 0 0 0,1 0 0 0 0,0-1 1 0 0,2 0-1 0 0,1 0 0 0 0,1-1 1 0 0,1-1-1 0 0,0 0 0 0 0,21 22 1 0 0,-22-27-8 0 0,0-1 0 0 0,1-1 1 0 0,1 0-1 0 0,1-1 1 0 0,-1-1-1 0 0,2 0 0 0 0,0-1 1 0 0,0-1-1 0 0,0 0 1 0 0,1-1-1 0 0,1-1 0 0 0,-1-1 1 0 0,1 0-1 0 0,0-1 1 0 0,1-1-1 0 0,-1-1 0 0 0,1 0 1 0 0,-1-2-1 0 0,1 0 1 0 0,0-1-1 0 0,27-4 1 0 0,-25 0 267 0 0,0-1 1 0 0,0-1 0 0 0,-1-2 0 0 0,0 0 0 0 0,0-1-1 0 0,-1 0 1 0 0,0-2 0 0 0,0 0 0 0 0,-2-1 0 0 0,1-1-1 0 0,-1-1 1 0 0,-1 0 0 0 0,-1-2 0 0 0,0 1 0 0 0,22-31-1 0 0,-17 18 29 0 0,-1-1 1 0 0,-2 0-1 0 0,0-1 0 0 0,-2-1 0 0 0,-2-1 0 0 0,0 0 0 0 0,-2 0 0 0 0,-2-1 0 0 0,7-42 1 0 0,-12 50-250 0 0,-2 0 1 0 0,0 0 0 0 0,-1-1 0 0 0,-2 1 0 0 0,0-1-1 0 0,-2 1 1 0 0,-1 0 0 0 0,-1 0 0 0 0,-1 0-1 0 0,-1 1 1 0 0,-1 0 0 0 0,-1 0 0 0 0,-1 1 0 0 0,-1 0-1 0 0,-2 1 1 0 0,-27-39 0 0 0,-85-87 76 0 0,98 120-283 0 0,0 1 1 0 0,-63-45 0 0 0,43 44-1510 0 0,-1 7-5688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6 130 6913 0 0,'-1'0'131'0'0,"1"0"-1"0"0,0 0 0 0 0,-1-1 1 0 0,1 1-1 0 0,0-1 0 0 0,-1 1 1 0 0,1 0-1 0 0,0-1 0 0 0,-1 1 1 0 0,1-1-1 0 0,0 1 0 0 0,0-1 1 0 0,-1 1-1 0 0,1-1 0 0 0,0 1 1 0 0,0-1-1 0 0,0 1 0 0 0,0-1 1 0 0,0 1-1 0 0,0-1 0 0 0,0 1 0 0 0,0-1 1 0 0,0 1-1 0 0,0-1 0 0 0,0 1 1 0 0,0-1-1 0 0,0 1 0 0 0,0-1 1 0 0,0 1-1 0 0,1-1 0 0 0,-1 1 1 0 0,0 0-1 0 0,0-1 0 0 0,0 1 1 0 0,1-1-1 0 0,6-19 1460 0 0,-3 13-1325 0 0,0 0 1 0 0,0 1-1 0 0,1-1 1 0 0,0 1-1 0 0,0 0 0 0 0,0 0 1 0 0,1 1-1 0 0,0 0 1 0 0,0 0-1 0 0,0 0 0 0 0,1 1 1 0 0,0-1-1 0 0,0 2 1 0 0,0-1-1 0 0,8-2 1 0 0,-12 4-314 0 0,-1 1 1 0 0,1 0 0 0 0,0 0 0 0 0,0 1 0 0 0,0-1-1 0 0,0 1 1 0 0,0-1 0 0 0,0 1 0 0 0,0 0 0 0 0,0 0-1 0 0,0 0 1 0 0,0 1 0 0 0,0-1 0 0 0,0 1 0 0 0,-1-1-1 0 0,1 1 1 0 0,0 0 0 0 0,0 0 0 0 0,0 0 0 0 0,-1 1-1 0 0,1-1 1 0 0,0 1 0 0 0,-1-1 0 0 0,0 1 0 0 0,1 0-1 0 0,-1 0 1 0 0,0 0 0 0 0,0 0 0 0 0,0 0 0 0 0,0 1-1 0 0,0-1 1 0 0,0 0 0 0 0,-1 1 0 0 0,1 0 0 0 0,-1-1-1 0 0,0 1 1 0 0,0 0 0 0 0,0 0 0 0 0,0-1 0 0 0,0 1-1 0 0,0 6 1 0 0,3 13-579 0 0,-1 0 0 0 0,-1 1 1 0 0,-1 43-1 0 0,-2-35 902 0 0,5 36 0 0 0,-4-66-238 0 0,0 0 0 0 0,0 0 0 0 0,0 0 0 0 0,0-1 0 0 0,0 1 0 0 0,0 0 0 0 0,0 0 0 0 0,1 0 0 0 0,-1 0-1 0 0,0-1 1 0 0,1 1 0 0 0,-1 0 0 0 0,1 0 0 0 0,-1 0 0 0 0,0-1 0 0 0,1 1 0 0 0,0 0 0 0 0,-1-1 0 0 0,1 1 0 0 0,-1 0 0 0 0,1-1 0 0 0,0 1-1 0 0,-1-1 1 0 0,1 1 0 0 0,0-1 0 0 0,1 1 0 0 0,20-4 1318 0 0,-20 3-1296 0 0,0-1 1 0 0,0 0 0 0 0,0 1-1 0 0,-1-1 1 0 0,1 1 0 0 0,0 0-1 0 0,0 0 1 0 0,0 0 0 0 0,0-1-1 0 0,0 2 1 0 0,0-1 0 0 0,0 0-1 0 0,-1 0 1 0 0,1 1 0 0 0,0-1-1 0 0,0 1 1 0 0,0-1 0 0 0,0 1-1 0 0,2 1 1 0 0,0 2-46 0 0,-1 0 0 0 0,1 0 0 0 0,-1 0 1 0 0,1 1-1 0 0,-1-1 0 0 0,-1 1 0 0 0,1 0 0 0 0,-1 0 0 0 0,0 0 0 0 0,0 0 1 0 0,0 0-1 0 0,0 0 0 0 0,-1 1 0 0 0,0-1 0 0 0,0 10 0 0 0,1 6 120 0 0,-1 1 0 0 0,-3 34 0 0 0,-10 39-3175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1840 0 0,'5'-16'54'0'0,"20"-42"13560"0"0,-10 90-10951 0 0,96 263 520 0 0,-61-156-3132 0 0,13 29-1493 0 0,-53-142 163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5 4609 0 0,'4'-1'607'0'0,"1"0"0"0"0,-1 0 0 0 0,1 0 0 0 0,-1 1 1 0 0,1 0-1 0 0,-1-1 0 0 0,1 2 0 0 0,-1-1 0 0 0,1 0 0 0 0,-1 1 0 0 0,1 0 0 0 0,7 2 0 0 0,-4 0 125 0 0,1 1 0 0 0,-1 0 0 0 0,0 0 0 0 0,0 1 0 0 0,14 10 0 0 0,-6-1-77 0 0,0 1 0 0 0,-1 1 1 0 0,0 0-1 0 0,20 29 1 0 0,-15-14-399 0 0,-2 1 0 0 0,-1 1 0 0 0,24 65 1 0 0,-12-10-7027 0 0,-25-72 557 0 0</inkml:trace>
  <inkml:trace contextRef="#ctx0" brushRef="#br0" timeOffset="1">1 389 10594 0 0,'24'-30'432'0'0,"18"-14"-1186"0"0,2 1 0 0 0,2 3 0 0 0,52-35 0 0 0,-72 58 722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0,'2'2'496'0'0,"0"-1"0"0"0,0 0-1 0 0,0 0 1 0 0,-1 0-1 0 0,1 0 1 0 0,0-1-1 0 0,0 1 1 0 0,1 0-1 0 0,-1-1 1 0 0,0 1-1 0 0,0-1 1 0 0,0 0-1 0 0,0 0 1 0 0,4 0 0 0 0,0 1 250 0 0,9 1 743 0 0,0 0 1 0 0,0 2-1 0 0,24 8 1 0 0,-29-8-1307 0 0,0 1-1 0 0,-1 0 1 0 0,1 0-1 0 0,-1 1 1 0 0,-1 0 0 0 0,1 1-1 0 0,-1 0 1 0 0,0 0-1 0 0,13 16 1 0 0,-4 0-51 0 0,-1 1 1 0 0,-1 0-1 0 0,-1 1 0 0 0,14 33 1 0 0,-11-22 2 0 0,-15-32-122 0 0,0 0-1 0 0,0 0 0 0 0,1 1 1 0 0,-1-2-1 0 0,1 1 0 0 0,0 0 0 0 0,1-1 1 0 0,-1 1-1 0 0,5 3 0 0 0,-7-6-25 0 0,0-1-1 0 0,-1 1 1 0 0,1-1-1 0 0,0 0 1 0 0,0 1 0 0 0,0-1-1 0 0,0 0 1 0 0,0 1-1 0 0,0-1 1 0 0,0 0 0 0 0,0 0-1 0 0,-1 0 1 0 0,1 0-1 0 0,0 0 1 0 0,0 0-1 0 0,0 0 1 0 0,0 0 0 0 0,0 0-1 0 0,0 0 1 0 0,1-1-1 0 0,0 0-56 0 0,-1 0-1 0 0,1 0 0 0 0,-1 0 0 0 0,0 0 0 0 0,1 0 0 0 0,-1 0 1 0 0,0 0-1 0 0,1-1 0 0 0,-1 1 0 0 0,0-1 0 0 0,0 1 0 0 0,0-1 0 0 0,0 1 1 0 0,1-4-1 0 0,9-36-4037 0 0,-8 23-1042 0 0</inkml:trace>
  <inkml:trace contextRef="#ctx0" brushRef="#br0" timeOffset="1">99 272 3225 0 0,'-24'28'10672'0'0,"45"-43"-7808"0"0,42-44 541 0 0,36-31-1318 0 0,-76 71-2588 0 0,1 1 0 0 0,39-22 0 0 0,-37 26-6934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8 3225 0 0,'-2'-7'1606'0'0,"-2"10"-38"0"0,-4 12-103 0 0,7-14-1793 0 0,-5 27 543 0 0,1 1-1 0 0,-3 49 0 0 0,2-2 17 0 0,-14 57 748 0 0,1-12-370 0 0,4 1 1 0 0,3 150-1 0 0,30-17-300 0 0,1 35-321 0 0,6 304 901 0 0,-15-526-821 0 0,1 16 50 0 0,-10-76-146 0 0,-1 1 0 0 0,0-1 0 0 0,-1 0 0 0 0,0 0 0 0 0,0 0 0 0 0,0-1 0 0 0,-6 15 0 0 0,5-17-1585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2 236 3809 0 0,'-1'-10'4658'0'0,"6"11"-4519"0"0,-1-1 1 0 0,1 1-1 0 0,0 1 0 0 0,-1-1 0 0 0,1 1 1 0 0,0 0-1 0 0,-1 0 0 0 0,0 0 0 0 0,0 0 1 0 0,1 1-1 0 0,-1 0 0 0 0,3 3 0 0 0,50 49 1009 0 0,-45-42-853 0 0,0-1 0 0 0,1 0 0 0 0,16 12 0 0 0,-26-22-169 0 0,0 0 0 0 0,0 0 0 0 0,-1-1-1 0 0,1 1 1 0 0,0-1 0 0 0,0 0-1 0 0,1 1 1 0 0,-1-1 0 0 0,0-1 0 0 0,0 1-1 0 0,0 0 1 0 0,1-1 0 0 0,-1 0-1 0 0,0 0 1 0 0,1 0 0 0 0,-1 0 0 0 0,0 0-1 0 0,1-1 1 0 0,-1 1 0 0 0,4-2-1 0 0,-3 0 66 0 0,0 0-1 0 0,1-1 0 0 0,-1 0 1 0 0,0 1-1 0 0,-1-1 1 0 0,1-1-1 0 0,0 1 0 0 0,-1-1 1 0 0,0 1-1 0 0,0-1 0 0 0,0 0 1 0 0,0 0-1 0 0,2-5 0 0 0,140-251 1452 0 0,-123 219-2519 0 0,-6 10-5811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0,'2'1'190'0'0,"-1"-1"0"0"0,1 1 1 0 0,-1 0-1 0 0,1-1 0 0 0,-1 1 1 0 0,0 0-1 0 0,1 0 0 0 0,-1 0 1 0 0,0 0-1 0 0,1 0 0 0 0,-1 0 1 0 0,0 0-1 0 0,0 1 0 0 0,0-1 1 0 0,0 0-1 0 0,0 1 0 0 0,0-1 1 0 0,-1 1-1 0 0,1-1 0 0 0,1 2 1 0 0,14 36 1602 0 0,-14-34-1442 0 0,105 291 1608 0 0,-80-212-4918 0 0,-19-57-1670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0,'2'159'6213'0'0,"1"0"-4333"0"0,-1-94-2193 0 0,-2-36-3610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7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1376 0 0,'-5'-9'697'0'0,"1"0"0"0"0,0 0-1 0 0,0-1 1 0 0,-4-16 0 0 0,6 18-243 0 0,0 1 0 0 0,0-1 0 0 0,-1 1 1 0 0,0-1-1 0 0,0 1 0 0 0,-1 0 0 0 0,0 1 1 0 0,0-1-1 0 0,-7-7 0 0 0,-1 8 967 0 0,11 6-1403 0 0,1 0 0 0 0,0 0 0 0 0,0 0 0 0 0,0 0 0 0 0,0 0 0 0 0,-1 0 0 0 0,1 0 0 0 0,0 0 0 0 0,0 0 0 0 0,0 0 0 0 0,-1 0 0 0 0,1 0 1 0 0,0 0-1 0 0,0 0 0 0 0,0 0 0 0 0,0 0 0 0 0,-1 0 0 0 0,1 0 0 0 0,0 1 0 0 0,0-1 0 0 0,0 0 0 0 0,0 0 0 0 0,-1 0 0 0 0,1 0 0 0 0,0 0 0 0 0,0 0 1 0 0,0 1-1 0 0,0-1 0 0 0,0 0 0 0 0,0 0 0 0 0,-1 0 0 0 0,1 0 0 0 0,0 0 0 0 0,0 1 0 0 0,0-1 0 0 0,0 0 0 0 0,0 0 0 0 0,0 0 0 0 0,0 1 1 0 0,0-1-1 0 0,0 0 0 0 0,0 0 0 0 0,0 0 0 0 0,0 0 0 0 0,0 1 0 0 0,0-1 0 0 0,0 0 0 0 0,0 0 0 0 0,0 0 0 0 0,2 3 1143 0 0,3 15-629 0 0,-3-10-411 0 0,-1-1 1 0 0,0 1-1 0 0,0 0 0 0 0,0 0 1 0 0,-1-1-1 0 0,-1 1 1 0 0,1 0-1 0 0,-3 9 0 0 0,0 29-89 0 0,56 692 580 0 0,-26-572-605 0 0,31 245 98 0 0,-56-384-243 0 0,1-3-252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8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 3225 0 0,'1'-3'345'0'0,"0"1"1"0"0,0 0 0 0 0,0-1 0 0 0,1 1 0 0 0,-1 0-1 0 0,1 0 1 0 0,-1 0 0 0 0,1 0 0 0 0,0 0 0 0 0,0 0-1 0 0,0 0 1 0 0,0 0 0 0 0,0 1 0 0 0,0-1 0 0 0,0 1-1 0 0,1-1 1 0 0,-1 1 0 0 0,4-1 0 0 0,-5 1-196 0 0,1 1 1 0 0,-1-1 0 0 0,0 1-1 0 0,0-1 1 0 0,1 1 0 0 0,-1 0-1 0 0,1-1 1 0 0,-1 1 0 0 0,0 0-1 0 0,1 0 1 0 0,-1 0 0 0 0,1 0-1 0 0,-1 0 1 0 0,0 0-1 0 0,1 1 1 0 0,-1-1 0 0 0,1 0-1 0 0,-1 1 1 0 0,0-1 0 0 0,1 1-1 0 0,-1-1 1 0 0,0 1 0 0 0,0 0-1 0 0,1-1 1 0 0,-1 1 0 0 0,0 0-1 0 0,0 0 1 0 0,0 0-1 0 0,0 0 1 0 0,0 0 0 0 0,0 0-1 0 0,0 0 1 0 0,-1 0 0 0 0,1 1-1 0 0,1 0 1 0 0,7 24 438 0 0,0 0 0 0 0,-2 0-1 0 0,0 0 1 0 0,2 33 0 0 0,2 2-208 0 0,59 269-576 0 0,-62-292-461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4 181 3681 0 0,'-4'0'8356'0'0,"16"0"-4406"0"0,-6-1-5222 0 0,13-6 1771 0 0,-1-1 0 0 0,0 0-1 0 0,0-2 1 0 0,-1 0 0 0 0,0-1 0 0 0,-1 0 0 0 0,17-16-1 0 0,-22 18-439 0 0,45-38-999 0 0,-19 15-6080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7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0,'-11'12'570'0'0,"0"0"-1"0"0,-19 26 0 0 0,28-34-274 0 0,-1 0 0 0 0,1 0 1 0 0,0 0-1 0 0,0 1 0 0 0,0-1 1 0 0,0 1-1 0 0,1 0 0 0 0,-1-1 1 0 0,1 1-1 0 0,1 0 0 0 0,-1 0 1 0 0,1-1-1 0 0,-1 1 0 0 0,2 7 1 0 0,-1-10-120 0 0,1 1 0 0 0,0-1 0 0 0,0 1 0 0 0,0-1 0 0 0,0 0 0 0 0,0 0 0 0 0,1 1 0 0 0,-1-1 0 0 0,1 0 0 0 0,-1 0 0 0 0,1 0 0 0 0,0-1 0 0 0,-1 1 0 0 0,1 0 0 0 0,0-1 0 0 0,0 1 0 0 0,0-1 0 0 0,1 1 0 0 0,-1-1 0 0 0,0 0 0 0 0,5 2 0 0 0,7 2 656 0 0,0-1 0 0 0,26 5 0 0 0,-3-1 279 0 0,-33-7-1053 0 0,0 1 1 0 0,-1-1-1 0 0,1 0 1 0 0,0 1 0 0 0,-1 0-1 0 0,0 0 1 0 0,1 0-1 0 0,-1 0 1 0 0,0 0-1 0 0,0 1 1 0 0,0-1 0 0 0,0 1-1 0 0,0 0 1 0 0,-1 0-1 0 0,4 5 1 0 0,-5-5-80 0 0,1 1 1 0 0,-1-1-1 0 0,0 1 0 0 0,0 0 1 0 0,-1 0-1 0 0,1-1 1 0 0,-1 1-1 0 0,0 0 0 0 0,0 0 1 0 0,0 0-1 0 0,-1 0 1 0 0,1-1-1 0 0,-1 1 0 0 0,0 0 1 0 0,0 0-1 0 0,-1 3 1 0 0,-7 19-612 0 0,-1-1 1 0 0,-1 0 0 0 0,-20 33 0 0 0,19-39-189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20 124 5985 0 0,'-17'7'625'0'0,"15"-5"-326"0"0,12-4 420 0 0,12-5 378 0 0,-1-1-1 0 0,38-20 1 0 0,-21 9-414 0 0,2-1-17 0 0,-25 12-224 0 0,-1 1 1 0 0,1 0-1 0 0,1 1 1 0 0,-1 0 0 0 0,1 1-1 0 0,27-4 1 0 0,-42 8-394 0 0,1 1 0 0 0,-1 0 0 0 0,0 0 0 0 0,0 1 0 0 0,1-1 1 0 0,-1 0-1 0 0,0 0 0 0 0,0 1 0 0 0,1-1 0 0 0,-1 0 0 0 0,0 1 1 0 0,0-1-1 0 0,0 1 0 0 0,0 0 0 0 0,0-1 0 0 0,0 1 0 0 0,0 0 1 0 0,0 0-1 0 0,0-1 0 0 0,0 1 0 0 0,1 2 0 0 0,0-1 30 0 0,0 1 0 0 0,-1 0 0 0 0,1 0 0 0 0,-1-1-1 0 0,0 1 1 0 0,0 0 0 0 0,0 0 0 0 0,1 6 0 0 0,-1 5 55 0 0,0 1 0 0 0,0-1-1 0 0,-3 16 1 0 0,2-21-133 0 0,-2 256 393 0 0,5-225-696 0 0,1 0 1 0 0,2 0-1 0 0,2-1 1 0 0,19 61-1 0 0,-10-63-2341 0 0,-10-30 1287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10138 0 0,'0'-1'60'0'0,"0"0"0"0"0,0 0 0 0 0,0 0-1 0 0,0 1 1 0 0,0-1 0 0 0,0 0 0 0 0,1 0-1 0 0,-1 0 1 0 0,0 0 0 0 0,1 0 0 0 0,-1 1 0 0 0,0-1-1 0 0,1 0 1 0 0,-1 0 0 0 0,1 0 0 0 0,-1 1 0 0 0,1-1-1 0 0,-1 0 1 0 0,1 1 0 0 0,0-1 0 0 0,-1 0-1 0 0,2 0 1 0 0,20-19 284 0 0,-15 15-126 0 0,41-37 866 0 0,56-38-1 0 0,-80 64-1436 0 0,36-17 0 0 0,-40 24-1311 0 0,0 1 0 0 0,32-9 0 0 0,-24 10-255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9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0 5065 0 0,'2'2'225'0'0,"0"-1"0"0"0,1 1-1 0 0,-1-1 1 0 0,-1 1 0 0 0,1 0 0 0 0,0 0-1 0 0,0 0 1 0 0,-1 0 0 0 0,1 0 0 0 0,-1 0-1 0 0,1 0 1 0 0,-1 0 0 0 0,0 1 0 0 0,0-1-1 0 0,0 1 1 0 0,0-1 0 0 0,-1 0 0 0 0,1 1-1 0 0,0-1 1 0 0,-1 1 0 0 0,0 0 0 0 0,0-1-1 0 0,0 1 1 0 0,0-1 0 0 0,0 1 0 0 0,0-1-1 0 0,-1 1 1 0 0,1 0 0 0 0,-1-1 0 0 0,1 1-1 0 0,-3 3 1 0 0,0 3 199 0 0,0 1 0 0 0,-1-1 0 0 0,0 0 0 0 0,-1 0 0 0 0,1-1 0 0 0,-13 16 0 0 0,8-13-261 0 0,-1-1 1 0 0,-1 1 0 0 0,0-2 0 0 0,0 0 0 0 0,-1 0 0 0 0,-18 10-1 0 0,21-14-203 0 0,-1 0 0 0 0,1-1 0 0 0,-1 0 0 0 0,0 0 0 0 0,0-1 0 0 0,-1 0 0 0 0,1-1 0 0 0,-1 0 0 0 0,-14 0 0 0 0,22-2 4 0 0,1 1-1 0 0,-1-1 0 0 0,1 0 1 0 0,-1 0-1 0 0,1-1 0 0 0,-1 1 1 0 0,1 0-1 0 0,0-1 0 0 0,-1 1 1 0 0,1-1-1 0 0,-1 0 0 0 0,1 0 1 0 0,0 0-1 0 0,0 0 0 0 0,0 0 1 0 0,-1-1-1 0 0,1 1 0 0 0,0 0 1 0 0,0-1-1 0 0,1 0 0 0 0,-1 1 1 0 0,0-1-1 0 0,1 0 0 0 0,-1 0 0 0 0,1 0 1 0 0,-1 0-1 0 0,1 0 0 0 0,0 0 1 0 0,0-1-1 0 0,0 1 0 0 0,0 0 1 0 0,0-1-1 0 0,1 1 0 0 0,-1 0 1 0 0,0-1-1 0 0,1 1 0 0 0,0-1 1 0 0,0 1-1 0 0,0-1 0 0 0,0 1 1 0 0,0-1-1 0 0,1-4 0 0 0,1-3-12 0 0,0 1-1 0 0,0-1 1 0 0,1 1-1 0 0,0 0 1 0 0,1 0-1 0 0,0 0 1 0 0,0 0-1 0 0,1 0 0 0 0,10-13 1 0 0,-9 14 84 0 0,1 0 1 0 0,0 0-1 0 0,0 1 0 0 0,1 1 1 0 0,0-1-1 0 0,0 1 0 0 0,1 0 1 0 0,-1 1-1 0 0,17-8 0 0 0,-21 12-5 0 0,-1-1 0 0 0,1 1-1 0 0,0 0 1 0 0,-1 0-1 0 0,1 1 1 0 0,0-1 0 0 0,-1 1-1 0 0,1-1 1 0 0,0 1-1 0 0,0 1 1 0 0,-1-1 0 0 0,1 0-1 0 0,0 1 1 0 0,0 0-1 0 0,-1 0 1 0 0,1 0 0 0 0,-1 0-1 0 0,1 0 1 0 0,-1 1-1 0 0,1 0 1 0 0,-1 0 0 0 0,0 0-1 0 0,0 0 1 0 0,0 0 0 0 0,0 0-1 0 0,0 1 1 0 0,0-1-1 0 0,-1 1 1 0 0,4 5 0 0 0,0 1 86 0 0,0 1 0 0 0,0 0 0 0 0,-1 0 0 0 0,-1 1 0 0 0,0-1 0 0 0,0 1 0 0 0,-1 0 0 0 0,-1 0 1 0 0,1 0-1 0 0,-2 0 0 0 0,0 1 0 0 0,0-1 0 0 0,-1 0 0 0 0,-2 22 0 0 0,-2 0 113 0 0,-1 1-1 0 0,-2-1 0 0 0,-18 57 1 0 0,-19 12-3038 0 0,36-85-291 0 0,-2 4-2018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0,'0'4'441'0'0,"1"0"0"0"0,0 0 0 0 0,1 0 0 0 0,-1 0 0 0 0,1-1 0 0 0,3 7 0 0 0,3 8 314 0 0,15 59 202 0 0,-4 2 1 0 0,9 86-1 0 0,-26-151-1095 0 0,5 43-4740 0 0,-5-30-213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0,'8'8'616'0'0,"-1"1"0"0"0,0 1 0 0 0,0-1 0 0 0,0 1 0 0 0,-2 0 1 0 0,1 1-1 0 0,4 13 0 0 0,23 83 2291 0 0,-4-11-3203 0 0,-7-41-5837 0 0,-9-29 2469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9 157 7370 0 0,'-8'-157'6130'0'0,"16"247"-3796"0"0,45 374 1578 0 0,-39-387-3851 0 0,3-1 1 0 0,3-1-1 0 0,4 0 0 0 0,33 72 0 0 0,-42-116-36 0 0,2 0 1 0 0,25 35-1 0 0,-31-51 26 0 0,0 0 1 0 0,2 0-1 0 0,0-2 1 0 0,0 1-1 0 0,27 19 0 0 0,-36-31-72 0 0,0 1-1 0 0,0-1 0 0 0,0 0 1 0 0,0 0-1 0 0,0-1 0 0 0,0 1 1 0 0,0-1-1 0 0,0 0 0 0 0,1 0 1 0 0,-1 0-1 0 0,0-1 0 0 0,1 0 1 0 0,-1 1-1 0 0,0-1 0 0 0,8-2 1 0 0,-10 2-117 0 0,1-1 0 0 0,-1 1 1 0 0,0-1-1 0 0,0 0 0 0 0,0 0 1 0 0,0 0-1 0 0,0 0 0 0 0,0 0 0 0 0,0 0 1 0 0,0-1-1 0 0,0 1 0 0 0,-1-1 1 0 0,1 1-1 0 0,-1-1 0 0 0,1 0 1 0 0,-1 0-1 0 0,1 1 0 0 0,-1-1 0 0 0,0 0 1 0 0,0 0-1 0 0,0 0 0 0 0,0-1 1 0 0,0 1-1 0 0,0 0 0 0 0,-1 0 1 0 0,1 0-1 0 0,-1 0 0 0 0,0-1 0 0 0,1 1 1 0 0,-1 0-1 0 0,0-3 0 0 0,0-15-1222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58 276 6449 0 0,'-39'36'1265'0'0,"21"-19"2480"0"0,38-37-465 0 0,8-7-2087 0 0,121-110 2215 0 0,-113 107-3817 0 0,1 2-1 0 0,53-31 1 0 0,-62 44-1441 0 0,-1 3-4122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37 115 7834 0 0,'-25'7'681'0'0,"14"-1"254"0"0,11-5-885 0 0,0-1 1 0 0,0 0-1 0 0,0 0 1 0 0,0 0 0 0 0,0 1-1 0 0,0-1 1 0 0,0 0-1 0 0,0 0 1 0 0,0 0 0 0 0,0 1-1 0 0,0-1 1 0 0,0 0-1 0 0,0 0 1 0 0,0 1 0 0 0,0-1-1 0 0,0 0 1 0 0,0 0-1 0 0,0 0 1 0 0,0 0 0 0 0,0 1-1 0 0,0-1 1 0 0,1 0-1 0 0,-1 0 1 0 0,0 0 0 0 0,0 1-1 0 0,0-1 1 0 0,0 0-1 0 0,0 0 1 0 0,1 0 0 0 0,-1 0-1 0 0,0 0 1 0 0,0 0-1 0 0,0 1 1 0 0,0-1 0 0 0,1 0-1 0 0,-1 0 1 0 0,0 0-1 0 0,0 0 1 0 0,1 0 0 0 0,-1 0-1 0 0,0 0 1 0 0,0 0-1 0 0,0 0 1 0 0,1 0 0 0 0,-1 0-1 0 0,5 1 344 0 0,0-1 1 0 0,0 0-1 0 0,0 1 0 0 0,0-2 0 0 0,0 1 0 0 0,0-1 0 0 0,0 1 1 0 0,0-2-1 0 0,0 1 0 0 0,7-3 0 0 0,5 0 399 0 0,44-8 148 0 0,1 3 0 0 0,-1 3 0 0 0,98 3 0 0 0,-62 3-1298 0 0,121-15 0 0 0,-160 7-1431 0 0,0-3 0 0 0,0-2 0 0 0,74-28 0 0 0,-117 35 723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16 7834 0 0,'-71'-9'3026'0'0,"23"3"3478"0"0,50 8-6166 0 0,1-1 1 0 0,-1 1 0 0 0,1 0-1 0 0,-1 1 1 0 0,0-1-1 0 0,0 0 1 0 0,0 1 0 0 0,3 4-1 0 0,2 2 9 0 0,43 47 669 0 0,135 159-18 0 0,-181-210-981 0 0,0 1 0 0 0,0-1 0 0 0,0 1 1 0 0,0 0-1 0 0,-1 0 0 0 0,0 0 0 0 0,0 0 1 0 0,-1 1-1 0 0,0-1 0 0 0,0 1 0 0 0,0-1 1 0 0,-1 1-1 0 0,0 0 0 0 0,0 0 0 0 0,-1 0 1 0 0,0-1-1 0 0,0 1 0 0 0,0 0 0 0 0,-1 0 1 0 0,0 0-1 0 0,0-1 0 0 0,-1 1 0 0 0,0 0 1 0 0,0-1-1 0 0,-1 1 0 0 0,1-1 0 0 0,-1 0 1 0 0,-1 0-1 0 0,1 0 0 0 0,-8 9 0 0 0,-64 74-1802 0 0,53-62-5925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200 101 7834 0 0,'-20'-21'1975'0'0,"-32"-30"599"0"0,49 47-2310 0 0,-1 1-1 0 0,0 1 1 0 0,0-1 0 0 0,0 0-1 0 0,0 1 1 0 0,-1 0 0 0 0,1 0-1 0 0,-1 0 1 0 0,1 0 0 0 0,-1 1 0 0 0,-7-2-1 0 0,9 4-162 0 0,1-1-1 0 0,0 1 1 0 0,-1-1 0 0 0,1 1-1 0 0,0 0 1 0 0,-1 0-1 0 0,1 0 1 0 0,0 0-1 0 0,0 0 1 0 0,0 0 0 0 0,0 1-1 0 0,0-1 1 0 0,0 1-1 0 0,0-1 1 0 0,0 1-1 0 0,0 0 1 0 0,1 0 0 0 0,-1-1-1 0 0,1 1 1 0 0,0 0-1 0 0,-1 1 1 0 0,1-1-1 0 0,0 0 1 0 0,0 0 0 0 0,0 1-1 0 0,-1 4 1 0 0,-2 4 129 0 0,1 1 0 0 0,0-1 0 0 0,0 1 0 0 0,-1 14 0 0 0,2 13 94 0 0,2 0 0 0 0,1 0 0 0 0,2 0-1 0 0,8 40 1 0 0,42 152 593 0 0,-30-155-703 0 0,5-1 0 0 0,52 102 1 0 0,-27-63-232 0 0,-48-101-128 0 0,0-1 0 0 0,-1 1 0 0 0,0 0 0 0 0,4 25 0 0 0,-7-27-1814 0 0,-1-1-1 0 0,0 1 0 0 0,-2 20 0 0 0,-1-13-4097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6 233 14283 0 0,'-5'1'943'0'0,"5"-3"-409"0"0,11-6-287 0 0,20-9-227 0 0,223-118 4632 0 0,-231 124-5111 0 0,1 1 1 0 0,0 1-1 0 0,45-11 0 0 0,30 4-6344 0 0,-53 11 1595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1 920 0 0,'-20'9'334'0'0,"16"-8"579"0"0,0 0 0 0 0,0 1 0 0 0,1 0 0 0 0,-1 0 0 0 0,0 0 0 0 0,1 0 0 0 0,-1 0 1 0 0,1 1-1 0 0,0-1 0 0 0,0 1 0 0 0,0 0 0 0 0,-3 3 0 0 0,6-5-839 0 0,0-1 0 0 0,0 0 0 0 0,0 1 0 0 0,1-1 0 0 0,-1 0 0 0 0,0 1-1 0 0,0-1 1 0 0,0 0 0 0 0,0 1 0 0 0,1-1 0 0 0,-1 0 0 0 0,0 1 0 0 0,0-1 0 0 0,0 0 0 0 0,1 0 0 0 0,-1 1-1 0 0,0-1 1 0 0,1 0 0 0 0,-1 0 0 0 0,0 1 0 0 0,1-1 0 0 0,-1 0 0 0 0,0 0 0 0 0,0 0 0 0 0,1 0 0 0 0,-1 0-1 0 0,1 0 1 0 0,-1 1 0 0 0,0-1 0 0 0,1 0 0 0 0,-1 0 0 0 0,0 0 0 0 0,1 0 0 0 0,-1 0 0 0 0,0 0 0 0 0,1 0-1 0 0,-1 0 1 0 0,1-1 0 0 0,18 2 572 0 0,-18-1-576 0 0,574 17 5208 0 0,-375-9-4945 0 0,-106-2-347 0 0,0 4-1 0 0,-1 5 1 0 0,0 3 0 0 0,-1 4 0 0 0,114 44-1 0 0,-123-30-590 0 0,-57-24 147 0 0,0 0 0 0 0,0-2 0 0 0,1-1 0 0 0,0-2 1 0 0,30 6-1 0 0,-8-8-1841 0 0,-25-5-3751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3209 0 0,'-10'3'127'0'0,"-1"0"0"0"0,1-1-1 0 0,0 0 1 0 0,-17 0 0 0 0,-2-1 9177 0 0,49 5-2080 0 0,17 12-6094 0 0,-28-13-570 0 0,11 8-460 0 0,0 1 0 0 0,-1 1 0 0 0,0 0 0 0 0,27 30 0 0 0,20 17 72 0 0,-20-27-167 0 0,-31-25 3 0 0,0 1 1 0 0,-1 0-1 0 0,-1 1 1 0 0,0 1-1 0 0,0 0 0 0 0,16 23 1 0 0,-27-34 11 0 0,0 1 0 0 0,-1-1 1 0 0,1 1-1 0 0,-1 0 0 0 0,0-1 1 0 0,1 1-1 0 0,-1 0 0 0 0,-1 0 0 0 0,1 0 1 0 0,0 0-1 0 0,-1 0 0 0 0,1 0 1 0 0,-1 0-1 0 0,0 0 0 0 0,0 0 0 0 0,0 0 1 0 0,-1 0-1 0 0,1 0 0 0 0,-1 0 0 0 0,-1 5 1 0 0,0-4 25 0 0,0-1 0 0 0,-1 1-1 0 0,1-1 1 0 0,-1 1 0 0 0,0-1 0 0 0,0 0 0 0 0,0 0 0 0 0,0 0 0 0 0,-1-1 0 0 0,1 1-1 0 0,-1-1 1 0 0,1 0 0 0 0,-9 4 0 0 0,-17 9-87 0 0,0 1 0 0 0,1 2 0 0 0,0 1-1 0 0,2 1 1 0 0,-42 40 0 0 0,50-41-1496 0 0,1 1 1 0 0,-18 27-1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8 4633 0 0,'2'-8'3213'0'0,"3"25"-2559"0"0,3 33-647 0 0,-18 271-159 0 0,6 177-225 0 0,14-322 595 0 0,-2-77 89 0 0,-9 172 0 0 0,-15-132-182 0 0,6-71 16 0 0,4-1 0 0 0,2 1-1 0 0,6 79 1 0 0,10-23 203 0 0,57 239 0 0 0,-54-302-243 0 0,12 108 0 0 0,-11 63 175 0 0,-14-199-259 0 0,6 44 615 0 0,3-1 0 0 0,30 105 1 0 0,-23-106-736 0 0,-1-3 156 0 0,7 83 1 0 0,-21-131-221 0 0,-2-1 1 0 0,0 1-1 0 0,-2-1 0 0 0,0 1 0 0 0,-2-1 0 0 0,-1 1 1 0 0,-11 38-1 0 0,10-48-839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3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4 124 920 0 0,'-2'-11'349'0'0,"1"-1"1"0"0,1 0-1 0 0,0 0 0 0 0,0 1 0 0 0,1-1 1 0 0,1 0-1 0 0,0 0 0 0 0,4-12 1 0 0,-6 24-329 0 0,0-1 1 0 0,0 1 0 0 0,0 0 0 0 0,0 0 0 0 0,0 0 0 0 0,0-1 0 0 0,0 1 0 0 0,0 0 0 0 0,0 0 0 0 0,0 0 0 0 0,0-1 0 0 0,0 1 0 0 0,0 0 0 0 0,0 0 0 0 0,1 0 0 0 0,-1-1 0 0 0,0 1 0 0 0,0 0 0 0 0,0 0 0 0 0,0 0 0 0 0,0 0 0 0 0,1-1 0 0 0,-1 1 0 0 0,0 0 0 0 0,0 0-1 0 0,0 0 1 0 0,1 0 0 0 0,-1 0 0 0 0,0 0 0 0 0,0 0 0 0 0,0 0 0 0 0,1-1 0 0 0,-1 1 0 0 0,0 0 0 0 0,0 0 0 0 0,1 0 0 0 0,-1 0 0 0 0,0 0 0 0 0,0 0 0 0 0,0 0 0 0 0,1 0 0 0 0,-1 0 0 0 0,0 1 0 0 0,0-1 0 0 0,1 0 0 0 0,-1 0 0 0 0,8 12 563 0 0,0 17-99 0 0,-4 42 49 0 0,-6 91 0 0 0,-1-74-386 0 0,-1 69-92 0 0,-1 265 126 0 0,27-61-101 0 0,-6-151-67 0 0,9 64 43 0 0,-2-36 11 0 0,-17-96-119 0 0,-12 152 1 0 0,-32 21 102 0 0,18-206-11 0 0,0 0 1112 0 0,-9 140 0 0 0,38-19 710 0 0,1-42 42 0 0,-10-134-1730 0 0,2 0 0 0 0,3 1-1 0 0,17 81 1 0 0,-10-107-1201 0 0,-6-16-3847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4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0,'0'0'1213'0'0,"18"27"3390"0"0,22 38-3566 0 0,-2 2 1 0 0,49 121-1 0 0,-68-137-1815 0 0,30 54 1 0 0,-37-83-610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29 274 3681 0 0,'0'-1'63'0'0,"-1"1"1"0"0,1 0-1 0 0,0-1 1 0 0,0 1-1 0 0,-1 0 1 0 0,1-1-1 0 0,0 1 1 0 0,-1 0-1 0 0,1 0 1 0 0,0-1-1 0 0,-1 1 1 0 0,1 0-1 0 0,0 0 1 0 0,-1 0-1 0 0,1-1 1 0 0,-1 1-1 0 0,1 0 1 0 0,0 0-1 0 0,-1 0 1 0 0,1 0-1 0 0,-1 0 1 0 0,1 0-1 0 0,0 0 1 0 0,-1 0-1 0 0,1 0 1 0 0,-1 0-1 0 0,1 0 1 0 0,-1 0-1 0 0,1 0 1 0 0,0 0-1 0 0,-1 0 1 0 0,1 0-1 0 0,-1 1 1 0 0,1-1-1 0 0,0 0 1 0 0,-1 0-1 0 0,1 0 1 0 0,0 1-1 0 0,-1-1 1 0 0,1 0-1 0 0,0 1 1 0 0,-1-1-1 0 0,-8 24 1699 0 0,7-15-1386 0 0,1 1 0 0 0,0-1 0 0 0,1 18 0 0 0,3-14-254 0 0,-1-1-1 0 0,2 0 1 0 0,0 0 0 0 0,0 0 0 0 0,1 0 0 0 0,10 17-1 0 0,-12-23-113 0 0,1-1-1 0 0,-1 1 1 0 0,1 0 0 0 0,0-1-1 0 0,1 0 1 0 0,-1 0-1 0 0,1-1 1 0 0,0 1-1 0 0,0-1 1 0 0,1 0-1 0 0,-1 0 1 0 0,1 0-1 0 0,0-1 1 0 0,7 3-1 0 0,-10-5-4 0 0,0-1 0 0 0,0 1 0 0 0,0-1 0 0 0,0 0 0 0 0,0 1-1 0 0,1-1 1 0 0,-1-1 0 0 0,0 1 0 0 0,0 0 0 0 0,0-1 0 0 0,0 0 0 0 0,0 0 0 0 0,0 0-1 0 0,0 0 1 0 0,0 0 0 0 0,0 0 0 0 0,0-1 0 0 0,0 0 0 0 0,-1 1 0 0 0,1-1 0 0 0,-1 0-1 0 0,1 0 1 0 0,-1 0 0 0 0,0-1 0 0 0,0 1 0 0 0,0-1 0 0 0,0 1 0 0 0,0-1-1 0 0,0 1 1 0 0,-1-1 0 0 0,1 0 0 0 0,-1 0 0 0 0,0 0 0 0 0,0 0 0 0 0,0 0 0 0 0,0 0-1 0 0,-1 0 1 0 0,1 0 0 0 0,-1 0 0 0 0,1-1 0 0 0,-1 1 0 0 0,0 0 0 0 0,-1 0 0 0 0,1 0-1 0 0,0 0 1 0 0,-1 0 0 0 0,0-1 0 0 0,0 1 0 0 0,0 0 0 0 0,0 0 0 0 0,0 0-1 0 0,-2-3 1 0 0,-2-1-6 0 0,0 0 1 0 0,0 1-1 0 0,0 0 0 0 0,-1 0 0 0 0,0 0 0 0 0,0 0 0 0 0,-1 1 0 0 0,1 0 0 0 0,-1 0 0 0 0,0 1 0 0 0,-1 0 1 0 0,1 0-1 0 0,-1 0 0 0 0,1 1 0 0 0,-1 1 0 0 0,0-1 0 0 0,0 1 0 0 0,0 0 0 0 0,-1 1 0 0 0,1 0 0 0 0,0 0 1 0 0,-13 1-1 0 0,20 1 1 0 0,1-1-1 0 0,-1 0 1 0 0,1 0 0 0 0,0 0 0 0 0,-1 0 0 0 0,1 0 0 0 0,-1 0 0 0 0,1 0 0 0 0,-1 0 0 0 0,1 0-1 0 0,-1 0 1 0 0,1 0 0 0 0,0 0 0 0 0,-1 0 0 0 0,1 0 0 0 0,-1 0 0 0 0,1 0 0 0 0,-1-1 0 0 0,1 1-1 0 0,0 0 1 0 0,-1 0 0 0 0,1 0 0 0 0,-1-1 0 0 0,1 1 0 0 0,0 0 0 0 0,-1 0 0 0 0,1-1 0 0 0,0 1-1 0 0,-1 0 1 0 0,1-1 0 0 0,0 1 0 0 0,0-1 0 0 0,-1 1 0 0 0,1 0 0 0 0,0-1 0 0 0,0 1 0 0 0,0-1-1 0 0,0 1 1 0 0,0 0 0 0 0,-1-1 0 0 0,1 0 0 0 0,13-19-64 0 0,35-20 7 0 0,-46 38 59 0 0,7-4-2 0 0,17-15 91 0 0,2 1 0 0 0,38-20-1 0 0,-68 44 17 0 0,0-1 0 0 0,0 1-1 0 0,0 0 1 0 0,0 0-1 0 0,1 0 1 0 0,-1 1 0 0 0,0 5-1 0 0,-2 3 260 0 0,2-5-273 0 0,0 0 1 0 0,0 0-1 0 0,0 0 1 0 0,1 0 0 0 0,0 1-1 0 0,1-1 1 0 0,0 12 0 0 0,0-18-92 0 0,0 0 1 0 0,1 0 0 0 0,-1 1 0 0 0,0-1 0 0 0,1 0 0 0 0,-1 0-1 0 0,1 0 1 0 0,0 1 0 0 0,0-1 0 0 0,-1 0 0 0 0,1 0 0 0 0,1 0 0 0 0,-1 0-1 0 0,0-1 1 0 0,0 1 0 0 0,1 0 0 0 0,-1 0 0 0 0,1-1 0 0 0,0 1 0 0 0,-1-1-1 0 0,1 1 1 0 0,0-1 0 0 0,0 0 0 0 0,0 0 0 0 0,0 1 0 0 0,0-1-1 0 0,0-1 1 0 0,0 1 0 0 0,0 0 0 0 0,0 0 0 0 0,5 0 0 0 0,-5-1 3 0 0,0 0 0 0 0,0 0 1 0 0,0-1-1 0 0,1 1 0 0 0,-1 0 0 0 0,0-1 1 0 0,0 0-1 0 0,0 1 0 0 0,0-1 0 0 0,0 0 1 0 0,0 0-1 0 0,0 0 0 0 0,0 0 0 0 0,0 0 1 0 0,0-1-1 0 0,-1 1 0 0 0,1 0 0 0 0,0-1 1 0 0,-1 0-1 0 0,1 1 0 0 0,-1-1 1 0 0,3-3-1 0 0,2-5 32 0 0,0 0 0 0 0,-1-1 1 0 0,6-12-1 0 0,-3 4-15 0 0,6-3 67 0 0,-8 24-28 0 0,-4 15-32 0 0,-1-8-33 0 0,-1 0 1 0 0,1 0-1 0 0,1-1 1 0 0,0 1-1 0 0,0 0 1 0 0,5 11-1 0 0,-6-18 5 0 0,-1-1 0 0 0,1 1 0 0 0,0-1 1 0 0,0 1-1 0 0,0-1 0 0 0,0 1 0 0 0,0-1 0 0 0,0 0 0 0 0,1 1 0 0 0,-1-1 0 0 0,0 0 0 0 0,1 0 0 0 0,-1 0 0 0 0,1 0 0 0 0,-1 0 0 0 0,1 0 0 0 0,0-1 0 0 0,-1 1 0 0 0,1 0 0 0 0,0-1 0 0 0,-1 1 1 0 0,1-1-1 0 0,0 0 0 0 0,0 1 0 0 0,-1-1 0 0 0,1 0 0 0 0,0 0 0 0 0,0 0 0 0 0,-1-1 0 0 0,1 1 0 0 0,0 0 0 0 0,0 0 0 0 0,-1-1 0 0 0,1 1 0 0 0,0-1 0 0 0,-1 0 0 0 0,1 0 0 0 0,0 1 0 0 0,1-2 0 0 0,2-1 19 0 0,0 0 0 0 0,0 0-1 0 0,-1 0 1 0 0,1 0 0 0 0,-1-1 0 0 0,0 0-1 0 0,0 0 1 0 0,0 0 0 0 0,0 0-1 0 0,-1 0 1 0 0,0-1 0 0 0,0 0-1 0 0,0 0 1 0 0,0 0 0 0 0,-1 0-1 0 0,0 0 1 0 0,0 0 0 0 0,0 0-1 0 0,0-1 1 0 0,-1 1 0 0 0,0-1-1 0 0,0 1 1 0 0,-1-1 0 0 0,0 0-1 0 0,0-9 1 0 0,-1-6 349 0 0,-1 0 0 0 0,-1 0 0 0 0,-1 1 0 0 0,-1-1 0 0 0,-12-31 0 0 0,16 48-420 0 0,0 0 0 0 0,-1 0 0 0 0,1 0 0 0 0,-1 0 0 0 0,0 0 0 0 0,0 0 0 0 0,-1 0 0 0 0,1 1 0 0 0,-1-1-1 0 0,0 1 1 0 0,0 0 0 0 0,0 0 0 0 0,0 0 0 0 0,0 0 0 0 0,-4-2 0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7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80 456 0 0,'13'-37'1212'0'0,"-12"35"-1102"0"0,-1 0 0 0 0,1 0 1 0 0,-1 0-1 0 0,1 0 0 0 0,-1 0 0 0 0,0 0 1 0 0,1 0-1 0 0,-1 0 0 0 0,0 0 0 0 0,0 0 1 0 0,-1 0-1 0 0,1 0 0 0 0,0 0 0 0 0,-1 0 1 0 0,1 0-1 0 0,-2-2 0 0 0,1 3 57 0 0,-1 0 0 0 0,1 0 0 0 0,-1 1 0 0 0,1-1 0 0 0,-1 1 0 0 0,0-1-1 0 0,1 1 1 0 0,-1-1 0 0 0,1 1 0 0 0,-1 0 0 0 0,0 0 0 0 0,1 0 0 0 0,-1 0 0 0 0,0 0 0 0 0,1 0 0 0 0,-1 0 0 0 0,-3 2-1 0 0,4-2 12 0 0,0 0-1 0 0,0 0 0 0 0,-1 0 0 0 0,1 1 1 0 0,0-1-1 0 0,0 0 0 0 0,0 1 0 0 0,0-1 0 0 0,0 1 1 0 0,-1 0-1 0 0,1-1 0 0 0,0 1 0 0 0,0 0 1 0 0,0 0-1 0 0,1-1 0 0 0,-1 1 0 0 0,0 0 1 0 0,0 0-1 0 0,0 0 0 0 0,1 0 0 0 0,-1 0 0 0 0,0 0 1 0 0,1 0-1 0 0,-1 1 0 0 0,0 0 0 0 0,0 22 128 0 0,1 0 0 0 0,1 0 0 0 0,7 41 0 0 0,2 31 260 0 0,-9-37-507 0 0,3 66 181 0 0,18 125 0 0 0,9 76-239 0 0,-13-102 0 0 0,-14-174 106 0 0,-2 0 0 0 0,-8 73 1 0 0,-23 98 509 0 0,-1 14-207 0 0,18 10 721 0 0,9-182-632 0 0,-12 70 0 0 0,-4 56 794 0 0,19-167-1213 0 0,0-1 0 0 0,2 0-1 0 0,1 1 1 0 0,0-1 0 0 0,1 0-1 0 0,13 36 1 0 0,11 3-747 0 0,-4-24-4648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8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0,'0'0'475'0'0,"0"1"-217"0"0,1 24 1181 0 0,2 0 0 0 0,6 30-1 0 0,-4-30-1112 0 0,-1 0 0 0 0,0 32 0 0 0,4 195 725 0 0,44 275 1 0 0,-44-429-1094 0 0,-5 147 1 0 0,4 68-31 0 0,11 71 155 0 0,-25-184-92 0 0,-1 116 1689 0 0,22-83 1377 0 0,-1 0-1632 0 0,-11-135-1585 0 0,-3-94-811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9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54 2304 0 0,'-3'-3'354'0'0,"0"1"0"0"0,0 0-1 0 0,0-1 1 0 0,0 0-1 0 0,0 0 1 0 0,1 0 0 0 0,-4-4-1 0 0,5 6-258 0 0,1 1 0 0 0,-1-1 0 0 0,1 1 0 0 0,-1 0 0 0 0,1-1 0 0 0,-1 0 0 0 0,1 1-1 0 0,0-1 1 0 0,-1 1 0 0 0,1-1 0 0 0,0 1 0 0 0,-1-1 0 0 0,1 0 0 0 0,0 1 0 0 0,0-1 0 0 0,-1 0 0 0 0,1 1 0 0 0,0-1 0 0 0,0 0-1 0 0,0 1 1 0 0,0-1 0 0 0,0 0 0 0 0,0 1 0 0 0,0-1 0 0 0,0 0 0 0 0,0 0 0 0 0,0 1 0 0 0,1-1 0 0 0,-1 0 0 0 0,0 1-1 0 0,0-1 1 0 0,1 1 0 0 0,-1-1 0 0 0,0 0 0 0 0,1 1 0 0 0,-1-1 0 0 0,0 1 0 0 0,1-1 0 0 0,-1 1 0 0 0,1-1 0 0 0,-1 1-1 0 0,1-1 1 0 0,-1 1 0 0 0,1-1 0 0 0,0 1 0 0 0,0-1 0 0 0,0 1-37 0 0,-1 0-1 0 0,1 1 1 0 0,0-1-1 0 0,0 0 1 0 0,-1 0-1 0 0,1 0 1 0 0,0 1-1 0 0,0-1 1 0 0,-1 0-1 0 0,1 1 1 0 0,0-1 0 0 0,-1 0-1 0 0,1 1 1 0 0,-1-1-1 0 0,1 1 1 0 0,0-1-1 0 0,-1 1 1 0 0,1-1-1 0 0,-1 1 1 0 0,1 0-1 0 0,-1-1 1 0 0,0 1 0 0 0,1 0-1 0 0,-1-1 1 0 0,0 1-1 0 0,1 0 1 0 0,-1 1-1 0 0,12 25 764 0 0,-10-22-468 0 0,19 56 758 0 0,-15-41-1048 0 0,1 0 0 0 0,0-1 0 0 0,2 0-1 0 0,0 0 1 0 0,21 31 0 0 0,-29-49-76 0 0,-1-1 0 0 0,0 1 1 0 0,1-1-1 0 0,-1 1 0 0 0,0-1 0 0 0,1 1 0 0 0,-1-1 1 0 0,1 1-1 0 0,-1-1 0 0 0,1 1 0 0 0,-1-1 0 0 0,1 1 1 0 0,0-1-1 0 0,-1 0 0 0 0,1 1 0 0 0,-1-1 1 0 0,1 0-1 0 0,0 0 0 0 0,-1 1 0 0 0,1-1 0 0 0,0 0 1 0 0,-1 0-1 0 0,1 0 0 0 0,0 0 0 0 0,-1 0 0 0 0,1 0 1 0 0,0 0-1 0 0,-1 0 0 0 0,1 0 0 0 0,0 0 0 0 0,-1 0 1 0 0,1-1-1 0 0,0 1 0 0 0,-1 0 0 0 0,1 0 1 0 0,-1-1-1 0 0,2 1 0 0 0,0-2-102 0 0,-1 0-1 0 0,1 0 1 0 0,0 0 0 0 0,0 0-1 0 0,-1 0 1 0 0,1-1 0 0 0,-1 1-1 0 0,0 0 1 0 0,0-1-1 0 0,1-2 1 0 0,3-9-541 0 0,0-1 1 0 0,3-23-1 0 0,-2-23 16 0 0,-5 39 777 0 0,9-43-1 0 0,-10 64-122 0 0,0 1 1 0 0,0 0-1 0 0,0-1 0 0 0,0 1 1 0 0,1 0-1 0 0,-1-1 0 0 0,0 1 1 0 0,0-1-1 0 0,0 1 1 0 0,0 0-1 0 0,1 0 0 0 0,-1-1 1 0 0,0 1-1 0 0,0 0 0 0 0,1-1 1 0 0,-1 1-1 0 0,0 0 0 0 0,0 0 1 0 0,1-1-1 0 0,-1 1 0 0 0,0 0 1 0 0,1 0-1 0 0,-1 0 0 0 0,0-1 1 0 0,1 1-1 0 0,-1 0 0 0 0,0 0 1 0 0,1 0-1 0 0,-1 0 0 0 0,1 0 1 0 0,-1 0-1 0 0,0 0 0 0 0,1 0 1 0 0,-1 0-1 0 0,0 0 0 0 0,1 0 1 0 0,-1 0-1 0 0,1 0 0 0 0,-1 0 1 0 0,0 0-1 0 0,1 0 0 0 0,20 13 1254 0 0,14 24 559 0 0,1 12-2657 0 0,15 19-1853 0 0,-46-63 2409 0 0,-1 0 0 0 0,2 0 0 0 0,-1-1 0 0 0,0 0 0 0 0,1 0 0 0 0,0 0 0 0 0,0 0 0 0 0,0-1 0 0 0,10 4 0 0 0,-8-4-2835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0,'0'0'499'0'0,"16"24"1379"0"0,16 52-678 0 0,-24-51-2261 0 0,23 43 0 0 0,-26-59 319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 5065 0 0,'-9'-1'448'0'0,"5"1"-352"0"0,0 0-96 0 0,0 0 0 0 0,3 0 96 0 0,0 0 112 0 0,-1 1-104 0 0,0 0-224 0 0,0 2-40 0 0,1 0-16 0 0,1 0 0 0 0,1 1-408 0 0,1-1-88 0 0,2 1-8 0 0,0 0-8 0 0,1 1 536 0 0,-1 0 152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0 920 0 0,'-7'10'228'0'0,"0"0"0"0"0,0 1 0 0 0,1-1 0 0 0,0 1 0 0 0,0 0 0 0 0,2 1 1 0 0,-1-1-1 0 0,1 1 0 0 0,1 0 0 0 0,0 0 0 0 0,1 0 0 0 0,0 0 0 0 0,1 14 0 0 0,0-25-230 0 0,1-1-1 0 0,0 0 1 0 0,0 0 0 0 0,0 0-1 0 0,0 1 1 0 0,0-1 0 0 0,0 0 0 0 0,0 0-1 0 0,0 1 1 0 0,0-1 0 0 0,0 0 0 0 0,0 0-1 0 0,0 0 1 0 0,0 1 0 0 0,0-1-1 0 0,0 0 1 0 0,0 0 0 0 0,0 1 0 0 0,0-1-1 0 0,0 0 1 0 0,0 0 0 0 0,0 0-1 0 0,0 1 1 0 0,0-1 0 0 0,1 0 0 0 0,-1 0-1 0 0,0 0 1 0 0,0 1 0 0 0,0-1 0 0 0,0 0-1 0 0,0 0 1 0 0,1 0 0 0 0,-1 0-1 0 0,0 0 1 0 0,0 1 0 0 0,0-1 0 0 0,1 0-1 0 0,-1 0 1 0 0,0 0 0 0 0,0 0-1 0 0,0 0 1 0 0,1 0 0 0 0,-1 0 0 0 0,0 0-1 0 0,9-9-523 0 0,8-19-333 0 0,-16 27 867 0 0,6-15-254 0 0,13-24-124 0 0,-19 39 386 0 0,-1 0 0 0 0,1-1-1 0 0,0 1 1 0 0,0 0 0 0 0,0 0-1 0 0,0 0 1 0 0,0 0 0 0 0,0 0-1 0 0,0 0 1 0 0,0 0 0 0 0,0 0 0 0 0,0 0-1 0 0,0 1 1 0 0,1-1 0 0 0,-1 0-1 0 0,0 1 1 0 0,1-1 0 0 0,-1 1-1 0 0,0-1 1 0 0,1 1 0 0 0,-1 0-1 0 0,1-1 1 0 0,2 1 0 0 0,-3 1 84 0 0,1 0-1 0 0,-1 0 1 0 0,1 0 0 0 0,-1 0 0 0 0,1 0 0 0 0,-1 0-1 0 0,1 0 1 0 0,-1 0 0 0 0,0 1 0 0 0,0-1 0 0 0,0 0-1 0 0,0 1 1 0 0,0-1 0 0 0,0 1 0 0 0,0-1 0 0 0,0 1-1 0 0,0 2 1 0 0,12 30 1319 0 0,-9-17-1101 0 0,0-1-1 0 0,-2 1 1 0 0,0 0-1 0 0,0 0 1 0 0,-3 28-1 0 0,1-38-328 0 0,-1 0-1 0 0,0 0 0 0 0,0 0 1 0 0,0 1-1 0 0,-1-1 0 0 0,0-1 1 0 0,-1 1-1 0 0,0 0 1 0 0,0 0-1 0 0,0-1 0 0 0,-1 0 1 0 0,0 0-1 0 0,0 0 0 0 0,0 0 1 0 0,-9 8-1 0 0,9-10-633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4145 0 0,'-1'0'53'0'0,"1"0"1"0"0,-1 0-1 0 0,1 0 0 0 0,-1 0 1 0 0,0 0-1 0 0,1 0 1 0 0,-1 1-1 0 0,1-1 0 0 0,-1 0 1 0 0,1 0-1 0 0,-1 1 0 0 0,1-1 1 0 0,-1 0-1 0 0,1 1 1 0 0,-1-1-1 0 0,1 0 0 0 0,0 1 1 0 0,-1-1-1 0 0,1 1 0 0 0,-1-1 1 0 0,1 0-1 0 0,0 1 1 0 0,-1-1-1 0 0,1 1 0 0 0,0-1 1 0 0,0 1-1 0 0,0-1 1 0 0,-1 1-1 0 0,1 0 0 0 0,-2 23 1277 0 0,12 23 536 0 0,27 49-863 0 0,-22-59-414 0 0,15 52-1 0 0,-29-87-604 0 0,-3-7-239 0 0,1 0 0 0 0,0 0 0 0 0,0 0 0 0 0,0 0 0 0 0,1-1 0 0 0,0 1 0 0 0,0-7 0 0 0,0 8 416 0 0,-1-12-119 0 0,0 0-1 0 0,1 1 1 0 0,3-24-1 0 0,-2 36 9 0 0,-1 0 0 0 0,0-1-1 0 0,1 1 1 0 0,0 0-1 0 0,-1 0 1 0 0,1 0 0 0 0,0 0-1 0 0,1 1 1 0 0,-1-1-1 0 0,0 0 1 0 0,1 0-1 0 0,0 1 1 0 0,-1-1 0 0 0,1 1-1 0 0,0-1 1 0 0,0 1-1 0 0,1 0 1 0 0,-1 0 0 0 0,0 0-1 0 0,1 0 1 0 0,-1 0-1 0 0,1 0 1 0 0,5-2 0 0 0,-6 4-27 0 0,0 0 0 0 0,0 0 0 0 0,0 0 0 0 0,0 0 0 0 0,0 0 0 0 0,0 0 0 0 0,0 1 0 0 0,0-1 0 0 0,-1 1 0 0 0,1-1 0 0 0,0 1 0 0 0,0 0 1 0 0,0 0-1 0 0,0 0 0 0 0,-1 0 0 0 0,1 0 0 0 0,0 0 0 0 0,-1 0 0 0 0,1 0 0 0 0,-1 1 0 0 0,3 2 0 0 0,29 36 669 0 0,-27-32-472 0 0,15 22 49 0 0,-12-17-789 0 0,-1-1 0 0 0,2 0 1 0 0,18 20-1 0 0,-18-25-3232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42 4609 0 0,'-5'-24'5185'0'0,"17"34"-1948"0"0,17 24-2081 0 0,-2 0 0 0 0,42 72 0 0 0,32 83-6510 0 0,-101-187 5277 0 0,7 11-4094 0 0</inkml:trace>
  <inkml:trace contextRef="#ctx0" brushRef="#br0" timeOffset="1">1 311 2304 0 0,'0'-4'414'0'0,"1"0"-1"0"0,0 0 0 0 0,0 0 0 0 0,1 0 0 0 0,-1 1 0 0 0,1-1 0 0 0,0 0 0 0 0,4-5 1 0 0,17-27 1113 0 0,1 1 1 0 0,56-60 0 0 0,-51 66-1752 0 0,46-36 0 0 0,-60 54-3453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28 121 3617 0 0,'-13'-34'400'0'0,"10"28"-301"0"0,1 1 1 0 0,0-1-1 0 0,0 0 0 0 0,0 0 0 0 0,1 0 0 0 0,-2-8 1 0 0,5 11-6 0 0,-1 1 0 0 0,0-1 1 0 0,1 1-1 0 0,0-1 0 0 0,0 1 0 0 0,-1-1 1 0 0,2 1-1 0 0,-1 0 0 0 0,0 0 1 0 0,0 0-1 0 0,1 0 0 0 0,-1 0 1 0 0,1 1-1 0 0,-1-1 0 0 0,1 1 0 0 0,4-2 1 0 0,-6 3 30 0 0,-1 0 0 0 0,1 1 0 0 0,-1-1 0 0 0,0 0 0 0 0,1 1 1 0 0,-1-1-1 0 0,0 1 0 0 0,1-1 0 0 0,-1 1 0 0 0,0-1 0 0 0,0 0 0 0 0,0 1 1 0 0,1-1-1 0 0,-1 1 0 0 0,0-1 0 0 0,0 1 0 0 0,0 0 0 0 0,0-1 0 0 0,0 1 1 0 0,0-1-1 0 0,0 1 0 0 0,0-1 0 0 0,0 1 0 0 0,0-1 0 0 0,0 1 0 0 0,0-1 1 0 0,-1 1-1 0 0,-2 21 1123 0 0,3-18-1325 0 0,-8 80 1160 0 0,5 149-1 0 0,8-189-1098 0 0,2-1 0 0 0,2 0 1 0 0,17 53-1 0 0,-1-3-1 0 0,-16-52 35 0 0,-2 1 0 0 0,-2 0 0 0 0,-2 0 0 0 0,-2 0 0 0 0,-1 0 1 0 0,-2 1-1 0 0,-3-1 0 0 0,-1-1 0 0 0,-11 43 0 0 0,4-27 153 0 0,2 0 0 0 0,3 1 1 0 0,2 0-1 0 0,3 1 0 0 0,6 91 0 0 0,6-64-174 0 0,7 113-34 0 0,-26 108 400 0 0,11-235 471 0 0,14 96 0 0 0,-4-63-168 0 0,-4-53 150 0 0,19 73 0 0 0,-2-14 280 0 0,-20-82-1036 0 0,-1 0 0 0 0,-1 0 0 0 0,-3 46 0 0 0,1-75-64 0 0,0 4-5 0 0,-1-1-1 0 0,1 0 0 0 0,0 0 1 0 0,0 0-1 0 0,1 0 1 0 0,-1 1-1 0 0,0-1 1 0 0,1 0-1 0 0,0 0 1 0 0,0 0-1 0 0,2 6 1 0 0,3-17-2157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7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139 101 2937 0 0,'-4'-9'-92'0'0,"0"1"1"0"0,-1-1 0 0 0,0 1 0 0 0,0 1 0 0 0,-1-1 0 0 0,0 1-1 0 0,0 0 1 0 0,0 0 0 0 0,-10-7 0 0 0,-9-2 7511 0 0,25 16-7297 0 0,-8 13 1129 0 0,-2 19-402 0 0,-4 57 93 0 0,4 1 0 0 0,2 96 0 0 0,8-170-871 0 0,1 32 146 0 0,14 94 0 0 0,1 15 82 0 0,22 305-150 0 0,-31-394-170 0 0,-3 109-1 0 0,-5-122-16 0 0,-5 213 119 0 0,2 121 51 0 0,2-254 320 0 0,-1-93-230 0 0,2 0 0 0 0,2 0 1 0 0,9 54-1 0 0,11 56-63 0 0,-10-68-10 0 0,-9-58-59 0 0,1 0-1 0 0,2-1 0 0 0,13 46 1 0 0,-5-46-91 0 0,-11-22 0 0 0,0 0 0 0 0,0 0 0 0 0,0 0 0 0 0,-1 0 0 0 0,0 1 0 0 0,1-1 0 0 0,-1 0 0 0 0,0 1 0 0 0,-1-1 0 0 0,1 0 0 0 0,-1 1 0 0 0,1 4 0 0 0,0 23-2081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3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18 2345 0 0,'-1'0'8'0'0,"-1"0"1"0"0,1 1 0 0 0,-1-1 0 0 0,0 0 0 0 0,1 0 0 0 0,-1 0 0 0 0,0 0 0 0 0,1-1 0 0 0,-1 1 0 0 0,0 0 0 0 0,1-1-1 0 0,-1 1 1 0 0,0-1 0 0 0,1 0 0 0 0,-1 1 0 0 0,1-1 0 0 0,-1 0 0 0 0,1 0 0 0 0,0 0 0 0 0,-1 0 0 0 0,1 0 0 0 0,0 0-1 0 0,0 0 1 0 0,0 0 0 0 0,-1-1 0 0 0,0-1 0 0 0,2 3 169 0 0,6 1 1692 0 0,-3-1-1792 0 0,0 1 1 0 0,0 0-1 0 0,0 0 1 0 0,0 0-1 0 0,0 0 1 0 0,0 1-1 0 0,0-1 1 0 0,0 1-1 0 0,-1 0 1 0 0,1 0-1 0 0,0 0 1 0 0,-1 0-1 0 0,0 0 1 0 0,1 0-1 0 0,-1 1 1 0 0,0-1-1 0 0,0 1 1 0 0,0-1-1 0 0,-1 1 0 0 0,1 0 1 0 0,-1 0-1 0 0,1 0 1 0 0,-1 0-1 0 0,0 0 1 0 0,0 0-1 0 0,0 0 1 0 0,-1 0-1 0 0,1 0 1 0 0,-1 0-1 0 0,0 1 1 0 0,0 3-1 0 0,0 39 29 0 0,-2 0-1 0 0,-16 85 0 0 0,-2 40 343 0 0,18 249 372 0 0,-1-253-743 0 0,0-101-27 0 0,7 97 1 0 0,12-29-89 0 0,15 209-139 0 0,-41-131 308 0 0,3-114-139 0 0,6-69-275 0 0,0 1-1 0 0,2-1 1 0 0,1 0 0 0 0,2 1-1 0 0,11 47 1 0 0,-10-61-2337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2304 0 0,'-4'4'879'0'0,"0"1"0"0"0,0 0 0 0 0,0 0 0 0 0,1 0-1 0 0,-1 1 1 0 0,1-1 0 0 0,-4 12 0 0 0,4-8-353 0 0,0 1 1 0 0,1-1 0 0 0,0 1-1 0 0,0 15 1 0 0,1 7-714 0 0,3 0-1 0 0,6 42 1 0 0,-1-9 624 0 0,20 333-772 0 0,-24-191-1281 0 0,-1-52 590 0 0,-4-76 1387 0 0,-17 121 0 0 0,1-28 69 0 0,12-70 417 0 0,-17 167 2539 0 0,1-14-871 0 0,13-119-1793 0 0,5-96-458 0 0,4 54 0 0 0,8-39-4650 0 0,-2-42 715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2100 3225 0 0,'0'0'85'0'0,"-1"1"1"0"0,1-1-1 0 0,0 1 1 0 0,0-1-1 0 0,0 1 1 0 0,0 0 0 0 0,0-1-1 0 0,0 1 1 0 0,0-1-1 0 0,0 1 1 0 0,0-1-1 0 0,0 1 1 0 0,0-1-1 0 0,0 1 1 0 0,0 0-1 0 0,0-1 1 0 0,1 1-1 0 0,-1-1 1 0 0,0 1 0 0 0,0-1-1 0 0,1 1 1 0 0,-1-1-1 0 0,0 1 1 0 0,1-1-1 0 0,-1 0 1 0 0,0 1-1 0 0,1-1 1 0 0,-1 1-1 0 0,1-1 1 0 0,-1 0 0 0 0,0 1-1 0 0,1-1 1 0 0,-1 0-1 0 0,1 0 1 0 0,-1 1-1 0 0,1-1 1 0 0,-1 0-1 0 0,1 0 1 0 0,0 0-1 0 0,-1 0 1 0 0,1 1 0 0 0,0-2 82 0 0,0 1 1 0 0,0-1-1 0 0,0 1 1 0 0,0-1-1 0 0,0 1 1 0 0,0-1-1 0 0,0 1 1 0 0,0-1 0 0 0,0 0-1 0 0,0 0 1 0 0,-1 1-1 0 0,1-1 1 0 0,0 0-1 0 0,-1 0 1 0 0,1 0-1 0 0,0 0 1 0 0,0-1-1 0 0,5-14 85 0 0,0 0 1 0 0,-2-1-1 0 0,0 1 0 0 0,0-1 0 0 0,-2 0 0 0 0,0 0 0 0 0,0-22 0 0 0,6-45 371 0 0,19-90 590 0 0,24-116-410 0 0,18-171-459 0 0,-49 291 63 0 0,-4 35 48 0 0,42-253 1077 0 0,-50 348-1359 0 0,16-59 148 0 0,-21 89-286 0 0,0 1 1 0 0,1-1 0 0 0,1 1-1 0 0,-1-1 1 0 0,1 1 0 0 0,1 0 0 0 0,8-10-1 0 0,-13 17-71 0 0,1 1 0 0 0,-1-1-1 0 0,1 0 1 0 0,-1 1 0 0 0,1-1-1 0 0,0 1 1 0 0,0-1 0 0 0,0 1-1 0 0,0 0 1 0 0,0 0 0 0 0,0 0-1 0 0,0 0 1 0 0,0 0 0 0 0,0 0 0 0 0,0 0-1 0 0,1 1 1 0 0,-1-1 0 0 0,0 1-1 0 0,0 0 1 0 0,1-1 0 0 0,-1 1-1 0 0,0 0 1 0 0,1 1 0 0 0,-1-1-1 0 0,0 0 1 0 0,0 1 0 0 0,1-1 0 0 0,-1 1-1 0 0,0-1 1 0 0,0 1 0 0 0,0 0-1 0 0,0 0 1 0 0,0 0 0 0 0,3 2-1 0 0,0 1-35 0 0,-1-1-1 0 0,1 2 1 0 0,0-1-1 0 0,-1 0 1 0 0,0 1-1 0 0,0 0 1 0 0,0 0-1 0 0,-1 0 1 0 0,0 1-1 0 0,0-1 1 0 0,4 10-1 0 0,23 71-311 0 0,-22-59 48 0 0,1 0 0 0 0,2 0 0 0 0,0-1 1 0 0,2 0-1 0 0,21 32 0 0 0,-34-58 316 0 0,0 1 0 0 0,1-1 0 0 0,-1 1 0 0 0,0-1 0 0 0,0 0 0 0 0,0 1-1 0 0,1-1 1 0 0,-1 0 0 0 0,0 1 0 0 0,1-1 0 0 0,-1 0 0 0 0,0 1 0 0 0,1-1 0 0 0,-1 0 0 0 0,0 0 0 0 0,1 1 0 0 0,-1-1 0 0 0,1 0 0 0 0,-1 0 0 0 0,0 0 0 0 0,1 0-1 0 0,-1 1 1 0 0,1-1 0 0 0,-1 0 0 0 0,1 0 0 0 0,-1 0 0 0 0,1 0 0 0 0,-1 0 0 0 0,0 0 0 0 0,1 0 0 0 0,-1 0 0 0 0,1 0 0 0 0,-1 0 0 0 0,1-1 0 0 0,-1 1 0 0 0,1 0-1 0 0,-1 0 1 0 0,0 0 0 0 0,1-1 0 0 0,10-19-159 0 0,0-30 703 0 0,-11 50-505 0 0,5-85 620 0 0,-5 56-554 0 0,7-42 0 0 0,-5 59-86 0 0,-2 9 0 0 0,0 0 0 0 0,0 0 0 0 0,1 0 0 0 0,-1 0 0 0 0,1 0 0 0 0,-1 0 0 0 0,1 0 0 0 0,0 0 0 0 0,0 0 0 0 0,0 0 0 0 0,1 1 0 0 0,-1-1 0 0 0,1 0 0 0 0,-1 1 0 0 0,1-1 0 0 0,0 1 0 0 0,4-4 0 0 0,-5 6 7 0 0,-1 0-1 0 0,1 0 1 0 0,0 0 0 0 0,0 1-1 0 0,-1-1 1 0 0,1 0 0 0 0,0 0-1 0 0,-1 1 1 0 0,1-1 0 0 0,-1 0-1 0 0,1 1 1 0 0,0-1 0 0 0,-1 1-1 0 0,1-1 1 0 0,-1 1 0 0 0,1-1-1 0 0,-1 1 1 0 0,1-1 0 0 0,-1 1-1 0 0,0 0 1 0 0,1-1 0 0 0,-1 1-1 0 0,0 0 1 0 0,1-1 0 0 0,-1 2-1 0 0,13 22 135 0 0,-11-19-135 0 0,22 42-24 0 0,-11-19-24 0 0,1-2-1 0 0,1 0 0 0 0,1 0 0 0 0,22 24 0 0 0,-37-48 44 0 0,0-1 0 0 0,0 0 0 0 0,0 0 0 0 0,0 0 0 0 0,0 0 0 0 0,0 0 0 0 0,0 0 0 0 0,0 0 0 0 0,1 0 0 0 0,-1 0 0 0 0,0-1 0 0 0,1 1 0 0 0,-1-1 0 0 0,1 1 0 0 0,-1-1 0 0 0,0 1 0 0 0,1-1 0 0 0,-1 0 0 0 0,1 1 0 0 0,-1-1 0 0 0,1 0 0 0 0,-1 0 0 0 0,1 0-1 0 0,3-1 1 0 0,-3 0 3 0 0,0 0 0 0 0,0 0 0 0 0,1-1-1 0 0,-1 1 1 0 0,0 0 0 0 0,0-1 0 0 0,0 0-1 0 0,0 1 1 0 0,-1-1 0 0 0,1 0 0 0 0,0 0-1 0 0,-1 0 1 0 0,3-4 0 0 0,3-8 11 0 0,1-1 1 0 0,-2 1-1 0 0,8-27 0 0 0,-13 38-17 0 0,5-16-25 0 0,18-48 90 0 0,-22 62-65 0 0,0 1 0 0 0,0 0 1 0 0,0 0-1 0 0,1 0 0 0 0,0 0 0 0 0,-1 0 0 0 0,2 0 0 0 0,-1 1 0 0 0,0-1 0 0 0,1 1 0 0 0,6-5 0 0 0,-9 8 14 0 0,-1-1-1 0 0,1 1 0 0 0,0 0 1 0 0,0 0-1 0 0,0 0 0 0 0,0-1 1 0 0,0 1-1 0 0,-1 0 0 0 0,1 0 1 0 0,0 0-1 0 0,0 1 0 0 0,0-1 1 0 0,0 0-1 0 0,0 0 0 0 0,-1 0 1 0 0,1 1-1 0 0,0-1 0 0 0,0 0 1 0 0,0 1-1 0 0,-1-1 0 0 0,1 0 1 0 0,0 1-1 0 0,-1-1 0 0 0,1 1 1 0 0,0 0-1 0 0,-1-1 0 0 0,1 1 1 0 0,0-1-1 0 0,-1 1 0 0 0,1 0 1 0 0,-1 0-1 0 0,1-1 0 0 0,-1 1 1 0 0,0 0-1 0 0,1 0 0 0 0,-1-1 1 0 0,0 1-1 0 0,1 0 0 0 0,-1 1 1 0 0,13 40 445 0 0,-12-37-439 0 0,6 24 25 0 0,-3-11-13 0 0,1 1 1 0 0,0-1-1 0 0,1 0 1 0 0,1 0 0 0 0,17 29-1 0 0,-24-47-33 0 0,1 0 1 0 0,0 0-1 0 0,-1 0 0 0 0,1 0 0 0 0,0 0 1 0 0,0 0-1 0 0,-1 0 0 0 0,1 0 0 0 0,0 0 0 0 0,-1 0 1 0 0,1-1-1 0 0,0 1 0 0 0,-1 0 0 0 0,1 0 0 0 0,-1-1 1 0 0,1 1-1 0 0,0 0 0 0 0,-1-1 0 0 0,1 1 1 0 0,-1-1-1 0 0,1 1 0 0 0,-1 0 0 0 0,1-1 0 0 0,-1 1 1 0 0,1-1-1 0 0,-1 0 0 0 0,0 1 0 0 0,1-1 0 0 0,-1 1 1 0 0,0-1-1 0 0,1 0 0 0 0,-1 0 0 0 0,16-21-145 0 0,-10 11 76 0 0,0 0 0 0 0,-1-1 0 0 0,6-19 0 0 0,12-23 148 0 0,-23 53-114 0 0,1 0-1 0 0,-1 0 1 0 0,1 0 0 0 0,-1 0-1 0 0,1 0 1 0 0,-1 0-1 0 0,1 0 1 0 0,0 0 0 0 0,0 0-1 0 0,-1 1 1 0 0,1-1 0 0 0,0 0-1 0 0,0 1 1 0 0,0-1-1 0 0,0 0 1 0 0,0 1 0 0 0,0-1-1 0 0,0 1 1 0 0,0-1-1 0 0,0 1 1 0 0,0 0 0 0 0,0 0-1 0 0,0-1 1 0 0,0 1-1 0 0,0 0 1 0 0,0 0 0 0 0,2 0-1 0 0,1 1-114 0 0,-1 0 0 0 0,0 0 0 0 0,0 0 0 0 0,0 1 0 0 0,0-1 0 0 0,0 1 0 0 0,4 2 0 0 0,21 10-1411 0 0,-27-14 1479 0 0,0 1 0 0 0,1-1 0 0 0,-1 0 0 0 0,0 0 0 0 0,0 0 0 0 0,0 0 0 0 0,0 0 0 0 0,0-1 0 0 0,0 1 0 0 0,0 0 0 0 0,1 0 0 0 0,-1-1-1 0 0,0 1 1 0 0,0-1 0 0 0,0 1 0 0 0,0-1 0 0 0,0 1 0 0 0,0-1 0 0 0,-1 0 0 0 0,1 1 0 0 0,0-1 0 0 0,0 0 0 0 0,0 0 0 0 0,-1 0 0 0 0,2-1 0 0 0,2-3 349 0 0,0-1 0 0 0,-1 0 0 0 0,0 0 0 0 0,5-12 0 0 0,6-12 2526 0 0,-14 29-2705 0 0,0 0 1 0 0,0 0-1 0 0,1 1 0 0 0,-1-1 1 0 0,0 0-1 0 0,1 0 1 0 0,-1 0-1 0 0,1 1 0 0 0,-1-1 1 0 0,1 0-1 0 0,-1 1 1 0 0,1-1-1 0 0,0 0 0 0 0,-1 1 1 0 0,1-1-1 0 0,0 1 1 0 0,-1-1-1 0 0,1 1 0 0 0,0-1 1 0 0,0 1-1 0 0,-1 0 1 0 0,1-1-1 0 0,0 1 0 0 0,0 0 1 0 0,0 0-1 0 0,0-1 1 0 0,-1 1-1 0 0,1 0 0 0 0,0 0 1 0 0,0 0-1 0 0,0 0 1 0 0,1 0-1 0 0,-1 1-45 0 0,1 1 0 0 0,-1-1-1 0 0,0 0 1 0 0,1 0 0 0 0,-1 1 0 0 0,0-1 0 0 0,0 1-1 0 0,0-1 1 0 0,0 1 0 0 0,-1-1 0 0 0,1 1 0 0 0,0 0-1 0 0,0 3 1 0 0,5 8 3 0 0,1 0-1 0 0,12 20 1 0 0,-13-23-18 0 0,0 0 1 0 0,0 0 0 0 0,-1 1-1 0 0,0 0 1 0 0,4 14 0 0 0,-7-17-23 0 0,45 218 1260 0 0,-11 121-689 0 0,-8 144-6 0 0,-10-301-560 0 0,-5-81-19 0 0,21 135-850 0 0,1 4 245 0 0,-25-173 464 0 0,2-1 1 0 0,26 79-1 0 0,-26-113-14 0 0,27 61-1 0 0,-32-85 129 0 0,1-1 1 0 0,1 0-1 0 0,0-1 0 0 0,1 1 0 0 0,0-2 0 0 0,20 20 1 0 0,-28-31 15 0 0,-1 0 0 0 0,1 0 1 0 0,0-1-1 0 0,0 1 1 0 0,-1 0-1 0 0,1-1 1 0 0,0 0-1 0 0,1 1 1 0 0,-1-1-1 0 0,0 0 1 0 0,0 0-1 0 0,0-1 1 0 0,1 1-1 0 0,-1 0 1 0 0,0-1-1 0 0,1 1 1 0 0,-1-1-1 0 0,1 0 1 0 0,-1 1-1 0 0,0-1 1 0 0,1 0-1 0 0,-1-1 1 0 0,1 1-1 0 0,-1 0 1 0 0,4-2-1 0 0,-1 0 3 0 0,-1-1 0 0 0,0 0 1 0 0,0 0-1 0 0,0 0 0 0 0,-1 0 0 0 0,1 0 0 0 0,-1-1 0 0 0,0 0 1 0 0,0 0-1 0 0,0 0 0 0 0,0 0 0 0 0,1-4 0 0 0,22-39-50 0 0,-2-1 0 0 0,30-88-1 0 0,-36 61-174 0 0,-15 56 144 0 0,2 0 0 0 0,9-28 0 0 0,-10 52 321 0 0,0 1-1 0 0,0-1 1 0 0,0 1 0 0 0,-1 0-1 0 0,0 0 1 0 0,3 8 0 0 0,-3-7-162 0 0,1 1 1 0 0,0-1-1 0 0,0 0 1 0 0,1 0 0 0 0,-1-1-1 0 0,2 1 1 0 0,-1-1-1 0 0,1 0 1 0 0,-1-1 0 0 0,11 8-1 0 0,-14-12-48 0 0,0 1 0 0 0,0-1 0 0 0,0 0 0 0 0,0 0-1 0 0,0 0 1 0 0,0 0 0 0 0,0 0 0 0 0,1 0 0 0 0,-1-1 0 0 0,0 1-1 0 0,1-1 1 0 0,-1 1 0 0 0,0-1 0 0 0,1 0 0 0 0,-1 0 0 0 0,0 0-1 0 0,1-1 1 0 0,-1 1 0 0 0,0 0 0 0 0,1-1 0 0 0,-1 1 0 0 0,0-1 0 0 0,0 0-1 0 0,1 0 1 0 0,-1 0 0 0 0,0 0 0 0 0,0 0 0 0 0,0 0 0 0 0,0-1-1 0 0,0 1 1 0 0,-1-1 0 0 0,1 1 0 0 0,0-1 0 0 0,-1 0 0 0 0,1 0 0 0 0,-1 1-1 0 0,1-1 1 0 0,-1 0 0 0 0,0 0 0 0 0,1-3 0 0 0,3-4-172 0 0,0-1 0 0 0,-1 1 0 0 0,0-1 0 0 0,4-20-1 0 0,-6 20 47 0 0,1 1 0 0 0,0 0 0 0 0,0-1-1 0 0,1 1 1 0 0,0 1 0 0 0,6-10-1 0 0,-10 17 120 0 0,0 1-1 0 0,1 0 1 0 0,-1-1-1 0 0,0 1 1 0 0,0 0-1 0 0,0-1 1 0 0,1 1-1 0 0,-1 0 1 0 0,0 0-1 0 0,0-1 1 0 0,1 1-1 0 0,-1 0 1 0 0,0 0-1 0 0,0 0 1 0 0,1-1-1 0 0,-1 1 1 0 0,0 0-1 0 0,1 0 1 0 0,-1 0-1 0 0,0 0 1 0 0,1 0-1 0 0,-1 0 1 0 0,0-1-1 0 0,1 1 1 0 0,-1 0-1 0 0,0 0 1 0 0,1 0-1 0 0,-1 0 1 0 0,0 0-1 0 0,1 0 1 0 0,-1 1-1 0 0,0-1 1 0 0,1 0-1 0 0,-1 0 1 0 0,0 0-1 0 0,1 0 1 0 0,8 13 342 0 0,3 24 378 0 0,-11-33-659 0 0,3 14 63 0 0,9 31 384 0 0,-13-47-491 0 0,1 1 0 0 0,0-1 0 0 0,0 1-1 0 0,0-1 1 0 0,1 0 0 0 0,-1 0 0 0 0,1 1-1 0 0,-1-1 1 0 0,1 0 0 0 0,0 0 0 0 0,-1 0 0 0 0,1 0-1 0 0,0-1 1 0 0,3 3 0 0 0,-3-3-37 0 0,-1-1-1 0 0,0 0 1 0 0,1 1 0 0 0,-1-1-1 0 0,0 0 1 0 0,1 0 0 0 0,-1 0-1 0 0,1 0 1 0 0,-1 0 0 0 0,0 0-1 0 0,1 0 1 0 0,-1 0 0 0 0,0 0-1 0 0,1-1 1 0 0,-1 1 0 0 0,0-1-1 0 0,1 1 1 0 0,-1-1 0 0 0,0 1-1 0 0,0-1 1 0 0,1 0 0 0 0,-1 0-1 0 0,0 1 1 0 0,0-1 0 0 0,0 0-1 0 0,0 0 1 0 0,0 0 0 0 0,0 0-1 0 0,0 0 1 0 0,-1-1 0 0 0,2-1-1 0 0,5-6-205 0 0,-1-1 0 0 0,-1 1-1 0 0,5-13 1 0 0,-1 5-34 0 0,-7 14 84 0 0,0 0 1 0 0,-1 0 0 0 0,2 0 0 0 0,-1 0 0 0 0,0 1-1 0 0,0-1 1 0 0,1 1 0 0 0,2-3 0 0 0,-4 5 117 0 0,0-1 1 0 0,0 1 0 0 0,0-1-1 0 0,0 1 1 0 0,0-1 0 0 0,0 1-1 0 0,0 0 1 0 0,0 0 0 0 0,0-1-1 0 0,0 1 1 0 0,0 0 0 0 0,0 0-1 0 0,0 0 1 0 0,0 0 0 0 0,0 0-1 0 0,0 0 1 0 0,0 0 0 0 0,0 0-1 0 0,0 0 1 0 0,0 1 0 0 0,-1-1 0 0 0,1 0-1 0 0,0 1 1 0 0,0-1 0 0 0,0 1-1 0 0,0-1 1 0 0,0 1 0 0 0,1 0-1 0 0,21 13-4497 0 0,-21-13 4522 0 0,0-1-1 0 0,0 1 1 0 0,0-1 0 0 0,0 0-1 0 0,0 0 1 0 0,0 0 0 0 0,0 0-1 0 0,0 0 1 0 0,1 0-1 0 0,-1 0 1 0 0,0 0 0 0 0,0-1-1 0 0,0 1 1 0 0,0-1 0 0 0,-1 0-1 0 0,4-1 1 0 0,3-1-31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86 2072 0 0,'-4'-4'74'0'0,"0"0"0"0"0,0 0-1 0 0,-1 0 1 0 0,0 1 0 0 0,-6-4 0 0 0,10 6-66 0 0,0 1 0 0 0,1-1 0 0 0,-1 1 0 0 0,0 0 0 0 0,0 0 0 0 0,1-1 0 0 0,-1 1 1 0 0,0 0-1 0 0,0 0 0 0 0,1 0 0 0 0,-1 0 0 0 0,0 0 0 0 0,0 0 0 0 0,1 0 0 0 0,-1 0 1 0 0,0 0-1 0 0,0 0 0 0 0,0 0 0 0 0,1 0 0 0 0,-1 1 0 0 0,0-1 0 0 0,1 0 0 0 0,-1 1 1 0 0,0-1-1 0 0,0 0 0 0 0,1 1 0 0 0,-1-1 0 0 0,1 1 0 0 0,-1-1 0 0 0,0 1 0 0 0,1-1 1 0 0,-1 1-1 0 0,1-1 0 0 0,-1 1 0 0 0,1 0 0 0 0,0-1 0 0 0,-1 1 0 0 0,1 0 0 0 0,-1-1 1 0 0,1 1-1 0 0,0 0 0 0 0,0 0 0 0 0,-1-1 0 0 0,1 1 0 0 0,0 0 0 0 0,0 0 0 0 0,0-1 1 0 0,0 3-1 0 0,-1 1 56 0 0,-4 32 1499 0 0,4-35-1531 0 0,1-1-1 0 0,0 1 1 0 0,0 0-1 0 0,0-1 1 0 0,0 1 0 0 0,0 0-1 0 0,0-1 1 0 0,0 1-1 0 0,1 0 1 0 0,-1-1 0 0 0,0 1-1 0 0,0 0 1 0 0,0-1-1 0 0,1 1 1 0 0,-1-1-1 0 0,0 1 1 0 0,1 0 0 0 0,-1-1-1 0 0,0 1 1 0 0,1-1-1 0 0,-1 1 1 0 0,1-1 0 0 0,-1 1-1 0 0,1-1 1 0 0,-1 1-1 0 0,1-1 1 0 0,-1 0 0 0 0,1 1-1 0 0,-1-1 1 0 0,1 0-1 0 0,0 1 1 0 0,-1-1 0 0 0,1 0-1 0 0,-1 0 1 0 0,1 0-1 0 0,0 1 1 0 0,-1-1 0 0 0,1 0-1 0 0,0 0 1 0 0,-1 0-1 0 0,1 0 1 0 0,0 0 0 0 0,-1 0-1 0 0,1 0 1 0 0,1-1-1 0 0,11-2 1177 0 0,0 1-1 0 0,1 1 0 0 0,-1 0 1 0 0,1 0-1 0 0,16 3 0 0 0,-27-2-1153 0 0,0 0 0 0 0,-1 0 0 0 0,1 0 1 0 0,0-1-1 0 0,0 1 0 0 0,0-1 0 0 0,-1 1 0 0 0,1-1 0 0 0,0 0 0 0 0,-1 0 0 0 0,1 0 0 0 0,0-1 0 0 0,-1 1 0 0 0,1 0 0 0 0,-1-1 0 0 0,0 0 0 0 0,0 0 0 0 0,1 1 0 0 0,2-5 0 0 0,2-3 46 0 0,1 0 1 0 0,-2-1 0 0 0,10-17 0 0 0,-11 18-164 0 0,0 0 0 0 0,1 1 0 0 0,11-14-1 0 0,-11 20-1319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8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2294 1376 0 0,'2'-38'2624'0'0,"2"-1"0"0"0,15-66 0 0 0,-10 64-2173 0 0,-1 0-1 0 0,1-46 1 0 0,-6-270 1584 0 0,-2 89-1630 0 0,-1 138 298 0 0,0 117-686 0 0,1-1-1 0 0,0 1 1 0 0,1-1-1 0 0,1 1 1 0 0,0 0-1 0 0,7-18 1 0 0,-4 20 184 0 0,-1 2-158 0 0,-1 0 0 0 0,0 0 0 0 0,0 0 0 0 0,4-20 0 0 0,19-108 1525 0 0,-23 83-1498 0 0,-2-82 0 0 0,0-21 12 0 0,4 87-36 0 0,4 0 0 0 0,25-91 0 0 0,-26 131 147 0 0,1 1-1 0 0,27-51 0 0 0,-28 56-192 0 0,-8 19 0 0 0,1 1 0 0 0,-1-1 0 0 0,1 0 0 0 0,0 1 0 0 0,1-1 0 0 0,-1 1 0 0 0,1 0 0 0 0,-1 0 0 0 0,1 0 0 0 0,4-4 0 0 0,-6 8-1 0 0,0 0 1 0 0,-1 0-1 0 0,1 0 1 0 0,0 0-1 0 0,0 0 1 0 0,-1 0-1 0 0,1 0 1 0 0,0 0 0 0 0,0 0-1 0 0,-1 0 1 0 0,1 0-1 0 0,0 1 1 0 0,-1-1-1 0 0,1 0 1 0 0,0 1-1 0 0,-1-1 1 0 0,1 0-1 0 0,0 1 1 0 0,-1-1 0 0 0,1 1-1 0 0,-1-1 1 0 0,1 1-1 0 0,-1-1 1 0 0,1 1-1 0 0,-1-1 1 0 0,1 1-1 0 0,-1-1 1 0 0,0 1 0 0 0,1 0-1 0 0,-1-1 1 0 0,0 1-1 0 0,1 0 1 0 0,-1-1-1 0 0,0 1 1 0 0,1 1-1 0 0,10 26-141 0 0,2 23 57 0 0,-11-38 33 0 0,1 1 1 0 0,1-1-1 0 0,0 0 0 0 0,0 0 1 0 0,2-1-1 0 0,0 1 0 0 0,0-1 1 0 0,1 0-1 0 0,9 12 0 0 0,-15-23 36 0 0,0 0 0 0 0,-1 0 0 0 0,1 0 0 0 0,0 0 0 0 0,0 0 0 0 0,0 0 0 0 0,0 0 0 0 0,-1 0 0 0 0,1 0 0 0 0,0 0 0 0 0,1-1 0 0 0,-1 1 0 0 0,0 0 0 0 0,0-1 0 0 0,0 1 0 0 0,0-1 0 0 0,0 0 0 0 0,1 1 0 0 0,-1-1 0 0 0,0 0 0 0 0,0 0 0 0 0,1 1 0 0 0,-1-1 0 0 0,0 0 0 0 0,2 0 0 0 0,-1-1-51 0 0,-1 0-1 0 0,1-1 0 0 0,-1 1 1 0 0,1 0-1 0 0,-1 0 0 0 0,0-1 1 0 0,1 1-1 0 0,-1-1 1 0 0,0 1-1 0 0,0-1 0 0 0,0 1 1 0 0,0-1-1 0 0,0 0 0 0 0,0 1 1 0 0,0-1-1 0 0,-1 0 0 0 0,1-2 1 0 0,0 2-30 0 0,16-35-909 0 0,-17 35 984 0 0,1 1-1 0 0,-1 0 1 0 0,1-1-1 0 0,0 1 1 0 0,-1 0-1 0 0,1-1 1 0 0,0 1-1 0 0,0 0 1 0 0,0 0-1 0 0,0 0 1 0 0,0 0-1 0 0,0 0 1 0 0,0 0-1 0 0,0 0 1 0 0,1 0-1 0 0,-1 1 1 0 0,0-1-1 0 0,0 0 0 0 0,1 1 1 0 0,-1-1-1 0 0,1 1 1 0 0,1-1-1 0 0,-2 1 37 0 0,0 1-1 0 0,1-1 1 0 0,-1 1-1 0 0,0 0 0 0 0,0 0 1 0 0,0-1-1 0 0,0 1 1 0 0,0 0-1 0 0,-1 0 0 0 0,1 0 1 0 0,0 0-1 0 0,0 0 1 0 0,0 0-1 0 0,-1 0 0 0 0,1 0 1 0 0,-1 0-1 0 0,1 0 0 0 0,-1 1 1 0 0,1 1-1 0 0,9 31 576 0 0,-5-19-368 0 0,-3-8-167 0 0,0-1 0 0 0,1 1 0 0 0,0-1 0 0 0,0 0 0 0 0,1 0 1 0 0,0 0-1 0 0,5 6 0 0 0,-8-11-87 0 0,0 0-1 0 0,0 0 1 0 0,0 0 0 0 0,1 1 0 0 0,-1-1 0 0 0,0-1 0 0 0,1 1-1 0 0,-1 0 1 0 0,1 0 0 0 0,-1 0 0 0 0,1-1 0 0 0,-1 1 0 0 0,1-1-1 0 0,0 1 1 0 0,-1-1 0 0 0,1 0 0 0 0,0 1 0 0 0,-1-1 0 0 0,1 0-1 0 0,0 0 1 0 0,-1 0 0 0 0,1-1 0 0 0,0 1 0 0 0,-1 0 0 0 0,1-1-1 0 0,0 1 1 0 0,-1 0 0 0 0,1-1 0 0 0,-1 0 0 0 0,1 1-1 0 0,-1-1 1 0 0,1 0 0 0 0,-1 0 0 0 0,2-1 0 0 0,5-4-79 0 0,-2 0 0 0 0,1-1 0 0 0,-1 0 0 0 0,0 0 0 0 0,0 0 0 0 0,9-16 0 0 0,-11 16 29 0 0,1-1 0 0 0,0 1 0 0 0,1 1 0 0 0,-1-1 0 0 0,1 1 0 0 0,0-1 0 0 0,11-7-1 0 0,-16 13 94 0 0,0 1 0 0 0,0-1 0 0 0,0 0 0 0 0,0 1 0 0 0,0-1 0 0 0,0 1 0 0 0,1-1 0 0 0,-1 1 0 0 0,0 0 0 0 0,0-1-1 0 0,0 1 1 0 0,0 0 0 0 0,0 0 0 0 0,1 0 0 0 0,-1 0 0 0 0,0 0 0 0 0,0 0 0 0 0,0 0 0 0 0,0 0 0 0 0,1 0-1 0 0,-1 0 1 0 0,0 1 0 0 0,0-1 0 0 0,0 0 0 0 0,0 1 0 0 0,0-1 0 0 0,0 1 0 0 0,0 0 0 0 0,0-1 0 0 0,0 1 0 0 0,0 0-1 0 0,0-1 1 0 0,0 1 0 0 0,0 0 0 0 0,-1 0 0 0 0,1 0 0 0 0,1 1 0 0 0,2 5 123 0 0,0 0 1 0 0,-1 0 0 0 0,1 0-1 0 0,3 16 1 0 0,9 14 146 0 0,-15-36-336 0 0,0 1-1 0 0,0-1 1 0 0,0 0 0 0 0,0 1-1 0 0,1-1 1 0 0,-1 0 0 0 0,0 0 0 0 0,1 1-1 0 0,-1-1 1 0 0,1 0 0 0 0,0-1 0 0 0,-1 1-1 0 0,1 0 1 0 0,0 0 0 0 0,-1-1 0 0 0,1 1-1 0 0,0-1 1 0 0,0 0 0 0 0,0 1 0 0 0,-1-1-1 0 0,1 0 1 0 0,0 0 0 0 0,0 0 0 0 0,0 0-1 0 0,-1 0 1 0 0,1-1 0 0 0,0 1 0 0 0,0 0-1 0 0,0-1 1 0 0,2 0 0 0 0,4-3-901 0 0,-1 1 0 0 0,1-1 0 0 0,0-1 0 0 0,12-9 0 0 0,-19 13 892 0 0,6-4-803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9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44 456 0 0,'1'2'0'0'0,"-1"-1"57"0"0,0 0-7 0 0,0-1-1 0 0,0 1 0 0 0,1 0 0 0 0,-1 0 0 0 0,0 0 0 0 0,0 0 0 0 0,1 0 1 0 0,-1 0-1 0 0,1-1 0 0 0,-1 1 0 0 0,1 0 0 0 0,-1 0 0 0 0,1 0 1 0 0,-1-1-1 0 0,1 1 0 0 0,-1 0 0 0 0,1-1 0 0 0,0 1 0 0 0,0-1 0 0 0,-1 1 1 0 0,1-1-1 0 0,0 1 0 0 0,0-1 0 0 0,0 1 0 0 0,-1-1 0 0 0,1 0 0 0 0,0 1 1 0 0,0-1-1 0 0,0 0 0 0 0,0 0 0 0 0,0 0 0 0 0,0 0 0 0 0,0 0 1 0 0,0 0-1 0 0,0 0 0 0 0,-1 0 0 0 0,1 0 0 0 0,0 0 0 0 0,0 0 0 0 0,0 0 1 0 0,0-1-1 0 0,0 1 0 0 0,0 0 0 0 0,-1-1 0 0 0,1 1 0 0 0,0-1 0 0 0,1 0 1 0 0,0-2 301 0 0,1 0 0 0 0,-1-1 1 0 0,1 1-1 0 0,-1-1 1 0 0,0 1-1 0 0,2-7 0 0 0,-3 7 26 0 0,0 0 0 0 0,0 1-1 0 0,0-1 1 0 0,1 1 0 0 0,-1-1-1 0 0,1 1 1 0 0,-1 0 0 0 0,1 0-1 0 0,2-3 1 0 0,-3 5-237 0 0,1-1-1 0 0,-1 0 1 0 0,0 1-1 0 0,1-1 0 0 0,-1 1 1 0 0,1-1-1 0 0,-1 1 1 0 0,0 0-1 0 0,1 0 1 0 0,-1-1-1 0 0,1 1 1 0 0,-1 0-1 0 0,1 0 1 0 0,-1 1-1 0 0,1-1 0 0 0,-1 0 1 0 0,0 0-1 0 0,1 1 1 0 0,-1-1-1 0 0,1 1 1 0 0,-1-1-1 0 0,3 2 1 0 0,3 2 156 0 0,0 0 0 0 0,0 1 0 0 0,-1 0 1 0 0,1 0-1 0 0,-1 0 0 0 0,0 1 1 0 0,-1 0-1 0 0,1 0 0 0 0,7 12 0 0 0,1-1-274 0 0,-10-10 144 0 0,0 1-1 0 0,0 0 1 0 0,-1 0-1 0 0,0 0 1 0 0,0 0-1 0 0,2 12 1 0 0,2 5 312 0 0,-1-4-158 0 0,-1 1 0 0 0,3 34 0 0 0,1 6-116 0 0,0-15-204 0 0,20 108 0 0 0,-21-110 0 0 0,18 56 0 0 0,4 21 0 0 0,-26-86-186 0 0,-2 0-1 0 0,-1 0 1 0 0,-2 0 0 0 0,-2 0-1 0 0,-8 44 1 0 0,-3 56 53 0 0,13-65-141 0 0,16 118-1 0 0,-1-38 571 0 0,-14-61-301 0 0,-1-62 120 0 0,1 0 0 0 0,1 0 0 0 0,8 47 1 0 0,-4-60 102 0 0,0 0 0 0 0,11 23 0 0 0,-10-26-144 0 0,-1 0 0 0 0,0 0 0 0 0,-1 1 0 0 0,4 20 0 0 0,-6-26-358 0 0,0 0 1 0 0,1 1-1 0 0,-1-1 0 0 0,2-1 1 0 0,-1 1-1 0 0,9 12 0 0 0,8 18-2108 0 0,-12-20 1449 0 0,-3-8 471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26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3 227 6449 0 0,'-2'-20'189'0'0,"2"16"74"0"0,-1 1-1 0 0,1 0 0 0 0,0-1 1 0 0,0 1-1 0 0,0-1 0 0 0,1 1 1 0 0,-1 0-1 0 0,2-5 0 0 0,8-20 511 0 0,0 0 0 0 0,2 0 0 0 0,25-41 0 0 0,-37 67-752 0 0,1 1 1 0 0,0 0-1 0 0,-1 0 1 0 0,1 0-1 0 0,-1 0 1 0 0,1 0 0 0 0,0 0-1 0 0,0 0 1 0 0,0 0-1 0 0,0 0 1 0 0,0 0-1 0 0,0 0 1 0 0,0 1-1 0 0,0-1 1 0 0,0 0 0 0 0,0 1-1 0 0,0-1 1 0 0,0 1-1 0 0,0-1 1 0 0,1 1-1 0 0,0-1 1 0 0,-1 1-7 0 0,0 1 0 0 0,0-1-1 0 0,0 0 1 0 0,0 1 0 0 0,0-1 0 0 0,0 1 0 0 0,-1-1-1 0 0,1 1 1 0 0,0-1 0 0 0,0 1 0 0 0,-1-1 0 0 0,1 1-1 0 0,0 0 1 0 0,-1-1 0 0 0,1 1 0 0 0,-1 0 0 0 0,1 0-1 0 0,-1 0 1 0 0,1-1 0 0 0,-1 1 0 0 0,1 1 0 0 0,4 9 90 0 0,-2 0 0 0 0,1 0 0 0 0,2 18 0 0 0,-4-19-20 0 0,40 234 735 0 0,-42-242-803 0 0,0 0 0 0 0,1 0-1 0 0,-1 0 1 0 0,0-1 0 0 0,1 1 0 0 0,0 0-1 0 0,-1 0 1 0 0,1-1 0 0 0,0 1-1 0 0,0-1 1 0 0,0 1 0 0 0,0 0-1 0 0,0-1 1 0 0,0 0 0 0 0,0 1 0 0 0,1-1-1 0 0,-1 0 1 0 0,0 1 0 0 0,1-1-1 0 0,-1 0 1 0 0,4 1 0 0 0,-4-2 13 0 0,0 0 1 0 0,1 0-1 0 0,-1 0 1 0 0,0 0-1 0 0,1-1 1 0 0,-1 1-1 0 0,0-1 0 0 0,1 1 1 0 0,-1-1-1 0 0,0 1 1 0 0,0-1-1 0 0,1 0 1 0 0,-1 1-1 0 0,0-1 1 0 0,0 0-1 0 0,0 0 1 0 0,0 0-1 0 0,0 0 1 0 0,0 0-1 0 0,0 0 1 0 0,0 0-1 0 0,-1 0 0 0 0,1 0 1 0 0,0-1-1 0 0,-1 1 1 0 0,1 0-1 0 0,0 0 1 0 0,0-3-1 0 0,10-21 171 0 0,-1 0 0 0 0,-1-1 0 0 0,6-32 0 0 0,-8 31-219 0 0,1-1-1 0 0,20-45 0 0 0,-28 73 17 0 0,0 0-1 0 0,0 0 1 0 0,0-1-1 0 0,0 1 1 0 0,0 0-1 0 0,0 0 1 0 0,0 0-1 0 0,0-1 1 0 0,0 1-1 0 0,0 0 1 0 0,0 0-1 0 0,0 0 1 0 0,1-1-1 0 0,-1 1 0 0 0,0 0 1 0 0,0 0-1 0 0,0 0 1 0 0,0 0-1 0 0,0-1 1 0 0,0 1-1 0 0,0 0 1 0 0,1 0-1 0 0,-1 0 1 0 0,0 0-1 0 0,0 0 1 0 0,0-1-1 0 0,1 1 1 0 0,-1 0-1 0 0,0 0 1 0 0,0 0-1 0 0,0 0 0 0 0,0 0 1 0 0,1 0-1 0 0,-1 0 1 0 0,0 0-1 0 0,0 0 1 0 0,1 0-1 0 0,-1 0 1 0 0,0 0-1 0 0,0 0 1 0 0,0 0-1 0 0,1 0 1 0 0,-1 0-1 0 0,0 0 1 0 0,0 0-1 0 0,0 0 0 0 0,1 0 1 0 0,2 13 22 0 0,-1 22 173 0 0,-2-34-182 0 0,-1 33 77 0 0,0-19 2 0 0,1 1 1 0 0,0-1 0 0 0,4 26 0 0 0,-4-41-84 0 0,0 0 0 0 0,0 1 0 0 0,0-1 0 0 0,0 0 0 0 0,0 1 1 0 0,0-1-1 0 0,0 0 0 0 0,0 1 0 0 0,0-1 0 0 0,1 0 0 0 0,-1 1 0 0 0,0-1 0 0 0,0 0 0 0 0,0 0 1 0 0,0 1-1 0 0,0-1 0 0 0,0 0 0 0 0,1 1 0 0 0,-1-1 0 0 0,0 0 0 0 0,0 0 0 0 0,0 1 0 0 0,1-1 1 0 0,-1 0-1 0 0,0 0 0 0 0,0 0 0 0 0,1 1 0 0 0,-1-1 0 0 0,0 0 0 0 0,1 0 0 0 0,-1 0 0 0 0,0 0 1 0 0,0 0-1 0 0,1 0 0 0 0,-1 1 0 0 0,0-1 0 0 0,1 0 0 0 0,-1 0 0 0 0,0 0 0 0 0,1 0 0 0 0,-1 0 1 0 0,0 0-1 0 0,1 0 0 0 0,-1 0 0 0 0,0 0 0 0 0,1-1 0 0 0,13-14 179 0 0,7-24-209 0 0,-4-20-378 0 0,-13 43 241 0 0,0 0-1 0 0,14-30 1 0 0,-18 45 159 0 0,0 1 1 0 0,0 0 0 0 0,0-1 0 0 0,0 1-1 0 0,0 0 1 0 0,0-1 0 0 0,0 1 0 0 0,1 0-1 0 0,-1 0 1 0 0,0-1 0 0 0,0 1 0 0 0,0 0-1 0 0,0-1 1 0 0,1 1 0 0 0,-1 0 0 0 0,0 0 0 0 0,0 0-1 0 0,1-1 1 0 0,-1 1 0 0 0,0 0 0 0 0,0 0-1 0 0,1 0 1 0 0,-1 0 0 0 0,0-1 0 0 0,1 1-1 0 0,-1 0 1 0 0,0 0 0 0 0,0 0 0 0 0,1 0 0 0 0,-1 0-1 0 0,0 0 1 0 0,1 0 0 0 0,-1 0 0 0 0,0 0-1 0 0,1 0 1 0 0,-1 0 0 0 0,0 0 0 0 0,1 0-1 0 0,-1 0 1 0 0,0 0 0 0 0,1 0 0 0 0,-1 0 0 0 0,0 1-1 0 0,10 14-3 0 0,2 24 25 0 0,-2 8 196 0 0,-8-30-119 0 0,1 0 0 0 0,1-1 0 0 0,1 1 1 0 0,0-1-1 0 0,13 26 0 0 0,-18-41-87 0 0,1 0 1 0 0,-1-1-1 0 0,0 1 0 0 0,0-1 1 0 0,1 1-1 0 0,-1-1 1 0 0,1 0-1 0 0,-1 1 1 0 0,0-1-1 0 0,1 1 0 0 0,-1-1 1 0 0,1 0-1 0 0,-1 1 1 0 0,1-1-1 0 0,-1 0 1 0 0,1 1-1 0 0,-1-1 0 0 0,1 0 1 0 0,-1 0-1 0 0,1 1 1 0 0,-1-1-1 0 0,1 0 1 0 0,0 0-1 0 0,-1 0 0 0 0,1 0 1 0 0,-1 0-1 0 0,1 0 1 0 0,-1 0-1 0 0,1 0 1 0 0,0 0-1 0 0,-1 0 0 0 0,1 0 1 0 0,-1 0-1 0 0,1-1 1 0 0,-1 1-1 0 0,1 0 1 0 0,0 0-1 0 0,-1 0 0 0 0,1-1 1 0 0,-1 1-1 0 0,1 0 1 0 0,-1-1-1 0 0,0 1 1 0 0,1 0-1 0 0,-1-1 0 0 0,1 1 1 0 0,-1-1-1 0 0,1 1 1 0 0,-1-1-1 0 0,0 1 1 0 0,0-1-1 0 0,1 1 0 0 0,-1-1 1 0 0,0 1-1 0 0,0-1 1 0 0,1 1-1 0 0,-1-2 1 0 0,21-41 666 0 0,-16 30-555 0 0,-3 11-106 0 0,13-23 77 0 0,-14 25-95 0 0,-1 0 0 0 0,0 0 0 0 0,0 0 0 0 0,1 0 0 0 0,-1-1 1 0 0,0 1-1 0 0,0 0 0 0 0,1 0 0 0 0,-1 0 0 0 0,0 0 0 0 0,0 0 1 0 0,1 0-1 0 0,-1 0 0 0 0,0 0 0 0 0,0 0 0 0 0,1 0 0 0 0,-1 0 1 0 0,0 0-1 0 0,1 0 0 0 0,-1 0 0 0 0,0 0 0 0 0,0 0 0 0 0,1 1 1 0 0,-1-1-1 0 0,0 0 0 0 0,0 0 0 0 0,1 0 0 0 0,-1 0 1 0 0,0 0-1 0 0,0 1 0 0 0,1-1 0 0 0,7 16-64 0 0,-3 0 27 0 0,-1 0 0 0 0,2 27 1 0 0,-5-32 21 0 0,0 0-1 0 0,1 0 1 0 0,0 0 0 0 0,1 0 0 0 0,0-1 0 0 0,1 1-1 0 0,0-1 1 0 0,7 14 0 0 0,-10-24 20 0 0,-1 1-1 0 0,0 0 1 0 0,1 0 0 0 0,0 0-1 0 0,-1-1 1 0 0,1 1 0 0 0,-1 0-1 0 0,1-1 1 0 0,0 1 0 0 0,0 0-1 0 0,-1-1 1 0 0,1 1 0 0 0,0-1-1 0 0,0 1 1 0 0,0-1 0 0 0,-1 0-1 0 0,1 1 1 0 0,0-1 0 0 0,0 0-1 0 0,0 1 1 0 0,0-1-1 0 0,0 0 1 0 0,0 0 0 0 0,0 0-1 0 0,0 0 1 0 0,0 0 0 0 0,1 0-1 0 0,0-1 15 0 0,0 0 0 0 0,0 0 0 0 0,-1 1 0 0 0,1-1 0 0 0,0-1 0 0 0,0 1 0 0 0,-1 0 0 0 0,1 0 0 0 0,-1-1 0 0 0,1 1 0 0 0,-1 0 0 0 0,2-3 0 0 0,3-5 86 0 0,0 0 0 0 0,0 0 0 0 0,7-17 0 0 0,4-19 248 0 0,-13 32-200 0 0,1 0 0 0 0,0 1 0 0 0,13-23 0 0 0,-18 35-150 0 0,0 0 0 0 0,0 0-1 0 0,1 0 1 0 0,-1-1-1 0 0,0 1 1 0 0,0 0 0 0 0,0 0-1 0 0,0 0 1 0 0,0 0 0 0 0,1-1-1 0 0,-1 1 1 0 0,0 0 0 0 0,0 0-1 0 0,0 0 1 0 0,0 0-1 0 0,1 0 1 0 0,-1 0 0 0 0,0 0-1 0 0,0-1 1 0 0,0 1 0 0 0,1 0-1 0 0,-1 0 1 0 0,0 0 0 0 0,0 0-1 0 0,0 0 1 0 0,1 0-1 0 0,-1 0 1 0 0,0 0 0 0 0,0 0-1 0 0,1 0 1 0 0,-1 0 0 0 0,0 0-1 0 0,0 0 1 0 0,0 1 0 0 0,1-1-1 0 0,-1 0 1 0 0,0 0 0 0 0,0 0-1 0 0,0 0 1 0 0,0 0-1 0 0,1 0 1 0 0,-1 1 0 0 0,8 10 154 0 0,1 13 87 0 0,3 35-120 0 0,-11-48-93 0 0,1 0 0 0 0,0 0 1 0 0,0 0-1 0 0,6 13 0 0 0,-7-22-31 0 0,0 0 0 0 0,0 0-1 0 0,0 0 1 0 0,0-1 0 0 0,0 1-1 0 0,1 0 1 0 0,-1-1 0 0 0,1 1-1 0 0,-1-1 1 0 0,1 1 0 0 0,3 2-1 0 0,7 1-5804 0 0,-4-4-662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4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0 230 3681 0 0,'90'-152'2327'0'0,"-81"137"-1718"0"0,-9 15-544 0 0,1-1 1 0 0,-1 0-1 0 0,0 1 0 0 0,1-1 0 0 0,-1 1 0 0 0,0-1 0 0 0,1 1 0 0 0,-1-1 0 0 0,1 1 0 0 0,-1-1 0 0 0,1 1 0 0 0,-1-1 0 0 0,1 1 0 0 0,-1-1 1 0 0,1 1-1 0 0,-1 0 0 0 0,1-1 0 0 0,0 1 0 0 0,-1 0 0 0 0,1 0 0 0 0,-1-1 0 0 0,1 1 0 0 0,0 0 0 0 0,-1 0 0 0 0,1 0 0 0 0,0 0 0 0 0,-1 0 0 0 0,1 0 1 0 0,0 0-1 0 0,-1 0 0 0 0,1 0 0 0 0,0 0 0 0 0,0 1 0 0 0,1 0 11 0 0,0 0 0 0 0,-1 0 0 0 0,1 0 1 0 0,-1 1-1 0 0,1-1 0 0 0,-1 0 0 0 0,0 1 0 0 0,1-1 0 0 0,-1 1 1 0 0,0 0-1 0 0,1 2 0 0 0,20 48 528 0 0,-13-8-253 0 0,-9-37-340 0 0,1 0 0 0 0,0-1 0 0 0,1 1 0 0 0,-1 0 1 0 0,1 0-1 0 0,1-1 0 0 0,-1 1 0 0 0,1-1 0 0 0,7 12 0 0 0,-10-17 4 0 0,1-1-1 0 0,-1 1 1 0 0,1-1-1 0 0,-1 1 1 0 0,1-1-1 0 0,-1 1 1 0 0,1-1 0 0 0,0 1-1 0 0,-1-1 1 0 0,1 1-1 0 0,-1-1 1 0 0,1 0-1 0 0,0 0 1 0 0,-1 1-1 0 0,1-1 1 0 0,0 0-1 0 0,0 0 1 0 0,-1 0-1 0 0,1 0 1 0 0,0 1-1 0 0,-1-1 1 0 0,1 0-1 0 0,0 0 1 0 0,0-1-1 0 0,-1 1 1 0 0,1 0 0 0 0,0 0-1 0 0,0 0 1 0 0,-1 0-1 0 0,1-1 1 0 0,0 1-1 0 0,-1 0 1 0 0,1-1-1 0 0,0 1 1 0 0,-1 0-1 0 0,1-1 1 0 0,-1 1-1 0 0,1-1 1 0 0,-1 1-1 0 0,1-1 1 0 0,-1 1-1 0 0,1-1 1 0 0,-1 1-1 0 0,1-1 1 0 0,-1 0 0 0 0,0 1-1 0 0,1-1 1 0 0,-1 1-1 0 0,0-1 1 0 0,1 0-1 0 0,-1 0 1 0 0,0 1-1 0 0,0-2 1 0 0,17-43 1125 0 0,-16 39-1120 0 0,1 0 94 0 0,-2 5-107 0 0,0-1 1 0 0,1 0-1 0 0,-1 0 0 0 0,1 0 0 0 0,0 0 0 0 0,-1 0 0 0 0,1 0 1 0 0,0 0-1 0 0,0 1 0 0 0,0-1 0 0 0,0 0 0 0 0,0 1 1 0 0,1-1-1 0 0,-1 1 0 0 0,3-3 0 0 0,-2 5-61 0 0,-1 0 0 0 0,1 1-1 0 0,-1-1 1 0 0,0 0 0 0 0,1 1 0 0 0,-1-1-1 0 0,0 1 1 0 0,0 0 0 0 0,0-1 0 0 0,0 1-1 0 0,0 0 1 0 0,-1 0 0 0 0,1-1 0 0 0,0 4-1 0 0,1-1-72 0 0,7 19-167 0 0,-8-19 237 0 0,0 0 0 0 0,1 0 1 0 0,-1 0-1 0 0,1 0 0 0 0,0 0 1 0 0,0 0-1 0 0,0 0 0 0 0,0-1 1 0 0,0 1-1 0 0,1-1 1 0 0,0 0-1 0 0,0 1 0 0 0,0-1 1 0 0,0-1-1 0 0,4 4 0 0 0,-6-6 77 0 0,0 0 1 0 0,1 0-1 0 0,-1 0 0 0 0,0 0 0 0 0,0 0 0 0 0,1 0 0 0 0,-1 0 1 0 0,0-1-1 0 0,0 1 0 0 0,1 0 0 0 0,-1-1 0 0 0,0 1 0 0 0,0-1 1 0 0,0 0-1 0 0,1 1 0 0 0,-1-1 0 0 0,0 0 0 0 0,0 1 0 0 0,0-1 1 0 0,0 0-1 0 0,-1 0 0 0 0,1 0 0 0 0,0 0 0 0 0,0 0 0 0 0,0 0 0 0 0,-1 0 1 0 0,1 0-1 0 0,0 0 0 0 0,-1-1 0 0 0,1 1 0 0 0,0-2 0 0 0,16-40 692 0 0,-12 21-548 0 0,-3 14-36 0 0,0-1 0 0 0,0 2 0 0 0,1-1 0 0 0,6-14 0 0 0,-9 21-110 0 0,0 1 0 0 0,0 0 0 0 0,1 0 0 0 0,-1 0 0 0 0,0 0 0 0 0,0 0 0 0 0,0-1 0 0 0,0 1 0 0 0,0 0 0 0 0,0 0 0 0 0,0 0 0 0 0,1 0 0 0 0,-1 0 0 0 0,0 0 0 0 0,0-1 0 0 0,0 1-1 0 0,0 0 1 0 0,0 0 0 0 0,1 0 0 0 0,-1 0 0 0 0,0 0 0 0 0,0 0 0 0 0,0 0 0 0 0,0 0 0 0 0,1 0 0 0 0,-1 0 0 0 0,0 0 0 0 0,0 0 0 0 0,0 0 0 0 0,0 0 0 0 0,1 0 0 0 0,-1 0 0 0 0,0 0 0 0 0,0 0 0 0 0,0 0 0 0 0,0 0 0 0 0,1 0 0 0 0,-1 0 0 0 0,0 0 0 0 0,0 1 0 0 0,0-1 0 0 0,0 0 0 0 0,0 0 0 0 0,1 0 0 0 0,6 10 354 0 0,5 18-323 0 0,-11-25-68 0 0,-1-1 18 0 0,1-1 1 0 0,-1 0-1 0 0,0 0 1 0 0,1 0-1 0 0,-1 1 1 0 0,1-1-1 0 0,0 0 1 0 0,-1 0-1 0 0,1 0 1 0 0,0 0-1 0 0,-1 0 1 0 0,1 0-1 0 0,0 0 1 0 0,0 0-1 0 0,0 0 1 0 0,0 0-1 0 0,0-1 1 0 0,0 1-1 0 0,0 0 1 0 0,0-1-1 0 0,0 1 1 0 0,1 0-1 0 0,-1-1 1 0 0,0 1-1 0 0,0-1 0 0 0,0 0 1 0 0,1 0-1 0 0,-1 1 1 0 0,0-1-1 0 0,0 0 1 0 0,3 0-1 0 0,-1-1 5 0 0,-1 0 0 0 0,0 0 0 0 0,1 0 0 0 0,-1-1 0 0 0,0 1 0 0 0,0-1 0 0 0,0 0 0 0 0,0 1 0 0 0,0-1 0 0 0,0 0 0 0 0,0 0 0 0 0,-1 0 0 0 0,1 0-1 0 0,2-5 1 0 0,27-50 222 0 0,-22 40-122 0 0,0-1 1 0 0,15-20-1 0 0,-23 37-96 0 0,-1 1 0 0 0,1-1 0 0 0,-1 0 0 0 0,1 1 0 0 0,-1-1-1 0 0,1 0 1 0 0,0 1 0 0 0,-1-1 0 0 0,1 1 0 0 0,0-1 0 0 0,-1 1 0 0 0,1-1-1 0 0,0 1 1 0 0,0-1 0 0 0,-1 1 0 0 0,1 0 0 0 0,0-1 0 0 0,0 1 0 0 0,0 0 0 0 0,0 0-1 0 0,-1 0 1 0 0,1 0 0 0 0,0 0 0 0 0,0 0 0 0 0,0 0 0 0 0,0 0 0 0 0,1 0 0 0 0,0 1 31 0 0,0 0 0 0 0,-1 0 1 0 0,1 0-1 0 0,-1 0 0 0 0,1 0 1 0 0,-1 0-1 0 0,1 0 0 0 0,-1 1 1 0 0,0-1-1 0 0,0 0 1 0 0,0 1-1 0 0,2 2 0 0 0,4 8 295 0 0,-1 0-1 0 0,9 26 0 0 0,-12-30-256 0 0,2 5 15 0 0,-4-8-72 0 0,1 0-1 0 0,0 0 1 0 0,0 1 0 0 0,1-2 0 0 0,0 1-1 0 0,4 6 1 0 0,-7-10-21 0 0,1-1 0 0 0,-1 1 1 0 0,1-1-1 0 0,-1 1 0 0 0,1-1 0 0 0,0 1 0 0 0,-1-1 1 0 0,1 1-1 0 0,0-1 0 0 0,-1 0 0 0 0,1 1 0 0 0,0-1 0 0 0,0 0 1 0 0,-1 0-1 0 0,1 1 0 0 0,0-1 0 0 0,0 0 0 0 0,-1 0 1 0 0,1 0-1 0 0,1 0 0 0 0,0-1-3 0 0,-1 1-1 0 0,1-1 1 0 0,-1 1 0 0 0,0-1 0 0 0,1 0-1 0 0,-1 1 1 0 0,1-1 0 0 0,-1 0 0 0 0,0 0-1 0 0,0 0 1 0 0,0 0 0 0 0,1 0-1 0 0,-1 0 1 0 0,1-2 0 0 0,2-3-65 0 0,1 0 0 0 0,-1 0 1 0 0,0 0-1 0 0,5-13 0 0 0,2-4-321 0 0,-11 23 385 0 0,1 0 0 0 0,-1 0 0 0 0,0-1 0 0 0,1 1 0 0 0,-1 0-1 0 0,0 0 1 0 0,0-1 0 0 0,1 1 0 0 0,-1 0 0 0 0,0 0-1 0 0,1 0 1 0 0,-1 0 0 0 0,0-1 0 0 0,1 1 0 0 0,-1 0 0 0 0,0 0-1 0 0,1 0 1 0 0,-1 0 0 0 0,1 0 0 0 0,-1 0 0 0 0,0 0-1 0 0,1 0 1 0 0,-1 0 0 0 0,0 0 0 0 0,1 0 0 0 0,-1 0 0 0 0,0 0-1 0 0,1 1 1 0 0,-1-1 0 0 0,0 0 0 0 0,1 0 0 0 0,-1 0-1 0 0,0 0 1 0 0,1 1 0 0 0,-1-1 0 0 0,0 0 0 0 0,1 0 0 0 0,-1 1-1 0 0,0-1 1 0 0,0 0 0 0 0,1 0 0 0 0,-1 1 0 0 0,0-1-1 0 0,0 0 1 0 0,0 1 0 0 0,0-1 0 0 0,1 0 0 0 0,-1 1 0 0 0,0-1-1 0 0,0 0 1 0 0,0 1 0 0 0,0 0 0 0 0,14 23-115 0 0,-13-20 82 0 0,13 27-53 0 0,-12-25 130 0 0,0 0 1 0 0,0 0-1 0 0,0 0 1 0 0,1 0 0 0 0,0-1-1 0 0,1 1 1 0 0,-1-1 0 0 0,1 0-1 0 0,0 0 1 0 0,4 5-1 0 0,-6-10-31 0 0,-1 1-1 0 0,1 0 1 0 0,-1-1-1 0 0,1 1 1 0 0,0-1-1 0 0,-1 1 1 0 0,1-1-1 0 0,0 0 0 0 0,-1 1 1 0 0,1-1-1 0 0,0 0 1 0 0,-1 0-1 0 0,1-1 1 0 0,0 1-1 0 0,-1 0 1 0 0,1 0-1 0 0,0-1 0 0 0,-1 1 1 0 0,1-1-1 0 0,-1 1 1 0 0,1-1-1 0 0,-1 0 1 0 0,1 0-1 0 0,-1 0 1 0 0,1 0-1 0 0,-1 0 0 0 0,0 0 1 0 0,1 0-1 0 0,-1 0 1 0 0,0 0-1 0 0,0 0 1 0 0,0-1-1 0 0,0 1 1 0 0,1-2-1 0 0,6-6 18 0 0,-1-1 0 0 0,-1 0 0 0 0,8-14 0 0 0,-13 23-20 0 0,21-45 102 0 0,-15 31 20 0 0,0 0-1 0 0,1 0 0 0 0,1 0 0 0 0,17-22 1 0 0,-25 37-109 0 0,-1-1 1 0 0,1 1 0 0 0,-1-1 0 0 0,1 1 0 0 0,-1-1 0 0 0,1 1-1 0 0,-1-1 1 0 0,1 1 0 0 0,0 0 0 0 0,-1-1 0 0 0,1 1-1 0 0,-1 0 1 0 0,1 0 0 0 0,0-1 0 0 0,-1 1 0 0 0,1 0 0 0 0,0 0-1 0 0,0 0 1 0 0,-1 0 0 0 0,1 0 0 0 0,0 0 0 0 0,-1 0-1 0 0,1 0 1 0 0,0 0 0 0 0,0 0 0 0 0,-1 0 0 0 0,2 1 0 0 0,16 14 387 0 0,9 33 232 0 0,-24-42-521 0 0,31 82 540 0 0,-28-67-586 0 0,2-1-1 0 0,0 0 1 0 0,1 0-1 0 0,1-1 1 0 0,13 19-1 0 0,-22-36-216 0 0,1 1-1 0 0,0-1 0 0 0,0 0 0 0 0,0 0 1 0 0,1 0-1 0 0,-1 0 0 0 0,1 0 1 0 0,-1 0-1 0 0,1 0 0 0 0,-1-1 1 0 0,6 3-1 0 0,4-2-6343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5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1 296 3225 0 0,'4'2'704'0'0,"0"-1"1"0"0,0 1-1 0 0,-1 1 0 0 0,1-1 1 0 0,0 0-1 0 0,-1 1 1 0 0,7 5-1 0 0,27 18 841 0 0,-21-18-1384 0 0,0 1 0 0 0,-1 1 0 0 0,0 0-1 0 0,-1 1 1 0 0,23 22 0 0 0,-21-18 17 0 0,1-1 0 0 0,0-1 0 0 0,26 16 1 0 0,-40-28-190 0 0,0 1 0 0 0,0 0 0 0 0,0-1 1 0 0,0 0-1 0 0,0 1 0 0 0,0-1 1 0 0,0-1-1 0 0,1 1 0 0 0,-1 0 1 0 0,0-1-1 0 0,1 0 0 0 0,-1 1 0 0 0,0-1 1 0 0,1-1-1 0 0,-1 1 0 0 0,0 0 1 0 0,1-1-1 0 0,-1 0 0 0 0,6-2 1 0 0,-5 1-24 0 0,0 0 0 0 0,0-1 0 0 0,0 0 0 0 0,-1 1 0 0 0,1-2 0 0 0,-1 1 0 0 0,0 0 0 0 0,0 0 0 0 0,0-1 0 0 0,-1 0 0 0 0,1 0 0 0 0,-1 1 0 0 0,2-6 0 0 0,5-12-114 0 0,-1-1 0 0 0,-1 0 0 0 0,0 0 0 0 0,4-36 0 0 0,-10 53 145 0 0,1-10 130 0 0,1 2 0 0 0,0-1-1 0 0,1 0 1 0 0,1 1 0 0 0,0-1-1 0 0,1 1 1 0 0,0 1 0 0 0,1-1 0 0 0,0 1-1 0 0,1 0 1 0 0,16-17 0 0 0,-24 28-119 0 0,1 1 1 0 0,0-1-1 0 0,0 0 0 0 0,0 1 1 0 0,0-1-1 0 0,-1 1 1 0 0,1-1-1 0 0,0 1 1 0 0,0 0-1 0 0,0-1 1 0 0,0 1-1 0 0,0 0 1 0 0,0 0-1 0 0,0 0 1 0 0,0-1-1 0 0,0 1 1 0 0,0 0-1 0 0,0 0 1 0 0,0 0-1 0 0,0 1 0 0 0,0-1 1 0 0,0 0-1 0 0,0 0 1 0 0,0 0-1 0 0,0 1 1 0 0,0-1-1 0 0,0 1 1 0 0,0-1-1 0 0,0 1 1 0 0,0-1-1 0 0,0 1 1 0 0,-1-1-1 0 0,1 1 1 0 0,0 0-1 0 0,0-1 1 0 0,-1 1-1 0 0,1 0 0 0 0,0 0 1 0 0,-1-1-1 0 0,1 1 1 0 0,0 2-1 0 0,6 6 126 0 0,-1 1-1 0 0,0-1 1 0 0,6 13-1 0 0,-1-1 335 0 0,-9-18-344 0 0,0 1-1 0 0,1-1 0 0 0,0 0 1 0 0,0 0-1 0 0,0 0 1 0 0,0 0-1 0 0,0-1 0 0 0,0 1 1 0 0,1-1-1 0 0,-1 1 1 0 0,8 2-1 0 0,-10-4-108 0 0,1-1 0 0 0,-1 0 0 0 0,1 0-1 0 0,-1 0 1 0 0,1 1 0 0 0,-1-1 0 0 0,1-1 0 0 0,-1 1 0 0 0,1 0 0 0 0,-1 0 0 0 0,1 0-1 0 0,-1-1 1 0 0,1 1 0 0 0,-1-1 0 0 0,0 1 0 0 0,1-1 0 0 0,-1 0 0 0 0,0 1 0 0 0,1-1 0 0 0,-1 0-1 0 0,0 0 1 0 0,0 0 0 0 0,0 0 0 0 0,0 0 0 0 0,0 0 0 0 0,0 0 0 0 0,0-1 0 0 0,0 1-1 0 0,0 0 1 0 0,0 0 0 0 0,0-1 0 0 0,-1 1 0 0 0,1 0 0 0 0,-1-1 0 0 0,1-1 0 0 0,9-20-127 0 0,-2-1 1 0 0,7-29-1 0 0,-9 30-93 0 0,1 0 0 0 0,16-36 0 0 0,-22 58 233 0 0,-1 0 1 0 0,0 0-1 0 0,0 1 0 0 0,0-1 1 0 0,0 0-1 0 0,1 1 0 0 0,-1-1 0 0 0,0 0 1 0 0,1 1-1 0 0,-1-1 0 0 0,1 1 1 0 0,-1-1-1 0 0,0 0 0 0 0,1 1 1 0 0,-1-1-1 0 0,1 1 0 0 0,-1-1 0 0 0,1 1 1 0 0,0 0-1 0 0,-1-1 0 0 0,1 1 1 0 0,-1 0-1 0 0,1-1 0 0 0,0 1 0 0 0,-1 0 1 0 0,1-1-1 0 0,0 1 0 0 0,0 0 1 0 0,-1 0-1 0 0,1 0 0 0 0,0 0 1 0 0,-1 0-1 0 0,1 0 0 0 0,0 0 0 0 0,0 0 1 0 0,-1 0-1 0 0,1 0 0 0 0,0 0 1 0 0,-1 0-1 0 0,1 1 0 0 0,0-1 0 0 0,-1 0 1 0 0,1 0-1 0 0,0 1 0 0 0,-1-1 1 0 0,1 0-1 0 0,0 1 0 0 0,-1-1 1 0 0,1 1-1 0 0,-1-1 0 0 0,1 1 0 0 0,-1-1 1 0 0,1 1-1 0 0,-1-1 0 0 0,1 1 1 0 0,-1 0-1 0 0,0-1 0 0 0,1 2 0 0 0,4 6 510 0 0,0 0-1 0 0,0 0 0 0 0,6 16 0 0 0,-6-12-391 0 0,-1-4-118 0 0,4 8 270 0 0,0 0 0 0 0,1-1 0 0 0,19 25 0 0 0,-26-37-373 0 0,1 0 0 0 0,0 0 0 0 0,0 0 0 0 0,-1 0 0 0 0,2-1 0 0 0,-1 1 0 0 0,0-1 0 0 0,0 0 0 0 0,1 0 0 0 0,-1 0-1 0 0,1 0 1 0 0,0-1 0 0 0,0 0 0 0 0,-1 1 0 0 0,1-1 0 0 0,0 0 0 0 0,0-1 0 0 0,0 1 0 0 0,0-1 0 0 0,0 0 0 0 0,0 0 0 0 0,6 0 0 0 0,6-5-6416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6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34 228 6913 0 0,'-3'-2'26'0'0,"1"0"0"0"0,0 0 0 0 0,0 0 0 0 0,0 0 0 0 0,0-1 0 0 0,0 1 0 0 0,1-1 0 0 0,-1 0 0 0 0,1 1 0 0 0,0-1 0 0 0,-1 0 0 0 0,1 0 0 0 0,0 0-1 0 0,1 1 1 0 0,-1-1 0 0 0,0-4 0 0 0,-5-55 1859 0 0,5 46-1358 0 0,1 14-451 0 0,-1-51 1556 0 0,1 50-1398 0 0,0-1 0 0 0,1 1-1 0 0,-1 0 1 0 0,1-1 0 0 0,0 1 0 0 0,-1 0 0 0 0,2 0-1 0 0,-1 0 1 0 0,0-1 0 0 0,1 1 0 0 0,-1 0 0 0 0,1 1-1 0 0,2-5 1 0 0,-3 7-154 0 0,0 1 0 0 0,-1-1 0 0 0,1 0 0 0 0,0 1 0 0 0,-1-1 0 0 0,1 1-1 0 0,-1-1 1 0 0,1 1 0 0 0,0-1 0 0 0,-1 1 0 0 0,0-1 0 0 0,1 1 0 0 0,-1-1 0 0 0,1 1 0 0 0,-1 0 0 0 0,0-1-1 0 0,1 1 1 0 0,-1-1 0 0 0,0 1 0 0 0,1 0 0 0 0,-1 0 0 0 0,0-1 0 0 0,0 1 0 0 0,0 0 0 0 0,0-1-1 0 0,0 2 1 0 0,8 23 162 0 0,7 61 35 0 0,-11-59-400 0 0,1 0 1 0 0,11 38 0 0 0,-15-63 121 0 0,-1-1-1 0 0,0 0 1 0 0,0 0 0 0 0,1 1 0 0 0,-1-1 0 0 0,1 0 0 0 0,-1 0 0 0 0,1 0 0 0 0,-1 0 0 0 0,1 1-1 0 0,0-1 1 0 0,-1 0 0 0 0,1 0 0 0 0,0 0 0 0 0,0 0 0 0 0,0 0 0 0 0,0-1 0 0 0,0 1 0 0 0,0 0 0 0 0,0 0-1 0 0,0-1 1 0 0,0 1 0 0 0,1-1 0 0 0,-1 1 0 0 0,0-1 0 0 0,0 1 0 0 0,0-1 0 0 0,1 1 0 0 0,-1-1 0 0 0,0 0-1 0 0,0 0 1 0 0,3 0 0 0 0,-2-1-6 0 0,1 0 0 0 0,-1 0-1 0 0,1 0 1 0 0,-1 0 0 0 0,0-1 0 0 0,1 1-1 0 0,-1-1 1 0 0,0 0 0 0 0,0 0 0 0 0,0 1-1 0 0,0-1 1 0 0,0-1 0 0 0,-1 1 0 0 0,4-4-1 0 0,27-55-119 0 0,-28 51 100 0 0,1 0 1 0 0,-1 1 0 0 0,2-1 0 0 0,-1 1 0 0 0,2 0 0 0 0,-1 0 0 0 0,1 1 0 0 0,12-12 0 0 0,-18 20 34 0 0,0-1 0 0 0,0 0 0 0 0,0 1 0 0 0,0-1 0 0 0,0 1 1 0 0,0 0-1 0 0,0-1 0 0 0,0 1 0 0 0,0 0 0 0 0,0 0 0 0 0,1 0 1 0 0,-1 0-1 0 0,0 0 0 0 0,0 0 0 0 0,0 0 0 0 0,0 0 0 0 0,0 0 1 0 0,1 0-1 0 0,-1 1 0 0 0,0-1 0 0 0,0 0 0 0 0,0 1 0 0 0,0-1 1 0 0,0 1-1 0 0,0-1 0 0 0,0 1 0 0 0,0 0 0 0 0,0-1 0 0 0,0 1 1 0 0,0 0-1 0 0,0 0 0 0 0,-1-1 0 0 0,1 1 0 0 0,0 0 0 0 0,-1 0 1 0 0,1 0-1 0 0,0 0 0 0 0,-1 0 0 0 0,1 0 0 0 0,0 2 0 0 0,5 7 109 0 0,-1 0 0 0 0,0 1 1 0 0,4 11-1 0 0,-5-12-74 0 0,-2-6-25 0 0,0 1 0 0 0,0-1 0 0 0,0 0 0 0 0,0 0 0 0 0,1 0 0 0 0,0 0 0 0 0,0 0 0 0 0,0-1 0 0 0,0 1 0 0 0,0-1 0 0 0,8 6 0 0 0,-9-8-19 0 0,-1 0 0 0 0,1-1 0 0 0,0 1 1 0 0,0-1-1 0 0,-1 1 0 0 0,1-1 0 0 0,0 0 0 0 0,0 1 0 0 0,0-1 0 0 0,0 0 1 0 0,-1 0-1 0 0,1 0 0 0 0,0 0 0 0 0,0-1 0 0 0,0 1 0 0 0,0 0 1 0 0,-1-1-1 0 0,1 0 0 0 0,0 1 0 0 0,0-1 0 0 0,-1 0 0 0 0,1 0 0 0 0,-1 0 1 0 0,1 0-1 0 0,-1 0 0 0 0,1 0 0 0 0,-1 0 0 0 0,1 0 0 0 0,-1-1 1 0 0,0 1-1 0 0,0 0 0 0 0,0-1 0 0 0,2-2 0 0 0,3-4-103 0 0,-2 0 0 0 0,1 1 0 0 0,-1-2-1 0 0,0 1 1 0 0,3-11 0 0 0,-5 13 23 0 0,1 0 0 0 0,-1-1 1 0 0,1 1-1 0 0,0 0 0 0 0,0 1 0 0 0,1-1 1 0 0,0 0-1 0 0,0 1 0 0 0,0 0 0 0 0,10-9 0 0 0,-13 13 106 0 0,-1 1-1 0 0,1-1 0 0 0,0 1 0 0 0,0-1 0 0 0,0 1 1 0 0,0 0-1 0 0,0-1 0 0 0,0 1 0 0 0,0 0 0 0 0,0 0 0 0 0,-1 0 1 0 0,1 0-1 0 0,0 0 0 0 0,0 0 0 0 0,0 0 0 0 0,0 0 1 0 0,0 0-1 0 0,0 0 0 0 0,0 0 0 0 0,0 1 0 0 0,0-1 0 0 0,0 0 1 0 0,0 1-1 0 0,0-1 0 0 0,-1 0 0 0 0,1 1 0 0 0,0-1 1 0 0,0 1-1 0 0,0-1 0 0 0,-1 1 0 0 0,1 0 0 0 0,0-1 0 0 0,-1 1 1 0 0,1 0-1 0 0,0 0 0 0 0,-1-1 0 0 0,1 1 0 0 0,-1 0 1 0 0,1 0-1 0 0,-1 0 0 0 0,0 0 0 0 0,1 0 0 0 0,-1-1 0 0 0,0 3 1 0 0,4 6 369 0 0,0 1 1 0 0,-1 0-1 0 0,3 12 1 0 0,-3-12-206 0 0,-2-5-168 0 0,0-1 160 0 0,0 0 1 0 0,0 0-1 0 0,0 0 0 0 0,1-1 1 0 0,0 1-1 0 0,0 0 0 0 0,4 7 1 0 0,-5-11-156 0 0,0 1 0 0 0,0 0 1 0 0,0-1-1 0 0,0 1 1 0 0,0-1-1 0 0,0 1 1 0 0,0-1-1 0 0,0 1 0 0 0,0-1 1 0 0,0 0-1 0 0,1 0 1 0 0,-1 1-1 0 0,0-1 0 0 0,0 0 1 0 0,0 0-1 0 0,0 0 1 0 0,1 0-1 0 0,-1 0 1 0 0,0-1-1 0 0,0 1 0 0 0,0 0 1 0 0,0-1-1 0 0,0 1 1 0 0,0 0-1 0 0,0-1 0 0 0,1 1 1 0 0,-1-1-1 0 0,0 1 1 0 0,-1-1-1 0 0,1 0 1 0 0,0 0-1 0 0,0 1 0 0 0,0-1 1 0 0,1-1-1 0 0,3-2-235 0 0,0 0 0 0 0,0 1 0 0 0,1 0 0 0 0,-1 0 0 0 0,1 0 0 0 0,0 1 0 0 0,0-1 0 0 0,11-1-1 0 0,-14 3 133 0 0,0 1 0 0 0,0 0 0 0 0,0 1 0 0 0,0-1 0 0 0,0 1 0 0 0,0-1 0 0 0,0 1 0 0 0,-1 0 0 0 0,1 0 0 0 0,0 0-1 0 0,0 0 1 0 0,0 1 0 0 0,-1-1 0 0 0,1 1 0 0 0,-1 0 0 0 0,1-1 0 0 0,-1 1 0 0 0,0 0 0 0 0,0 1 0 0 0,4 3-1 0 0,10 12-441 0 0,23 24-517 0 0,-37-40 873 0 0,0-1 1 0 0,0 1-1 0 0,0 0 1 0 0,0-1-1 0 0,0 0 1 0 0,1 0-1 0 0,-1 0 1 0 0,0 0-1 0 0,1 0 1 0 0,-1 0-1 0 0,1 0 1 0 0,-1-1-1 0 0,1 1 0 0 0,-1-1 1 0 0,1 0-1 0 0,-1 0 1 0 0,1 0-1 0 0,3 0 1 0 0,4-3-4635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1 318 2761 0 0,'1'-9'332'0'0,"1"0"1"0"0,0 0 0 0 0,0 0 0 0 0,1 1 0 0 0,7-16-1 0 0,-3 8-40 0 0,-1 0 225 0 0,1 0-1 0 0,1 0 1 0 0,0 0-1 0 0,1 1 1 0 0,1 1-1 0 0,0-1 1 0 0,1 2 0 0 0,19-20-1 0 0,-30 33-485 0 0,1-1 0 0 0,-1 1-1 0 0,1 0 1 0 0,-1 0 0 0 0,0-1 0 0 0,1 1-1 0 0,-1 0 1 0 0,1 0 0 0 0,-1-1 0 0 0,1 1 0 0 0,-1 0-1 0 0,1 0 1 0 0,-1 0 0 0 0,1 0 0 0 0,-1 0-1 0 0,1 0 1 0 0,-1 0 0 0 0,1 0 0 0 0,-1 0 0 0 0,1 0-1 0 0,-1 0 1 0 0,1 0 0 0 0,-1 0 0 0 0,1 0-1 0 0,-1 1 1 0 0,0-1 0 0 0,1 0 0 0 0,-1 0 0 0 0,1 0-1 0 0,-1 1 1 0 0,1-1 0 0 0,-1 0 0 0 0,0 1-1 0 0,1-1 1 0 0,-1 0 0 0 0,0 1 0 0 0,1-1 0 0 0,-1 0-1 0 0,0 1 1 0 0,1-1 0 0 0,-1 1 0 0 0,0-1-1 0 0,0 1 1 0 0,1-1 0 0 0,-1 0 0 0 0,0 1-1 0 0,0-1 1 0 0,0 1 0 0 0,0-1 0 0 0,0 1 0 0 0,0-1-1 0 0,0 1 1 0 0,0 0 0 0 0,7 32 527 0 0,-7-29-465 0 0,8 102 783 0 0,-6-67-527 0 0,8 51-1 0 0,-10-89-330 0 0,0 0-1 0 0,0 1 0 0 0,0-1 1 0 0,1 0-1 0 0,-1 1 1 0 0,0-1-1 0 0,1 0 1 0 0,-1 0-1 0 0,1 1 0 0 0,-1-1 1 0 0,1 0-1 0 0,0 0 1 0 0,-1 0-1 0 0,1 0 0 0 0,0 0 1 0 0,0 0-1 0 0,0 0 1 0 0,2 2-1 0 0,-3-3 0 0 0,1 0 0 0 0,0 0 0 0 0,-1 0 0 0 0,1 0 0 0 0,0 0 0 0 0,0 0 0 0 0,-1 0 0 0 0,1 0 0 0 0,-1-1 0 0 0,1 1 0 0 0,0 0 0 0 0,-1 0 0 0 0,1-1 0 0 0,0 1 0 0 0,-1 0 0 0 0,1-1 0 0 0,-1 1 0 0 0,1 0 0 0 0,-1-1 0 0 0,1 1 0 0 0,-1-1 0 0 0,1 1 0 0 0,-1-1-1 0 0,1 1 1 0 0,0-2 0 0 0,2-3 33 0 0,1 0 0 0 0,-1 0 0 0 0,1-1-1 0 0,-2 0 1 0 0,1 1 0 0 0,2-10-1 0 0,28-119 142 0 0,-22 79-85 0 0,26-72 0 0 0,-37 126-106 0 0,0 1-1 0 0,0-1 1 0 0,0 1 0 0 0,0-1-1 0 0,0 0 1 0 0,1 1 0 0 0,-1-1-1 0 0,0 1 1 0 0,0-1 0 0 0,1 0-1 0 0,-1 1 1 0 0,0-1-1 0 0,1 1 1 0 0,-1-1 0 0 0,0 1-1 0 0,1-1 1 0 0,-1 1 0 0 0,1 0-1 0 0,-1-1 1 0 0,1 1-1 0 0,-1-1 1 0 0,1 1 0 0 0,-1 0-1 0 0,1 0 1 0 0,-1-1 0 0 0,1 1-1 0 0,-1 0 1 0 0,2-1 0 0 0,7 15-26 0 0,-1 29-27 0 0,-8-42 52 0 0,7 117-74 0 0,-6-80 202 0 0,9 65 1 0 0,-10-102-111 0 0,0 0 1 0 0,0-1-1 0 0,0 1 1 0 0,0 0 0 0 0,0 0-1 0 0,0-1 1 0 0,0 1-1 0 0,0 0 1 0 0,1 0-1 0 0,-1-1 1 0 0,0 1 0 0 0,1 0-1 0 0,-1 0 1 0 0,0-1-1 0 0,1 1 1 0 0,-1-1 0 0 0,1 1-1 0 0,-1 0 1 0 0,1-1-1 0 0,-1 1 1 0 0,1-1-1 0 0,-1 1 1 0 0,1-1 0 0 0,1 1-1 0 0,-2-1-3 0 0,1 0 1 0 0,0-1-1 0 0,-1 1 0 0 0,1 0 0 0 0,0-1 0 0 0,-1 1 0 0 0,1-1 0 0 0,-1 1 1 0 0,1-1-1 0 0,-1 1 0 0 0,1-1 0 0 0,-1 0 0 0 0,1 1 0 0 0,-1-1 1 0 0,1 0-1 0 0,-1 1 0 0 0,0-1 0 0 0,1 0 0 0 0,-1 0 0 0 0,17-45 45 0 0,-16 43-98 0 0,15-52-409 0 0,-11 32 382 0 0,1 1-1 0 0,2 1 0 0 0,0-1 1 0 0,1 1-1 0 0,15-26 0 0 0,-24 47 71 0 0,0-1 0 0 0,1 0 0 0 0,-1 1 0 0 0,0-1 0 0 0,1 1 0 0 0,-1-1 0 0 0,0 1 0 0 0,1 0 0 0 0,-1-1 0 0 0,0 1 0 0 0,1-1 0 0 0,-1 1 0 0 0,1 0 1 0 0,-1-1-1 0 0,1 1 0 0 0,-1 0 0 0 0,1-1 0 0 0,-1 1 0 0 0,1 0 0 0 0,-1 0 0 0 0,1-1 0 0 0,0 1 0 0 0,-1 0 0 0 0,1 0 0 0 0,-1 0 0 0 0,1 0 0 0 0,-1 0 0 0 0,1 0 0 0 0,0 0 0 0 0,0 0 6 0 0,0 1 0 0 0,0 0-1 0 0,-1-1 1 0 0,1 1 0 0 0,0 0 0 0 0,-1-1 0 0 0,1 1 0 0 0,0 0 0 0 0,-1 0 0 0 0,1 0-1 0 0,-1-1 1 0 0,1 1 0 0 0,-1 0 0 0 0,0 0 0 0 0,1 2 0 0 0,9 42 322 0 0,-9-40-279 0 0,3 25 186 0 0,-4-22-216 0 0,0 0-1 0 0,1 0 1 0 0,1 0-1 0 0,-1 0 1 0 0,1 0-1 0 0,0 0 1 0 0,1-1-1 0 0,0 1 1 0 0,6 11-1 0 0,-8-18-18 0 0,-1-1 0 0 0,1 1-1 0 0,-1-1 1 0 0,1 1-1 0 0,0-1 1 0 0,-1 1-1 0 0,1-1 1 0 0,-1 0-1 0 0,1 1 1 0 0,0-1-1 0 0,-1 0 1 0 0,1 1-1 0 0,0-1 1 0 0,0 0-1 0 0,-1 0 1 0 0,1 0-1 0 0,0 1 1 0 0,0-1-1 0 0,-1 0 1 0 0,1 0 0 0 0,0 0-1 0 0,0 0 1 0 0,-1-1-1 0 0,1 1 1 0 0,0 0-1 0 0,-1 0 1 0 0,1 0-1 0 0,0 0 1 0 0,0-1-1 0 0,-1 1 1 0 0,1 0-1 0 0,0-1 1 0 0,-1 1-1 0 0,1-1 1 0 0,-1 1-1 0 0,1 0 1 0 0,0-1 0 0 0,-1 1-1 0 0,1-1 1 0 0,-1 0-1 0 0,1 1 1 0 0,0-2-1 0 0,21-28 145 0 0,-18 25-71 0 0,7-14 61 0 0,16-36 1 0 0,-21 38-254 0 0,2 1 0 0 0,0 0 1 0 0,16-21-1 0 0,-24 37 107 0 0,0 0 1 0 0,0-1-1 0 0,0 1 0 0 0,0 0 1 0 0,1 0-1 0 0,-1-1 0 0 0,0 1 0 0 0,0 0 1 0 0,1 0-1 0 0,-1-1 0 0 0,0 1 0 0 0,0 0 1 0 0,1 0-1 0 0,-1 0 0 0 0,0 0 1 0 0,0-1-1 0 0,1 1 0 0 0,-1 0 0 0 0,0 0 1 0 0,1 0-1 0 0,-1 0 0 0 0,0 0 1 0 0,0 0-1 0 0,1 0 0 0 0,-1 0 0 0 0,0 0 1 0 0,1 0-1 0 0,-1 0 0 0 0,0 0 0 0 0,1 0 1 0 0,-1 0-1 0 0,0 0 0 0 0,1 0 1 0 0,-1 0-1 0 0,0 0 0 0 0,0 1 0 0 0,1-1 1 0 0,7 13-294 0 0,1 16-204 0 0,-6-12 393 0 0,-2 1 0 0 0,1 22 0 0 0,-3-26 102 0 0,2 0 1 0 0,0 1-1 0 0,1-1 1 0 0,4 19-1 0 0,-6-32 32 0 0,0 0 0 0 0,0 0 0 0 0,1 0 0 0 0,-1 0 0 0 0,0-1 1 0 0,1 1-1 0 0,-1 0 0 0 0,1 0 0 0 0,-1 0 0 0 0,1 0 0 0 0,-1 0 0 0 0,1-1 0 0 0,0 1 0 0 0,-1 0 0 0 0,1-1 0 0 0,0 1 0 0 0,0 0 0 0 0,0-1-11 0 0,-1 0 0 0 0,1 0 0 0 0,-1 0 0 0 0,1 0-1 0 0,-1 0 1 0 0,1 0 0 0 0,-1 0 0 0 0,0 0 0 0 0,1 0 0 0 0,-1 0-1 0 0,1 0 1 0 0,-1 0 0 0 0,1 0 0 0 0,-1-1 0 0 0,0 1-1 0 0,1 0 1 0 0,-1 0 0 0 0,1-1 0 0 0,-1 1 0 0 0,0 0 0 0 0,1 0-1 0 0,-1-1 1 0 0,0 1 0 0 0,1 0 0 0 0,-1-1 0 0 0,23-39 229 0 0,-6 11-355 0 0,-17 28 101 0 0,1 1 0 0 0,-1 0-1 0 0,0 0 1 0 0,1-1-1 0 0,-1 1 1 0 0,1 0-1 0 0,-1 0 1 0 0,1-1 0 0 0,-1 1-1 0 0,1 0 1 0 0,-1 0-1 0 0,1 0 1 0 0,-1 0 0 0 0,1 0-1 0 0,0 0 1 0 0,-1 0-1 0 0,1 0 1 0 0,-1 0 0 0 0,1 0-1 0 0,-1 0 1 0 0,1 0-1 0 0,-1 0 1 0 0,1 1-1 0 0,-1-1 1 0 0,1 0 0 0 0,-1 0-1 0 0,1 1 1 0 0,-1-1-1 0 0,1 1 1 0 0,15 16-376 0 0,5 22 394 0 0,-21-37 58 0 0,1 1 0 0 0,0-1 0 0 0,0 0 1 0 0,0 1-1 0 0,0-1 0 0 0,1 0 1 0 0,-1 0-1 0 0,1 0 0 0 0,-1 0 0 0 0,1 0 1 0 0,3 3-1 0 0,-4-4-21 0 0,0-1 0 0 0,1 0-1 0 0,-1 1 1 0 0,0-1 0 0 0,0 0-1 0 0,0 0 1 0 0,1 0 0 0 0,-1 0 0 0 0,0 0-1 0 0,0 0 1 0 0,1 0 0 0 0,-1 0-1 0 0,0 0 1 0 0,0-1 0 0 0,1 1 0 0 0,-1 0-1 0 0,0-1 1 0 0,0 1 0 0 0,0-1 0 0 0,0 1-1 0 0,0-1 1 0 0,0 0 0 0 0,0 0-1 0 0,0 1 1 0 0,0-1 0 0 0,2-2 0 0 0,71-67 1856 0 0,-73 69-1892 0 0,-1 1-1 0 0,1-1 0 0 0,-1 1 0 0 0,1 0 1 0 0,-1-1-1 0 0,1 1 0 0 0,-1 0 1 0 0,1-1-1 0 0,0 1 0 0 0,-1 0 0 0 0,1 0 1 0 0,-1 0-1 0 0,1-1 0 0 0,0 1 1 0 0,-1 0-1 0 0,1 0 0 0 0,0 0 0 0 0,-1 0 1 0 0,1 0-1 0 0,0 0 0 0 0,-1 0 1 0 0,1 0-1 0 0,0 1 0 0 0,-1-1 0 0 0,1 0 1 0 0,0 0-1 0 0,-1 0 0 0 0,1 1 1 0 0,-1-1-1 0 0,2 1 0 0 0,-1 0-19 0 0,1 1-1 0 0,-1-1 0 0 0,0 1 1 0 0,0-1-1 0 0,0 1 1 0 0,0 0-1 0 0,0-1 0 0 0,0 1 1 0 0,0 0-1 0 0,1 3 1 0 0,9 51-709 0 0,-11-53 642 0 0,3 17-224 0 0,0 6-1334 0 0,11 47 0 0 0,-8-54-3573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19 182 5985 0 0,'0'2'200'0'0,"-1"-1"0"0"0,1 0 0 0 0,-1 0 0 0 0,1 1 0 0 0,-1-1 0 0 0,0 0 0 0 0,0 0 0 0 0,0 0 0 0 0,0 0 0 0 0,0 0 0 0 0,0 0-1 0 0,0 0 1 0 0,0 0 0 0 0,-2 1 0 0 0,-2-3 1596 0 0,7-11-485 0 0,-1 7-1130 0 0,1 0 1 0 0,1 0 0 0 0,-1 1 0 0 0,0-1 0 0 0,1 0-1 0 0,0 1 1 0 0,0 0 0 0 0,5-5 0 0 0,-7 8-146 0 0,0 0 1 0 0,0 0 0 0 0,0 0-1 0 0,0 0 1 0 0,0 0-1 0 0,0 0 1 0 0,1 1-1 0 0,-1-1 1 0 0,0 0 0 0 0,0 1-1 0 0,1-1 1 0 0,-1 1-1 0 0,0-1 1 0 0,1 1-1 0 0,-1 0 1 0 0,0-1 0 0 0,1 1-1 0 0,-1 0 1 0 0,0 0-1 0 0,1 0 1 0 0,-1 0-1 0 0,0 0 1 0 0,1 1-1 0 0,-1-1 1 0 0,1 0 0 0 0,-1 0-1 0 0,0 1 1 0 0,0-1-1 0 0,1 1 1 0 0,-1 0-1 0 0,0-1 1 0 0,0 1 0 0 0,1 0-1 0 0,-1-1 1 0 0,2 3-1 0 0,21 22-322 0 0,10 9-500 0 0,-32-32 753 0 0,0-1 0 0 0,0 1 0 0 0,0-1 0 0 0,0 0 0 0 0,0 0 0 0 0,1 0-1 0 0,-1 0 1 0 0,0 0 0 0 0,1 0 0 0 0,-1-1 0 0 0,0 1 0 0 0,1-1 0 0 0,-1 1 0 0 0,1-1 0 0 0,3 0 0 0 0,-4-1-21 0 0,0 1 0 0 0,-1-1 0 0 0,1 1 1 0 0,-1-1-1 0 0,0 0 0 0 0,1 0 0 0 0,-1 0 1 0 0,0 0-1 0 0,1 0 0 0 0,-1 0 0 0 0,0 0 1 0 0,0 0-1 0 0,0 0 0 0 0,0 0 0 0 0,0-1 1 0 0,0 1-1 0 0,0 0 0 0 0,0-1 0 0 0,1-2 1 0 0,12-35-382 0 0,-10 28 363 0 0,1-4 19 0 0,19-45 72 0 0,-22 55 126 0 0,1 0-1 0 0,0 0 0 0 0,0 1 1 0 0,0 0-1 0 0,0-1 0 0 0,1 1 1 0 0,-1 0-1 0 0,1 0 0 0 0,7-5 0 0 0,-8 7-11 0 0,0 1-1 0 0,0-1 0 0 0,0 1 0 0 0,0-1 1 0 0,1 1-1 0 0,-1 0 0 0 0,1 0 0 0 0,-1 0 0 0 0,0 1 1 0 0,1-1-1 0 0,0 1 0 0 0,-1 0 0 0 0,1 0 0 0 0,4 0 1 0 0,3 2 524 0 0,-1 0 0 0 0,1 1 0 0 0,13 5 0 0 0,14 3-1183 0 0,-1-8-3733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2761 0 0,'-16'51'4281'0'0,"11"-8"-3213"0"0,2 0 0 0 0,3 82 0 0 0,2-47-728 0 0,27 593 847 0 0,16-314-1233 0 0,-32-266 82 0 0,-1-9-11 0 0,61 447-851 0 0,106 397-394 0 0,-31-455 1631 0 0,-133-431-235 0 0,120 273 740 0 0,-88-212-708 0 0,-15-28-189 0 0,4-2 1 0 0,2-1-1 0 0,90 120 0 0 0,-94-144 297 0 0,33 58-1 0 0,14 20 181 0 0,-41-70-118 0 0,1-2 0 0 0,3-2 0 0 0,64 57-1 0 0,-59-60-350 0 0,-2 2 0 0 0,-2 2-1 0 0,43 63 1 0 0,-72-91-25 0 0,23 32 63 0 0,3-2 0 0 0,94 93 0 0 0,-70-81 776 0 0,-3 3 0 0 0,68 94 0 0 0,-84-101-662 0 0,-14-23-447 0 0,2-2 0 0 0,50 40 0 0 0,-73-65-219 0 0,15 12-5210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4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 3225 0 0,'0'-17'2934'0'0,"1"20"-2672"0"0,-1 1-120 0 0,1 0-1 0 0,0 0 0 0 0,0 0 1 0 0,1-1-1 0 0,-1 1 1 0 0,1 0-1 0 0,-1-1 0 0 0,1 1 1 0 0,0-1-1 0 0,0 0 0 0 0,1 0 1 0 0,-1 0-1 0 0,1 0 0 0 0,-1 0 1 0 0,7 5-1 0 0,-1-2 173 0 0,-1 1 1 0 0,1 0-1 0 0,-1 1 0 0 0,-1 0 1 0 0,0 0-1 0 0,0 0 0 0 0,-1 1 1 0 0,1-1-1 0 0,5 17 0 0 0,10 13 388 0 0,37 61-547 0 0,42 62-261 0 0,-86-143 95 0 0,0 0 0 0 0,1-1-1 0 0,1-1 1 0 0,0-1 0 0 0,2 0 0 0 0,26 18 0 0 0,151 106 379 0 0,-147-104-265 0 0,-3 3 1 0 0,53 54-1 0 0,54 44 147 0 0,45 29 726 0 0,-52-39-843 0 0,-46-42-138 0 0,-70-59 20 0 0,1-2-1 0 0,2 0 1 0 0,0-2 0 0 0,36 16-1 0 0,-26-13 201 0 0,-1 1 0 0 0,66 55 0 0 0,-79-61-97 0 0,1-2 1 0 0,0 0 0 0 0,2-2-1 0 0,-1-1 1 0 0,45 13 0 0 0,-15-5-21 0 0,48 24-138 0 0,116 69 0 0 0,-200-102 120 0 0,0-2 0 0 0,1-1-1 0 0,1 0 1 0 0,-1-2-1 0 0,34 6 1 0 0,-24-5-110 0 0,21 3-1307 0 0,-19-14-2657 0 0,-31 1 2900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5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12 2304 0 0,'-6'-3'690'0'0,"-1"1"0"0"0,1 0 0 0 0,-1 1 0 0 0,0-1 0 0 0,1 2 0 0 0,-1-1 0 0 0,0 1 0 0 0,-15 0 2211 0 0,36 2-821 0 0,4 8-1853 0 0,-1 0 0 0 0,19 15 0 0 0,0 7-129 0 0,-12-10-125 0 0,1-2 0 0 0,29 18 0 0 0,-54-37 43 0 0,1-1 0 0 0,-1 1 1 0 0,1-1-1 0 0,-1 1 0 0 0,0 0 0 0 0,1-1 0 0 0,-1 1 1 0 0,0 0-1 0 0,1 0 0 0 0,-1-1 0 0 0,0 1 0 0 0,0 0 1 0 0,0-1-1 0 0,0 1 0 0 0,0 0 0 0 0,0 0 0 0 0,0-1 1 0 0,0 1-1 0 0,0 0 0 0 0,0 0 0 0 0,0-1 0 0 0,0 1 1 0 0,0 0-1 0 0,-1 0 0 0 0,1-1 0 0 0,-1 2 1 0 0,-11 26 999 0 0,6-14-538 0 0,3-2-130 0 0,-1 0-218 0 0,1 0 0 0 0,-2 0-1 0 0,1-1 1 0 0,-9 14 0 0 0,11-22-91 0 0,-1 1 0 0 0,1-1-1 0 0,-1 0 1 0 0,0 0 0 0 0,0 0 0 0 0,0 0 0 0 0,0 0-1 0 0,-1-1 1 0 0,1 1 0 0 0,-1-1 0 0 0,1 0 0 0 0,-1 0-1 0 0,0 0 1 0 0,0-1 0 0 0,0 1 0 0 0,-5 0 0 0 0,-7 2 325 0 0,-16 4 593 0 0,-54 20 0 0 0,77-24-961 0 0,0 0 0 0 0,0 1 0 0 0,0 0 0 0 0,1 1 0 0 0,0 0 0 0 0,0 0 0 0 0,0 0 0 0 0,1 1 0 0 0,0 0 0 0 0,-7 10-1 0 0,4-5-530 0 0,-14 19-1169 0 0,23-29 1355 0 0,0 0-1 0 0,0-1 1 0 0,0 1-1 0 0,0 0 1 0 0,0 0-1 0 0,0-1 1 0 0,1 1-1 0 0,-1 0 1 0 0,1 0-1 0 0,-1 0 1 0 0,1 0-1 0 0,0 0 1 0 0,0 0-1 0 0,0 0 1 0 0,0 2-1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5.9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2162 1944 0 0,'-1'8'7538'0'0,"4"-5"-7489"0"0,-2-3-28 0 0,0 1 0 0 0,0 0 1 0 0,0 0-1 0 0,0-1 0 0 0,1 1 1 0 0,-1-1-1 0 0,0 1 0 0 0,0-1 1 0 0,0 0-1 0 0,0 1 0 0 0,1-1 0 0 0,-1 0 1 0 0,0 0-1 0 0,0 0 0 0 0,0 1 1 0 0,1-1-1 0 0,-1-1 0 0 0,2 1 0 0 0,-2-1-3 0 0,0-1 0 0 0,1 1 0 0 0,-1-1 0 0 0,0 1 0 0 0,0-1 0 0 0,0 0 0 0 0,-1 1 0 0 0,1-1 0 0 0,0 0 0 0 0,0 0-1 0 0,-1 1 1 0 0,0-1 0 0 0,1 0 0 0 0,-1 0 0 0 0,0-2 0 0 0,1 0 130 0 0,25-103 1161 0 0,60-209-785 0 0,-72 267-524 0 0,-1 0 0 0 0,10-95 0 0 0,-7-105-1 0 0,-3 29-182 0 0,-5 92 116 0 0,10-75 60 0 0,-14 178 7 0 0,1 1 0 0 0,2-1 1 0 0,0 1-1 0 0,2 0 0 0 0,22-45 1 0 0,-3 24-40 0 0,1 2 0 0 0,2 1 1 0 0,2 1-1 0 0,1 1 0 0 0,45-37 1 0 0,-63 61 38 0 0,-4 3 0 0 0,1 1 0 0 0,0 0 0 0 0,1 1 0 0 0,0 1 0 0 0,1 0 0 0 0,0 1 0 0 0,18-8 0 0 0,31-13 0 0 0,-34 15 0 0 0,59-20-1 0 0,-79 32 2 0 0,0 1-1 0 0,0 0 0 0 0,-1 0 0 0 0,1 1 0 0 0,1 0 0 0 0,-1 1 0 0 0,0 0 0 0 0,0 1 0 0 0,0 0 0 0 0,16 3 0 0 0,16 9 0 0 0,-1 1 0 0 0,44 22 0 0 0,-75-32 0 0 0,0 1 0 0 0,0 1 0 0 0,-1 0 0 0 0,0 0 0 0 0,0 0 0 0 0,0 1 0 0 0,-1 1 0 0 0,0-1 0 0 0,0 2 0 0 0,-1-1 0 0 0,0 1 0 0 0,10 17 0 0 0,31 49-23 0 0,-18-28 29 0 0,-1 0 1 0 0,36 87 0 0 0,102 333 4 0 0,-136-347-11 0 0,-5 1 0 0 0,-5 1 0 0 0,-6 1 0 0 0,-1 152 0 0 0,-12-207-1 0 0,-2 239 2 0 0,-2-236-1 0 0,4 1 0 0 0,3-1 0 0 0,21 106 0 0 0,-17-136 0 0 0,2-1 0 0 0,1 0 0 0 0,2-1 0 0 0,2 0 0 0 0,40 68 0 0 0,-53-101 0 0 0,1-1 0 0 0,0 1 0 0 0,0-1 0 0 0,1-1 0 0 0,0 1 0 0 0,-1 0 0 0 0,2-1 0 0 0,8 6 0 0 0,-13-9 0 0 0,1 0 0 0 0,0 0 0 0 0,0 0 0 0 0,0 0 0 0 0,0 0 0 0 0,1 0 0 0 0,-1 0 0 0 0,0-1 0 0 0,0 1 0 0 0,0-1 0 0 0,1 1 0 0 0,-1-1 0 0 0,0 0 0 0 0,0 0 0 0 0,1 0 0 0 0,-1 0 0 0 0,0-1 0 0 0,0 1 0 0 0,1 0 0 0 0,-1-1 0 0 0,0 0 0 0 0,0 1 0 0 0,0-1 0 0 0,0 0 0 0 0,0 0 0 0 0,4-3 0 0 0,3-2 0 0 0,0 0 0 0 0,0 1 0 0 0,18-8 0 0 0,-18 10 0 0 0,-1-1 0 0 0,0 0 0 0 0,0-1 0 0 0,0 1 0 0 0,0-2 0 0 0,7-5 0 0 0,25-31-72 0 0,-2-2 0 0 0,35-51 1 0 0,-52 65-58 0 0,2 2 0 0 0,0 0 0 0 0,35-30 0 0 0,-47 47 45 0 0,-1 0 0 0 0,17-25 0 0 0,-21 28 77 0 0,-1 0 1 0 0,1 0-1 0 0,0 1 1 0 0,1-1-1 0 0,0 1 1 0 0,0 1-1 0 0,1-1 0 0 0,-1 1 1 0 0,13-6-1 0 0,-15 9-3 0 0,0 0-1 0 0,-1 0 1 0 0,1-1-1 0 0,-1 1 1 0 0,1-1-1 0 0,-1 0 1 0 0,0 0-1 0 0,0 0 1 0 0,-1-1-1 0 0,0 1 1 0 0,1-1-1 0 0,-1 0 1 0 0,2-7-1 0 0,5-8 35 0 0,-2-2 1 0 0,6-23-1 0 0,1-1-46 0 0,-3 6 47 0 0,-1 0-1 0 0,-3-1 1 0 0,6-63 0 0 0,9-47 4 0 0,47-264 701 0 0,-42 227-462 0 0,-15 134-251 0 0,1 0 0 0 0,3 1 0 0 0,40-84 0 0 0,-17 42 27 0 0,-17 45-60 0 0,56-90 0 0 0,-2 7-5 0 0,-57 97 12 0 0,3 2 0 0 0,0 1 0 0 0,2 1 0 0 0,2 1 0 0 0,1 1 0 0 0,1 1 0 0 0,49-37-1 0 0,-72 62 11 0 0,0-1 0 0 0,1 2 0 0 0,0-1 0 0 0,0 1 0 0 0,0 0 0 0 0,0 0 0 0 0,0 1 0 0 0,0 0 0 0 0,1 0 0 0 0,-1 0 0 0 0,15 0 0 0 0,4 2 17 0 0,1 0 0 0 0,27 5 0 0 0,-23-2-19 0 0,-19-1 4 0 0,0 0 0 0 0,0 1 0 0 0,-1 1 0 0 0,1-1 0 0 0,-1 2 0 0 0,0 0 1 0 0,0 0-1 0 0,0 1 0 0 0,-1 0 0 0 0,0 1 0 0 0,0 0 0 0 0,-1 1 0 0 0,1 0 1 0 0,-2 1-1 0 0,12 13 0 0 0,-3-2 22 0 0,-1 1-1 0 0,-2 1 1 0 0,0 0 0 0 0,-1 1 0 0 0,-1 0 0 0 0,10 29 0 0 0,31 105 28 0 0,-7 2 0 0 0,29 188 1 0 0,-54-220-35 0 0,-9-43 3 0 0,31 110 1 0 0,4-26-23 0 0,-18-59 0 0 0,68 166 0 0 0,-93-265-141 0 0,0 0 0 0 0,1-1 0 0 0,0 1 0 0 0,0-1 1 0 0,1 0-1 0 0,1 0 0 0 0,0-1 0 0 0,0 0 0 0 0,0 0 1 0 0,1-1-1 0 0,9 8 0 0 0,1-6-490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72 1376 0 0,'-21'19'3808'0'0,"22"-18"-3753"0"0,1-1 0 0 0,-1 1-1 0 0,1-1 1 0 0,-1 1 0 0 0,1-1 0 0 0,-1 0 0 0 0,1 0 0 0 0,-1 0 0 0 0,1 0 0 0 0,-1 0 0 0 0,1 0 0 0 0,-1 0 0 0 0,1 0-1 0 0,-1 0 1 0 0,4-2 0 0 0,27-7 328 0 0,-28 8-251 0 0,77-22 264 0 0,2 3 1 0 0,0 5-1 0 0,126-9 0 0 0,-193 24-326 0 0,0 1 0 0 0,0 0 0 0 0,1 1 1 0 0,-1 1-1 0 0,0 1 0 0 0,-1 0 0 0 0,1 1 0 0 0,-1 0 0 0 0,0 1 1 0 0,26 15-1 0 0,3 6 26 0 0,-1 2 1 0 0,41 35-1 0 0,-51-33 150 0 0,-2 0-1 0 0,-1 2 0 0 0,-2 1 1 0 0,37 60-1 0 0,-34-50 11 0 0,39 67 72 0 0,-5 2 0 0 0,64 155 0 0 0,-128-265-327 0 0,38 80 103 0 0,53 171 0 0 0,-40-22-111 0 0,26 84-2 0 0,-69-285 0 0 0,64 183 39 0 0,-56-173-19 0 0,1-1-1 0 0,3-1 1 0 0,27 41 0 0 0,20 29-27 0 0,31 42 816 0 0,-78-124-285 0 0,-4-3-173 0 0,2-1 0 0 0,0 0 1 0 0,1-2-1 0 0,1 0 0 0 0,35 26 0 0 0,-19-20-7 0 0,6 3-642 0 0,-11-15-3173 0 0,-28-13 2667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44 378 1952 0 0,'-1'-1'10'0'0,"-30"-21"1696"0"0,30 21-1531 0 0,1 1 0 0 0,-1-1 0 0 0,0 0 0 0 0,0 1 0 0 0,0-1 0 0 0,1 0 1 0 0,-1 0-1 0 0,0 0 0 0 0,1 0 0 0 0,-1 0 0 0 0,0 1 0 0 0,1-1 1 0 0,0 0-1 0 0,-1 0 0 0 0,1 0 0 0 0,-1-1 0 0 0,1 1 0 0 0,0 0 1 0 0,0 0-1 0 0,0 0 0 0 0,-1 0 0 0 0,1 0 0 0 0,0 0 0 0 0,0 0 1 0 0,1 0-1 0 0,-1 0 0 0 0,0 0 0 0 0,0 0 0 0 0,0 0 0 0 0,1-1 0 0 0,0 0 1 0 0,36 30 4042 0 0,-21-18-3814 0 0,1 0 0 0 0,0-2-1 0 0,1 1 1 0 0,0-2 0 0 0,0-1 0 0 0,35 9 0 0 0,-46-14-368 0 0,-1 0 0 0 0,1 0 0 0 0,0 0 1 0 0,-1-1-1 0 0,1 0 0 0 0,0 0 0 0 0,-1 0 1 0 0,1-1-1 0 0,0 0 0 0 0,-1-1 0 0 0,1 1 1 0 0,-1-1-1 0 0,1-1 0 0 0,-1 1 0 0 0,0-1 1 0 0,0 0-1 0 0,0 0 0 0 0,0-1 0 0 0,-1 0 1 0 0,0 0-1 0 0,1 0 0 0 0,-1-1 0 0 0,6-6 1 0 0,-9 7 41 0 0,1 1-1 0 0,-1-1 1 0 0,0 0 0 0 0,0 1 0 0 0,0-1 0 0 0,-1 0 0 0 0,1 0 0 0 0,-1 0 0 0 0,0-1 0 0 0,0 1 0 0 0,-1 0-1 0 0,1 0 1 0 0,-1-1 0 0 0,0 1 0 0 0,0-7 0 0 0,-2-5 474 0 0,-1 0 0 0 0,-9-30 0 0 0,-1-12 16 0 0,-11-91-364 0 0,23 139-662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8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92 126 3225 0 0,'-24'-37'1222'0'0,"14"19"1107"0"0,-1 1 0 0 0,-1 1 1 0 0,-22-22 3739 0 0,34 39-6013 0 0,3 10 1671 0 0,8 13-843 0 0,97 152 441 0 0,-95-158-1461 0 0,2 1-1 0 0,0-2 1 0 0,1 0-1 0 0,1-1 1 0 0,1 0-1 0 0,34 23 0 0 0,-20-23-1556 0 0,-18-10 130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36 3681 0 0,'-1'1'79'0'0,"1"-1"0"0"0,-1 1 1 0 0,1 0-1 0 0,-1-1 0 0 0,0 1 1 0 0,1-1-1 0 0,0 1 0 0 0,-1 0 1 0 0,1-1-1 0 0,-1 1 0 0 0,1 0 1 0 0,0-1-1 0 0,-1 1 0 0 0,1 0 1 0 0,0 0-1 0 0,0 0 0 0 0,-1-1 1 0 0,1 1-1 0 0,0 0 0 0 0,0 0 1 0 0,0 0-1 0 0,0-1 0 0 0,0 1 1 0 0,0 0-1 0 0,0 0 0 0 0,1 1 1 0 0,11 25 1854 0 0,27 22 776 0 0,-37-47-2597 0 0,-2-1-105 0 0,11 11 421 0 0,0-1 1 0 0,1 0-1 0 0,0 0 1 0 0,19 12-1 0 0,-28-21-345 0 0,-1-1-1 0 0,1 1 0 0 0,-1-1 0 0 0,1 0 1 0 0,0 0-1 0 0,-1 0 0 0 0,1 0 0 0 0,0-1 1 0 0,0 1-1 0 0,0-1 0 0 0,0 1 0 0 0,-1-1 0 0 0,1 0 1 0 0,3-1-1 0 0,-4 1-15 0 0,0-1 0 0 0,0 0 1 0 0,0 0-1 0 0,0 0 0 0 0,0 0 0 0 0,0 0 0 0 0,0 0 1 0 0,0 0-1 0 0,0-1 0 0 0,-1 1 0 0 0,1-1 1 0 0,-1 1-1 0 0,1-1 0 0 0,-1 0 0 0 0,0 1 0 0 0,1-1 1 0 0,-1 0-1 0 0,0 0 0 0 0,0 0 0 0 0,0 0 0 0 0,0-3 1 0 0,1 0 7 0 0,-1 0 0 0 0,0 0 0 0 0,-1 0 0 0 0,1 0 1 0 0,-1-1-1 0 0,0 1 0 0 0,0 0 0 0 0,-1 0 0 0 0,1 0 1 0 0,-1 0-1 0 0,0 0 0 0 0,-1-1 0 0 0,1 2 0 0 0,-1-1 1 0 0,0 0-1 0 0,0 0 0 0 0,-5-7 0 0 0,4 5-40 0 0,-1 0 0 0 0,-1 0 0 0 0,0 1 0 0 0,0-1 0 0 0,0 1 0 0 0,0 0 0 0 0,-1 0 0 0 0,0 1 0 0 0,0-1 0 0 0,-12-6 0 0 0,16 11-101 0 0,0 0 0 0 0,-1 0 0 0 0,1 0 1 0 0,0 0-1 0 0,0 0 0 0 0,-1 1 0 0 0,1-1 1 0 0,0 1-1 0 0,-1-1 0 0 0,1 1 0 0 0,-1 0 1 0 0,1 0-1 0 0,0 0 0 0 0,-1 0 0 0 0,1 1 1 0 0,0-1-1 0 0,-1 1 0 0 0,1-1 0 0 0,0 1 1 0 0,-1 0-1 0 0,1 0 0 0 0,0 0 0 0 0,0 0 1 0 0,0 0-1 0 0,0 1 0 0 0,-3 1 0 0 0,-4 5-1107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0 384 5529 0 0,'1'12'4648'0'0,"11"12"-3072"0"0,-8-18-842 0 0,1 4-252 0 0,1-1 0 0 0,0 1 0 0 0,0-1 0 0 0,15 16 0 0 0,-20-24-479 0 0,1 0 0 0 0,-1 1-1 0 0,1-1 1 0 0,-1 0 0 0 0,1 0-1 0 0,0 1 1 0 0,0-1 0 0 0,-1-1 0 0 0,1 1-1 0 0,0 0 1 0 0,0 0 0 0 0,0-1 0 0 0,0 1-1 0 0,4 0 1 0 0,-5-1-10 0 0,1-1 0 0 0,-1 1 0 0 0,0 0 0 0 0,1-1 0 0 0,-1 1 0 0 0,0-1 0 0 0,0 1 0 0 0,0-1 0 0 0,1 0 0 0 0,-1 0 0 0 0,0 1 0 0 0,0-1 0 0 0,0 0 0 0 0,0 0-1 0 0,0 0 1 0 0,0 0 0 0 0,0 0 0 0 0,0 0 0 0 0,-1 0 0 0 0,1-1 0 0 0,0 1 0 0 0,-1 0 0 0 0,1 0 0 0 0,-1-1 0 0 0,1 0 0 0 0,1-3-79 0 0,-1 1-1 0 0,-1-1 1 0 0,1 0 0 0 0,0 1 0 0 0,-1-1-1 0 0,0 0 1 0 0,0 1 0 0 0,-1-1-1 0 0,1 0 1 0 0,-1 1 0 0 0,0-1-1 0 0,0 1 1 0 0,0-1 0 0 0,-3-4-1 0 0,2 5 54 0 0,1 0 1 0 0,0 0-1 0 0,-1 0 0 0 0,1 0 1 0 0,1-1-1 0 0,-1 1 0 0 0,1 0 1 0 0,-1 0-1 0 0,1 0 0 0 0,0-1 0 0 0,1 1 1 0 0,-1 0-1 0 0,1 0 0 0 0,0 0 1 0 0,0 0-1 0 0,2-6 0 0 0,-2 9 34 0 0,-1 0 0 0 0,1 0 1 0 0,0 1-1 0 0,-1-1 0 0 0,1 1 0 0 0,0-1 0 0 0,0 0 1 0 0,-1 1-1 0 0,1 0 0 0 0,0-1 0 0 0,0 1 0 0 0,0-1 0 0 0,0 1 1 0 0,0 0-1 0 0,0 0 0 0 0,0-1 0 0 0,-1 1 0 0 0,1 0 0 0 0,0 0 1 0 0,0 0-1 0 0,0 0 0 0 0,0 0 0 0 0,0 0 0 0 0,0 0 0 0 0,0 0 1 0 0,0 1-1 0 0,0-1 0 0 0,0 0 0 0 0,1 1 0 0 0,34 14 333 0 0,-16-6 261 0 0,-15-8-483 0 0,-1 0 0 0 0,1 0 0 0 0,-1 0 0 0 0,1-1 0 0 0,-1 1 0 0 0,1-1-1 0 0,-1 0 1 0 0,1-1 0 0 0,-1 1 0 0 0,1-1 0 0 0,-1 0 0 0 0,1 0 0 0 0,-1 0 0 0 0,1 0 0 0 0,-1-1-1 0 0,0 0 1 0 0,4-2 0 0 0,-5 2-59 0 0,0 0-1 0 0,-1 0 0 0 0,1 0 1 0 0,-1-1-1 0 0,0 1 1 0 0,1-1-1 0 0,-1 1 0 0 0,0-1 1 0 0,-1 0-1 0 0,1 0 1 0 0,0 0-1 0 0,-1 0 0 0 0,0 0 1 0 0,0 0-1 0 0,0-1 1 0 0,0 1-1 0 0,0 0 0 0 0,-1 0 1 0 0,1-1-1 0 0,-1 1 0 0 0,0-1 1 0 0,0 1-1 0 0,-1-7 1 0 0,-2-17 39 0 0,-1 0 0 0 0,-1 0 0 0 0,-1 0 0 0 0,-2 0 0 0 0,-1 1 0 0 0,-20-43 0 0 0,13 46-1144 0 0,9 14 643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08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2420 568 10594 0 0,'-1'-5'1'0'0,"1"1"-1"0"0,0-1 0 0 0,0 1 0 0 0,0 0 1 0 0,0-1-1 0 0,0 1 0 0 0,1-1 1 0 0,0 1-1 0 0,0-1 0 0 0,3-6 1 0 0,2-20 843 0 0,-5 24-812 0 0,-2 0 0 0 0,1 0-1 0 0,-1 0 1 0 0,0 1 0 0 0,-1-1-1 0 0,1 0 1 0 0,-1 1 0 0 0,-1-1-1 0 0,1 1 1 0 0,-1 0 0 0 0,-6-10-1 0 0,3 6-158 0 0,-1 1-1 0 0,0 1 0 0 0,-1-1 0 0 0,0 1 1 0 0,0 0-1 0 0,-13-9 0 0 0,-9-2-153 0 0,0 0-1 0 0,-1 3 1 0 0,-48-20-1 0 0,23 14 865 0 0,-1 3 0 0 0,-69-14 1 0 0,-121-12 747 0 0,-316-32 2029 0 0,502 72-3287 0 0,1 2-1 0 0,-1 3 1 0 0,-84 10-1 0 0,110-5-399 0 0,0 2 0 0 0,1 1 0 0 0,0 2 0 0 0,1 1 0 0 0,0 1 0 0 0,1 2-1 0 0,-39 23 1 0 0,34-16 265 0 0,2 2 0 0 0,1 1 0 0 0,1 2 0 0 0,1 1 1 0 0,1 2-1 0 0,2 0 0 0 0,1 2 0 0 0,1 2 0 0 0,2 0 0 0 0,-25 43 0 0 0,29-37 217 0 0,2 2 1 0 0,2 0 0 0 0,1 0-1 0 0,3 2 1 0 0,1-1 0 0 0,2 2-1 0 0,2-1 1 0 0,2 1-1 0 0,2 1 1 0 0,2-1 0 0 0,2 0-1 0 0,9 80 1 0 0,0-66-460 0 0,3 0 0 0 0,2 0 0 0 0,3-2 0 0 0,2 0 0 0 0,3-1-1 0 0,2 0 1 0 0,48 78 0 0 0,-5-28-370 0 0,5-3-1 0 0,130 142 0 0 0,-160-200 517 0 0,2-2 0 0 0,2-3 1 0 0,2-1-1 0 0,1-2 0 0 0,2-2 0 0 0,89 43 1 0 0,110 41 775 0 0,-201-99-470 0 0,1-2 0 0 0,1-2-1 0 0,62 10 1 0 0,-17-12 0 0 0,0-3-1 0 0,1-5 0 0 0,-1-4 0 0 0,101-12 0 0 0,-91-6 127 0 0,0-4-1 0 0,-1-5 0 0 0,163-63 0 0 0,-172 50 109 0 0,-1-5 1 0 0,95-59 0 0 0,-147 75 8 0 0,-1-2-1 0 0,-1-1 1 0 0,47-49-1 0 0,-28 18 391 0 0,61-80 1 0 0,-88 99-614 0 0,53-91 1 0 0,-75 113-135 0 0,-1-1 1 0 0,-1 0 0 0 0,-1-1 0 0 0,-1 1-1 0 0,0-2 1 0 0,5-42 0 0 0,-9 21-50 0 0,-2-1-1 0 0,-1 0 1 0 0,-3 1 0 0 0,-11-61 0 0 0,2 45-11 0 0,-3 0 1 0 0,-36-95 0 0 0,40 129 101 0 0,-2 1-1 0 0,-1 0 1 0 0,0 1 0 0 0,-2 1 0 0 0,-1 0-1 0 0,-1 1 1 0 0,-1 1 0 0 0,-30-27 0 0 0,3 10 133 0 0,-1 1 0 0 0,-2 3-1 0 0,-55-28 1 0 0,-1 0-118 0 0,-584-316 504 0 0,641 356-1152 0 0,-2 2 0 0 0,-1 2 1 0 0,-94-22-1 0 0,85 31-5749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0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1765 1840 0 0,'0'2'144'0'0,"0"-1"0"0"0,-1 1 0 0 0,1-1 0 0 0,0 1 0 0 0,0-1-1 0 0,0 1 1 0 0,0-1 0 0 0,0 1 0 0 0,0-1 0 0 0,0 1 0 0 0,0-1-1 0 0,1 1 1 0 0,-1-1 0 0 0,0 1 0 0 0,1-1 0 0 0,0 1 0 0 0,0 0-1 0 0,12 26 2085 0 0,-13-27-2181 0 0,0 0 0 0 0,1-1-1 0 0,-1 1 1 0 0,0-1 0 0 0,1 1-1 0 0,-1 0 1 0 0,0-1 0 0 0,1 1-1 0 0,-1-1 1 0 0,0 1 0 0 0,1-1-1 0 0,-1 1 1 0 0,1-1-1 0 0,-1 1 1 0 0,1-1 0 0 0,-1 1-1 0 0,1-1 1 0 0,0 0 0 0 0,-1 1-1 0 0,1-1 1 0 0,-1 0 0 0 0,1 0-1 0 0,0 1 1 0 0,-1-1 0 0 0,1 0-1 0 0,0 0 1 0 0,-1 0-1 0 0,1 0 1 0 0,0 0 0 0 0,-1 0-1 0 0,1 0 1 0 0,0 0 0 0 0,-1 0-1 0 0,1 0 1 0 0,0 0 0 0 0,-1 0-1 0 0,1-1 1 0 0,0 1 0 0 0,-1 0-1 0 0,1 0 1 0 0,0-1 0 0 0,-1 1-1 0 0,1 0 1 0 0,-1-1-1 0 0,1 1 1 0 0,-1-1 0 0 0,1 1-1 0 0,-1-1 1 0 0,1 1 0 0 0,-1-1-1 0 0,1 1 1 0 0,-1-1 0 0 0,0 1-1 0 0,1-1 1 0 0,-1 1 0 0 0,0-1-1 0 0,1 0 1 0 0,-1 1-1 0 0,0-1 1 0 0,0-1 0 0 0,4-7 279 0 0,-1-1 0 0 0,0 1 0 0 0,1-15 1 0 0,-1 10 157 0 0,9-38 30 0 0,-3-1 1 0 0,-2-1 0 0 0,-2 1-1 0 0,-3-62 1 0 0,-25-219-295 0 0,6 140 242 0 0,9 87-78 0 0,6-1 0 0 0,4 0 0 0 0,25-165 0 0 0,-21 240-361 0 0,-3 11 76 0 0,0 0 0 0 0,2 0 0 0 0,1 0 0 0 0,14-36 0 0 0,-17 52-117 0 0,0 1 1 0 0,0 0-1 0 0,0 0 1 0 0,1 0-1 0 0,-1 0 1 0 0,1 0-1 0 0,0 1 1 0 0,0 0-1 0 0,1 0 1 0 0,-1 0-1 0 0,1 0 1 0 0,0 1-1 0 0,0 0 1 0 0,0 0-1 0 0,1 0 1 0 0,-1 0-1 0 0,1 1 1 0 0,0 0-1 0 0,-1 0 1 0 0,1 1-1 0 0,0-1 1 0 0,10 0-1 0 0,-4 1-76 0 0,-1 1 0 0 0,1 0 1 0 0,-1 0-1 0 0,1 2 0 0 0,-1-1 0 0 0,1 1 0 0 0,-1 1 0 0 0,0 0 0 0 0,0 0 1 0 0,0 1-1 0 0,0 1 0 0 0,-1 0 0 0 0,0 0 0 0 0,0 1 0 0 0,10 7 0 0 0,-7-2 148 0 0,0 0 0 0 0,-1 0-1 0 0,0 1 1 0 0,-1 1-1 0 0,0 0 1 0 0,-1 1 0 0 0,0 0-1 0 0,-1 0 1 0 0,11 24 0 0 0,-3 1 1 0 0,-9-18 4 0 0,2-1 0 0 0,0 0-1 0 0,20 28 1 0 0,-30-47-59 0 0,0-1-1 0 0,0 1 1 0 0,1-1 0 0 0,-1 1-1 0 0,0-1 1 0 0,1 0-1 0 0,-1 1 1 0 0,0-1-1 0 0,1 1 1 0 0,-1-1-1 0 0,1 0 1 0 0,-1 1 0 0 0,0-1-1 0 0,1 0 1 0 0,-1 0-1 0 0,1 1 1 0 0,-1-1-1 0 0,1 0 1 0 0,-1 0 0 0 0,1 0-1 0 0,-1 0 1 0 0,1 0-1 0 0,-1 0 1 0 0,1 0-1 0 0,-1 0 1 0 0,1 0-1 0 0,-1 0 1 0 0,1 0 0 0 0,0 0-1 0 0,-1 0 1 0 0,1 0-1 0 0,-1 0 1 0 0,1 0-1 0 0,0-1 1 0 0,12-17 85 0 0,2-31 184 0 0,-14 46-244 0 0,19-118 160 0 0,-15 86-101 0 0,0-1 0 0 0,21-66-1 0 0,-25 100-89 0 0,-1 0 0 0 0,0 1 0 0 0,1-1 0 0 0,0 1 0 0 0,-1-1-1 0 0,1 0 1 0 0,0 1 0 0 0,0 0 0 0 0,0-1 0 0 0,0 1 0 0 0,0-1-1 0 0,0 1 1 0 0,0 0 0 0 0,0 0 0 0 0,1 0 0 0 0,-1-1 0 0 0,0 1-1 0 0,1 1 1 0 0,-1-1 0 0 0,1 0 0 0 0,-1 0 0 0 0,1 0 0 0 0,2 0-1 0 0,-2 1-11 0 0,0 0 0 0 0,0 0-1 0 0,0 1 1 0 0,-1-1-1 0 0,1 1 1 0 0,0-1 0 0 0,0 1-1 0 0,0 0 1 0 0,-1-1 0 0 0,1 1-1 0 0,0 0 1 0 0,-1 0-1 0 0,1 0 1 0 0,-1 1 0 0 0,1-1-1 0 0,-1 0 1 0 0,2 3-1 0 0,5 5-69 0 0,0 0-1 0 0,-1 1 0 0 0,0 0 0 0 0,-1 0 0 0 0,6 13 0 0 0,-8-14 43 0 0,-1-3 3 0 0,0 1 1 0 0,0-1-1 0 0,1 1 1 0 0,0-1 0 0 0,0 0-1 0 0,5 6 1 0 0,-8-11 38 0 0,1 0 0 0 0,-1 0 0 0 0,0-1-1 0 0,0 1 1 0 0,0 0 0 0 0,0 0 0 0 0,0-1 0 0 0,1 1 0 0 0,-1-1 0 0 0,0 1 0 0 0,1-1-1 0 0,-1 1 1 0 0,0-1 0 0 0,1 0 0 0 0,-1 0 0 0 0,0 0 0 0 0,1 0 0 0 0,-1 0 0 0 0,0 0 0 0 0,1 0-1 0 0,-1 0 1 0 0,1 0 0 0 0,-1-1 0 0 0,0 1 0 0 0,1 0 0 0 0,-1-1 0 0 0,0 1 0 0 0,0-1-1 0 0,1 0 1 0 0,-1 1 0 0 0,0-1 0 0 0,0 0 0 0 0,0 0 0 0 0,0 0 0 0 0,0 0 0 0 0,0 0 0 0 0,0 0-1 0 0,0 0 1 0 0,1-2 0 0 0,5-5 25 0 0,-1 0-1 0 0,0-1 0 0 0,0 1 1 0 0,7-17-1 0 0,17-26 101 0 0,-28 48-140 0 0,1 0 1 0 0,-1 0 0 0 0,1 1-1 0 0,0-1 1 0 0,0 0-1 0 0,0 1 1 0 0,0 0-1 0 0,0 0 1 0 0,0 0-1 0 0,1 0 1 0 0,-1 0-1 0 0,6-1 1 0 0,-8 3 0 0 0,1-1 0 0 0,-1 1 0 0 0,1 0 0 0 0,-1 0 0 0 0,1 0 0 0 0,-1 0 0 0 0,1 0-1 0 0,-1 0 1 0 0,1 0 0 0 0,-1 0 0 0 0,1 1 0 0 0,-1-1 0 0 0,0 0 0 0 0,1 1 0 0 0,-1-1 0 0 0,0 1 0 0 0,1 0 0 0 0,-1-1 0 0 0,1 2 0 0 0,24 21-319 0 0,-25-20 329 0 0,1 0 0 0 0,0-1 0 0 0,1 0 0 0 0,-1 1 0 0 0,0-1 0 0 0,1 0 1 0 0,-1 0-1 0 0,1 0 0 0 0,-1-1 0 0 0,1 1 0 0 0,0-1 0 0 0,0 1 0 0 0,0-1 0 0 0,0 0 0 0 0,0 0 1 0 0,5 1-1 0 0,5-3-466 0 0,0 0 1 0 0,-1 0 0 0 0,1-1 0 0 0,0-1-1 0 0,-1 0 1 0 0,1-1 0 0 0,17-7 0 0 0,-29 10 486 0 0,1 1 1 0 0,-1-1 0 0 0,1 1 0 0 0,-1-1-1 0 0,1 1 1 0 0,-1 0 0 0 0,1 0 0 0 0,-1 0-1 0 0,1 0 1 0 0,-1 0 0 0 0,1 0 0 0 0,-1 0 0 0 0,1 0-1 0 0,-1 1 1 0 0,1-1 0 0 0,-1 0 0 0 0,1 1-1 0 0,-1 0 1 0 0,0-1 0 0 0,3 2 0 0 0,-1 0 55 0 0,-1 0-1 0 0,1 1 1 0 0,-1-1 0 0 0,1 0 0 0 0,-1 1 0 0 0,0 0 0 0 0,0-1-1 0 0,0 1 1 0 0,1 3 0 0 0,3 6 185 0 0,-1 0 1 0 0,-1 0-1 0 0,6 22 1 0 0,1 18-202 0 0,-7-30 2 0 0,1 0 0 0 0,0 0 0 0 0,2-1 0 0 0,18 41 0 0 0,-24-60-92 0 0,-1-1-1 0 0,1 1 1 0 0,0-1 0 0 0,0 0 0 0 0,-1 1 0 0 0,1-1 0 0 0,0 0 0 0 0,0 0 0 0 0,1 1-1 0 0,-1-1 1 0 0,0 0 0 0 0,0 0 0 0 0,0 0 0 0 0,1 0 0 0 0,-1 0 0 0 0,2 0-1 0 0,-1-1-29 0 0,0 0-1 0 0,-1 0 1 0 0,1 0-1 0 0,0-1 1 0 0,0 1-1 0 0,-1-1 0 0 0,1 1 1 0 0,0-1-1 0 0,-1 1 1 0 0,1-1-1 0 0,-1 0 1 0 0,1 0-1 0 0,-1 0 0 0 0,1 0 1 0 0,1-2-1 0 0,-1 2 74 0 0,0-1-1 0 0,0 1 0 0 0,0-1 1 0 0,1 1-1 0 0,-1 0 0 0 0,0 0 1 0 0,1 0-1 0 0,-1 0 0 0 0,1 0 1 0 0,-1 1-1 0 0,1-1 0 0 0,-1 1 1 0 0,1 0-1 0 0,0-1 0 0 0,-1 1 1 0 0,1 0-1 0 0,-1 1 1 0 0,1-1-1 0 0,-1 0 0 0 0,1 1 1 0 0,2 0-1 0 0,-1 1 31 0 0,0 0 1 0 0,0 1-1 0 0,-1-1 0 0 0,1 1 1 0 0,-1 0-1 0 0,1 0 0 0 0,-1 0 0 0 0,0 1 1 0 0,-1-1-1 0 0,1 1 0 0 0,3 6 1 0 0,15 22 720 0 0,-3 2 0 0 0,0 0-1 0 0,16 49 1 0 0,28 114 911 0 0,-43-130-1331 0 0,-1 9 136 0 0,-3 1 0 0 0,6 92 1 0 0,-17-130-430 0 0,17 240 468 0 0,17-31 71 0 0,0 47 12 0 0,-33-251-546 0 0,31 192 548 0 0,-31-215-532 0 0,0 1 0 0 0,2-1-1 0 0,0 0 1 0 0,1-1 0 0 0,20 37-1 0 0,-13-29 2 0 0,18 53 0 0 0,-29-68-65 0 0,-1-5 68 0 0,-1 1 1 0 0,1-1-1 0 0,0 1 0 0 0,1-1 0 0 0,6 10 1 0 0,-9-17-58 0 0,0-1 1 0 0,0 0-1 0 0,0 1 1 0 0,-1-1-1 0 0,1 0 1 0 0,0 1-1 0 0,0-1 1 0 0,0 0-1 0 0,0 0 1 0 0,0 0-1 0 0,0 0 1 0 0,-1 0-1 0 0,1 0 1 0 0,0 0-1 0 0,0 0 1 0 0,0 0-1 0 0,0 0 1 0 0,0-1-1 0 0,0 1 1 0 0,-1 0-1 0 0,1-1 1 0 0,0 1-1 0 0,0 0 1 0 0,0-1-1 0 0,-1 1 1 0 0,1-1-1 0 0,1 0 1 0 0,25-17-137 0 0,-23 15 87 0 0,26-15-177 0 0,-22 13 49 0 0,0 0 0 0 0,-1 0-1 0 0,1 0 1 0 0,-1-1 0 0 0,7-7-1 0 0,-11 9 26 0 0,0 1-1 0 0,0 0 1 0 0,1 0-1 0 0,-1 0 0 0 0,1 0 1 0 0,-1 0-1 0 0,1 1 1 0 0,0-1-1 0 0,0 1 0 0 0,6-2 1 0 0,-9 4 103 0 0,1 0 0 0 0,0-1 0 0 0,-1 1 0 0 0,1 1 0 0 0,0-1 1 0 0,-1 0-1 0 0,1 0 0 0 0,0 1 0 0 0,-1-1 0 0 0,1 0 0 0 0,-1 1 0 0 0,1 0 0 0 0,-1-1 0 0 0,1 1 1 0 0,-1 0-1 0 0,1 0 0 0 0,-1 0 0 0 0,0 0 0 0 0,1 0 0 0 0,-1 0 0 0 0,0 0 0 0 0,0 0 0 0 0,0 1 1 0 0,0-1-1 0 0,0 0 0 0 0,0 1 0 0 0,0-1 0 0 0,0 1 0 0 0,-1-1 0 0 0,2 3 0 0 0,16 34 8 0 0,14 24 17 0 0,-30-58 12 0 0,0-1 1 0 0,0 0-1 0 0,1 1 0 0 0,-1-1 0 0 0,1 0 0 0 0,0 0 0 0 0,0-1 1 0 0,0 1-1 0 0,0-1 0 0 0,1 1 0 0 0,-1-1 0 0 0,1 0 1 0 0,4 2-1 0 0,-7-4 4 0 0,1 1 0 0 0,-1-1 0 0 0,1 1 0 0 0,0-1 0 0 0,-1 0 1 0 0,1 0-1 0 0,-1 0 0 0 0,1 0 0 0 0,0 0 0 0 0,-1 0 0 0 0,1 0 0 0 0,-1 0 0 0 0,1-1 1 0 0,-1 1-1 0 0,1 0 0 0 0,-1-1 0 0 0,1 0 0 0 0,-1 1 0 0 0,1-1 0 0 0,-1 0 1 0 0,0 0-1 0 0,1 0 0 0 0,1-1 0 0 0,1-3 28 0 0,0 1 0 0 0,0-1 0 0 0,0 0 0 0 0,-1 0 0 0 0,3-6 0 0 0,-4 8-23 0 0,0 0-1 0 0,-1 0 1 0 0,1-1 0 0 0,1 1 0 0 0,-1 0 0 0 0,0 1 0 0 0,1-1-1 0 0,-1 0 1 0 0,1 1 0 0 0,0-1 0 0 0,0 1 0 0 0,-1 0 0 0 0,5-2-1 0 0,-5 4-70 0 0,0 0-1 0 0,-1 0 0 0 0,1 0 0 0 0,0 0 0 0 0,-1 0 0 0 0,1 1 0 0 0,0-1 0 0 0,-1 1 0 0 0,1-1 0 0 0,0 1 0 0 0,-1 0 0 0 0,1-1 1 0 0,-1 1-1 0 0,1 0 0 0 0,-1 0 0 0 0,0 0 0 0 0,1 0 0 0 0,-1 0 0 0 0,2 2 0 0 0,29 30-200 0 0,-21-21 528 0 0,-8-9-201 0 0,0 0-1 0 0,0 0 1 0 0,1 0-1 0 0,-1 0 0 0 0,1 0 1 0 0,0-1-1 0 0,-1 1 1 0 0,1-1-1 0 0,0 0 1 0 0,5 1-1 0 0,-6-2-124 0 0,-1-1-1 0 0,1 0 1 0 0,0 0 0 0 0,-1 0-1 0 0,1 0 1 0 0,0-1 0 0 0,-1 1-1 0 0,1-1 1 0 0,0 1-1 0 0,-1-1 1 0 0,1 0 0 0 0,-1 0-1 0 0,1 0 1 0 0,-1 0 0 0 0,1-1-1 0 0,-1 1 1 0 0,4-4-1 0 0,-4 4-52 0 0,0 0 0 0 0,0 0 0 0 0,0 1 0 0 0,0-1 0 0 0,1 0-1 0 0,-1 1 1 0 0,0-1 0 0 0,0 1 0 0 0,5 0 0 0 0,2-1-2299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3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2593 2288 0 0,'-9'-30'2430'0'0,"9"30"-2351"0"0,0 0 0 0 0,0-1 0 0 0,0 1 0 0 0,-1-1 0 0 0,1 1 0 0 0,0 0 0 0 0,0-1 0 0 0,0 1 0 0 0,0-1-1 0 0,0 1 1 0 0,0-1 0 0 0,1 1 0 0 0,-1 0 0 0 0,0-1 0 0 0,0 1 0 0 0,0-1 0 0 0,0 1 0 0 0,0 0 0 0 0,0-1 0 0 0,1 1 0 0 0,-1-1 0 0 0,0 1 0 0 0,0 0 0 0 0,1-1 0 0 0,-1 1 0 0 0,0 0 0 0 0,1-1 0 0 0,-1 1 0 0 0,0 0 0 0 0,1 0 0 0 0,-1-1 0 0 0,0 1 0 0 0,1 0 0 0 0,-1 0 0 0 0,0 0 0 0 0,1-1 0 0 0,-1 1 0 0 0,1 0 0 0 0,-1 0 0 0 0,0 0 0 0 0,1 0 0 0 0,-1 0 0 0 0,1 0 0 0 0,-1 0 0 0 0,1 0 0 0 0,-1 0 0 0 0,0 0 0 0 0,1 0 0 0 0,-1 0 0 0 0,1 0 0 0 0,-1 0 0 0 0,1 0 0 0 0,-1 1 0 0 0,0-1-1 0 0,1 0 1 0 0,-1 0 0 0 0,0 0 0 0 0,1 1 0 0 0,-1-1 0 0 0,1 1 0 0 0,5 1 493 0 0,0-1 0 0 0,0 1-1 0 0,1-1 1 0 0,-1 0-1 0 0,0-1 1 0 0,1 1-1 0 0,-1-1 1 0 0,7-1-1 0 0,55-7 1397 0 0,-52 5-1629 0 0,42-2 250 0 0,-38 4-300 0 0,0-1 1 0 0,23-6 0 0 0,-39 7-296 0 0,0-1 0 0 0,0 0 0 0 0,0 0 1 0 0,0 0-1 0 0,-1-1 0 0 0,1 1 0 0 0,-1-1 0 0 0,0 0 0 0 0,1 0 1 0 0,-1 0-1 0 0,-1 0 0 0 0,1-1 0 0 0,0 1 0 0 0,-1-1 0 0 0,0 0 1 0 0,1 1-1 0 0,2-9 0 0 0,3-6-45 0 0,-1-1-1 0 0,6-27 1 0 0,-12 43 47 0 0,61-191-611 0 0,-44 123 377 0 0,-4-2 0 0 0,8-122 0 0 0,-19 165 212 0 0,1 0 0 0 0,10-34 0 0 0,-8 42 25 0 0,-2 0 1 0 0,0 0 0 0 0,-1 0-1 0 0,-1 0 1 0 0,-2-36 0 0 0,-9-153-163 0 0,8 112-1814 0 0,1 70 1955 0 0,0 0 0 0 0,-5-35 0 0 0,-2 18 624 0 0,3 0 0 0 0,1 0 0 0 0,5-61 0 0 0,0 78-491 0 0,2 0 1 0 0,1 1 0 0 0,1-1 0 0 0,1 1-1 0 0,2 0 1 0 0,17-38 0 0 0,30-32 365 0 0,-38 70-268 0 0,-2-1 0 0 0,20-45 0 0 0,-27 55-356 0 0,1 0 0 0 0,1 0 0 0 0,0 1 0 0 0,26-30 0 0 0,12-19 154 0 0,-48 66-1 0 0,0-1-1 0 0,0 1 1 0 0,0-1-1 0 0,0 1 1 0 0,0 0 0 0 0,0 0-1 0 0,1 0 1 0 0,-1-1 0 0 0,0 1-1 0 0,1 1 1 0 0,-1-1 0 0 0,1 0-1 0 0,-1 0 1 0 0,1 0 0 0 0,-1 1-1 0 0,1-1 1 0 0,0 1-1 0 0,-1-1 1 0 0,1 1 0 0 0,0 0-1 0 0,-1-1 1 0 0,1 1 0 0 0,0 0-1 0 0,-1 0 1 0 0,1 0 0 0 0,0 1-1 0 0,0-1 1 0 0,-1 0 0 0 0,1 1-1 0 0,0-1 1 0 0,-1 1-1 0 0,1-1 1 0 0,-1 1 0 0 0,1 0-1 0 0,-1 0 1 0 0,1-1 0 0 0,-1 1-1 0 0,1 0 1 0 0,1 2 0 0 0,8 6 73 0 0,0-1 0 0 0,0 2 1 0 0,17 20-1 0 0,-14-15-46 0 0,-9-10-33 0 0,30 28 0 0 0,-33-32 0 0 0,0 1 0 0 0,0 0 0 0 0,0-1 0 0 0,0 0 0 0 0,0 1 0 0 0,0-1 0 0 0,1 0 0 0 0,-1 0 0 0 0,0 0 0 0 0,1 0 0 0 0,-1-1 0 0 0,0 1 0 0 0,1-1 0 0 0,-1 1 0 0 0,3-1 0 0 0,-3-1 4 0 0,-1 1 1 0 0,0-1-1 0 0,1 0 0 0 0,-1 0 0 0 0,0 0 1 0 0,0 0-1 0 0,0 0 0 0 0,0 0 1 0 0,0 0-1 0 0,0 0 0 0 0,0 0 0 0 0,0 0 1 0 0,0 0-1 0 0,0-1 0 0 0,-1 1 0 0 0,1 0 1 0 0,0-1-1 0 0,-1 1 0 0 0,1-1 1 0 0,0-2-1 0 0,8-37 140 0 0,-7 30-114 0 0,3-8-23 0 0,0-5-15 0 0,1 0 0 0 0,10-26 0 0 0,-14 45 6 0 0,0 0 0 0 0,0-1 0 0 0,1 1 0 0 0,0 1 0 0 0,0-1 0 0 0,0 0 1 0 0,0 1-1 0 0,1-1 0 0 0,0 1 0 0 0,0 0 0 0 0,0 1 0 0 0,0-1 0 0 0,1 1 0 0 0,-1-1 0 0 0,7-2 0 0 0,-9 5-2 0 0,0 1 0 0 0,0-1-1 0 0,1 1 1 0 0,-1 0 0 0 0,1-1 0 0 0,-1 1 0 0 0,0 0-1 0 0,1 0 1 0 0,-1 1 0 0 0,0-1 0 0 0,1 0-1 0 0,-1 1 1 0 0,0 0 0 0 0,4 0 0 0 0,37 18-114 0 0,-12-5 56 0 0,-20-11 241 0 0,-7-1-301 0 0,0-1 0 0 0,0 1-1 0 0,0-1 1 0 0,0-1 0 0 0,0 1-1 0 0,0 0 1 0 0,9-1 0 0 0,-11 0 70 0 0,0-1 0 0 0,0 0 0 0 0,0 0 0 0 0,0 0 0 0 0,0 0 0 0 0,0 0 0 0 0,0 0 1 0 0,-1 0-1 0 0,1 0 0 0 0,0-1 0 0 0,-1 1 0 0 0,1-1 0 0 0,-1 1 0 0 0,1-1 0 0 0,-1 0 0 0 0,0 0 0 0 0,1 1 1 0 0,0-4-1 0 0,1 0 79 0 0,4-7-151 0 0,1 1-1 0 0,-1 0 1 0 0,2 1-1 0 0,-1 0 1 0 0,17-15 0 0 0,-23 23 144 0 0,0 1 1 0 0,0 0 0 0 0,0-1 0 0 0,0 1 0 0 0,0 0-1 0 0,0 0 1 0 0,0 0 0 0 0,1 0 0 0 0,-1 1 0 0 0,0-1-1 0 0,1 0 1 0 0,-1 1 0 0 0,0 0 0 0 0,1-1 0 0 0,-1 1-1 0 0,0 0 1 0 0,1 0 0 0 0,-1 1 0 0 0,1-1 0 0 0,-1 0-1 0 0,0 1 1 0 0,1 0 0 0 0,-1-1 0 0 0,0 1 0 0 0,0 0-1 0 0,1 0 1 0 0,-1 0 0 0 0,0 0 0 0 0,0 1-1 0 0,0-1 1 0 0,0 0 0 0 0,0 1 0 0 0,-1 0 0 0 0,1-1-1 0 0,0 1 1 0 0,-1 0 0 0 0,1 0 0 0 0,1 3 0 0 0,3 4 133 0 0,-1-1 1 0 0,0 1-1 0 0,0 0 0 0 0,-1 1 1 0 0,7 19-1 0 0,-9-21-613 0 0,1 0 1 0 0,0 0-1 0 0,0 0 0 0 0,0 0 0 0 0,1-1 0 0 0,1 1 0 0 0,-1-1 0 0 0,1 0 0 0 0,10 10 1 0 0,-14-16 207 0 0,1 0 1 0 0,-1 0 0 0 0,1 0 0 0 0,-1 0 0 0 0,1 0 0 0 0,0 0 0 0 0,-1-1-1 0 0,1 1 1 0 0,0-1 0 0 0,-1 1 0 0 0,1-1 0 0 0,0 1 0 0 0,0-1 0 0 0,0 0 0 0 0,0 0-1 0 0,-1 0 1 0 0,1 0 0 0 0,0 0 0 0 0,0-1 0 0 0,0 1 0 0 0,-1 0 0 0 0,1-1 0 0 0,3-1-1 0 0,4-1-1261 0 0,0-2 1 0 0,-1 1-1 0 0,14-10 0 0 0,4-3 639 0 0,-3 9 3512 0 0,-17 7-2098 0 0,0 1 1 0 0,0 0-1 0 0,0 1 1 0 0,0 0-1 0 0,0 0 1 0 0,0 0-1 0 0,0 0 1 0 0,-1 1 0 0 0,1 0-1 0 0,-1 0 1 0 0,1 1-1 0 0,-1-1 1 0 0,0 1-1 0 0,9 7 1 0 0,-6-4-73 0 0,0 0-1 0 0,0 1 1 0 0,-1 0 0 0 0,0 0 0 0 0,0 1-1 0 0,-1 0 1 0 0,10 16 0 0 0,80 122 1331 0 0,-59-95-1710 0 0,-35-46-109 0 0,0-1 0 0 0,0 1 0 0 0,0-1 0 0 0,-1 1 0 0 0,1 0 1 0 0,-1-1-1 0 0,0 1 0 0 0,0 0 0 0 0,-1 0 0 0 0,0 0 1 0 0,1 0-1 0 0,-2 7 0 0 0,0-7-58 0 0,1 0 1 0 0,0 0-1 0 0,1 0 0 0 0,-1 0 0 0 0,1 0 1 0 0,0 0-1 0 0,0 0 0 0 0,0 0 1 0 0,1 0-1 0 0,2 5 0 0 0,8 9-77 0 0,9 22 420 0 0,-9-5 634 0 0,-1 1-1 0 0,-2 0 0 0 0,-2 0 0 0 0,3 49 0 0 0,-4 155-1185 0 0,-6-193 299 0 0,-6 400-2635 0 0,25-108 2174 0 0,-12-198 740 0 0,-5-75-161 0 0,16 106 0 0 0,-6-99 200 0 0,-7-39-301 0 0,1 0 0 0 0,17 53-1 0 0,-10-54 580 0 0,25 49 0 0 0,-35-78-402 0 0,-1-1-1 0 0,1 0 0 0 0,1-1 1 0 0,-1 1-1 0 0,1 0 1 0 0,-1-1-1 0 0,1 0 0 0 0,0 0 1 0 0,0 0-1 0 0,7 3 1 0 0,50 21 478 0 0,-23-11-592 0 0,-24-9-444 0 0,1 0 0 0 0,0-2 0 0 0,0 0 0 0 0,30 6 0 0 0,-27-9-6976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7 109 6913 0 0,'-7'-31'2071'0'0,"8"14"2827"0"0,1 19-4562 0 0,0 0 0 0 0,0 1 1 0 0,0-1-1 0 0,0 1 0 0 0,0 0 1 0 0,0-1-1 0 0,-1 1 0 0 0,1 0 1 0 0,1 4-1 0 0,-3-6-233 0 0,3 6 152 0 0,14 20 425 0 0,-17-26-674 0 0,1-1-1 0 0,-1 0 1 0 0,0 0-1 0 0,0 0 1 0 0,0 0 0 0 0,1 0-1 0 0,-1 0 1 0 0,0 1-1 0 0,0-1 1 0 0,0 0 0 0 0,1 0-1 0 0,-1 0 1 0 0,0 0-1 0 0,0 0 1 0 0,0 0 0 0 0,1 0-1 0 0,-1 0 1 0 0,0 0-1 0 0,0 0 1 0 0,1 0 0 0 0,-1 0-1 0 0,0 0 1 0 0,0 0-1 0 0,1 0 1 0 0,-1 0-1 0 0,0 0 1 0 0,0 0 0 0 0,0 0-1 0 0,1 0 1 0 0,-1-1-1 0 0,0 1 1 0 0,0 0 0 0 0,0 0-1 0 0,1 0 1 0 0,-1 0-1 0 0,0 0 1 0 0,0-1 0 0 0,0 1-1 0 0,7-19 258 0 0,-6 11-120 0 0,0 0 0 0 0,-1 1 0 0 0,1-1 0 0 0,-2 0 1 0 0,0-8-1 0 0,0 12-204 0 0,1 0 0 0 0,-1 0 0 0 0,0 0 0 0 0,0 0 0 0 0,0 0 0 0 0,-1 0 0 0 0,1 0 1 0 0,-1 1-1 0 0,0-1 0 0 0,0 0 0 0 0,-4-4 0 0 0,5 8-275 0 0,1-1 279 0 0,0 1 1 0 0,0 0 0 0 0,0 0 0 0 0,0 0 0 0 0,0 0 0 0 0,-1 0 0 0 0,1 0 0 0 0,0 0 0 0 0,0 0 0 0 0,0 0 0 0 0,0 0 0 0 0,-1 0 0 0 0,1 0-1 0 0,0 0 1 0 0,0 0 0 0 0,0 0 0 0 0,0 0 0 0 0,-1 0 0 0 0,1 0 0 0 0,0 0 0 0 0,0 0 0 0 0,0 1 0 0 0,0-1 0 0 0,0 0 0 0 0,-1 0 0 0 0,0 2-786 0 0,1-2 786 0 0,0 0 0 0 0,0 0 0 0 0,0 0 0 0 0,0 1 0 0 0,-3 8-1592 0 0,3 5-61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11 5065 0 0,'-7'4'7965'0'0,"10"4"-8507"0"0,-2-5 711 0 0,3 11 557 0 0,1-1 0 0 0,9 21 0 0 0,-13-31-675 0 0,0 0-1 0 0,1 0 1 0 0,0-1-1 0 0,-1 1 0 0 0,1-1 1 0 0,0 1-1 0 0,0-1 0 0 0,1 0 1 0 0,-1 0-1 0 0,0 0 0 0 0,1 0 1 0 0,-1 0-1 0 0,1 0 1 0 0,0-1-1 0 0,-1 1 0 0 0,1-1 1 0 0,5 2-1 0 0,-8-3-42 0 0,1 0 1 0 0,-1 0-1 0 0,1 0 1 0 0,-1 0-1 0 0,1 0 1 0 0,-1 0-1 0 0,1 0 1 0 0,-1 0-1 0 0,1 0 0 0 0,-1 0 1 0 0,1 0-1 0 0,-1 0 1 0 0,1 0-1 0 0,-1 0 1 0 0,1 0-1 0 0,-1 0 1 0 0,0-1-1 0 0,1 1 1 0 0,-1 0-1 0 0,1 0 0 0 0,-1-1 1 0 0,1 1-1 0 0,-1 0 1 0 0,0-1-1 0 0,1 1 1 0 0,-1 0-1 0 0,0-1 1 0 0,1 1-1 0 0,-1-1 0 0 0,0 1 1 0 0,1-1-1 0 0,-1 0 1 0 0,4-21 426 0 0,-9-21 615 0 0,2 36-829 0 0,1 1-1 0 0,-1-1 1 0 0,0 1-1 0 0,-8-12 0 0 0,11 18-185 0 0,-1-1-1 0 0,0 0 1 0 0,1 0 0 0 0,-1 0-1 0 0,0 1 1 0 0,1-1-1 0 0,-1 0 1 0 0,0 1-1 0 0,0-1 1 0 0,1 1-1 0 0,-1-1 1 0 0,0 1-1 0 0,0-1 1 0 0,0 1 0 0 0,0-1-1 0 0,0 1 1 0 0,0 0-1 0 0,-1-1 1 0 0,1 2-24 0 0,0-1 1 0 0,0 0 0 0 0,0 1-1 0 0,0-1 1 0 0,1 1 0 0 0,-1-1-1 0 0,0 1 1 0 0,0-1 0 0 0,0 1-1 0 0,1-1 1 0 0,-1 1 0 0 0,0 0-1 0 0,1 0 1 0 0,-1-1 0 0 0,1 1-1 0 0,-1 0 1 0 0,1 0 0 0 0,-1 0-1 0 0,1-1 1 0 0,0 1 0 0 0,-1 0-1 0 0,1 0 1 0 0,0 0 0 0 0,-1 1-1 0 0,-4 26-874 0 0,2-8-122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1 2304 0 0,'-7'3'695'0'0,"0"-1"-1"0"0,0 1 0 0 0,0-1 1 0 0,-1-1-1 0 0,1 1 0 0 0,-1-1 1 0 0,-10 0-1 0 0,136 2 6465 0 0,0 3-4481 0 0,122 4-1605 0 0,-185-11-1031 0 0,18 0 151 0 0,0 3 0 0 0,113 17 1 0 0,-160-11-1811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6913 0 0,'0'0'66'0'0,"-1"-1"0"0"0,0 0 0 0 0,1 0 0 0 0,0 0 1 0 0,-1 0-1 0 0,1 0 0 0 0,0 0 0 0 0,-1 0 0 0 0,1 0 0 0 0,0 0 0 0 0,0 0 0 0 0,0 0 0 0 0,0 0 0 0 0,0 0 0 0 0,0 0 0 0 0,0 0 0 0 0,0 0 0 0 0,0 0 0 0 0,0 0 0 0 0,1 0 0 0 0,-1 0 0 0 0,0 0 0 0 0,1 0 0 0 0,-1 0 0 0 0,1 0 0 0 0,-1 0 0 0 0,1 0 0 0 0,-1 0 0 0 0,1 1 0 0 0,0-1 0 0 0,-1 0 0 0 0,1 0 0 0 0,0 1 0 0 0,0-1 0 0 0,-1 0 0 0 0,1 1 0 0 0,1-1 0 0 0,32-24 3249 0 0,-5 12-2074 0 0,1 2-1 0 0,0 0 0 0 0,1 2 0 0 0,0 2 0 0 0,58-8 0 0 0,-27 10-839 0 0,-1 2 0 0 0,68 6 0 0 0,-95 1-1246 0 0,37 8 1 0 0,6 2-3098 0 0,-72-14 3357 0 0,0 0 0 0 0,0 0 0 0 0,0 0 0 0 0,0-1 0 0 0,0 1 0 0 0,0-1 0 0 0,6-3 0 0 0,6-1-3652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0 5985 0 0,'0'1'623'0'0,"-5"113"2396"0"0,1 42-663 0 0,16 80-23 0 0,16 245-940 0 0,31-2-739 0 0,-24-282-22 0 0,92 600 329 0 0,-125-786-1066 0 0,3 29-625 0 0,-1 1 0 0 0,-2 0 0 0 0,-4 54 0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4145 0 0,'0'-1'83'0'0,"0"0"0"0"0,0 0 1 0 0,0 1-1 0 0,0-1 0 0 0,0 0 0 0 0,0 0 0 0 0,0 0 1 0 0,1 0-1 0 0,-1 1 0 0 0,0-1 0 0 0,0 0 0 0 0,1 0 1 0 0,-1 1-1 0 0,1-1 0 0 0,-1 0 0 0 0,1 0 0 0 0,-1 1 1 0 0,1-1-1 0 0,-1 0 0 0 0,1 1 0 0 0,0-1 0 0 0,-1 1 1 0 0,2-1-1 0 0,16-16 1259 0 0,-4 6-546 0 0,2 1 0 0 0,-1 0 1 0 0,2 1-1 0 0,-1 1 0 0 0,1 1 0 0 0,32-10 0 0 0,-14 7-257 0 0,0 2 1 0 0,54-5-1 0 0,-43 10-210 0 0,-1 2 0 0 0,70 8 0 0 0,91 22-7 0 0,-108-13-217 0 0,731 64 2023 0 0,-548-58-1907 0 0,-161-7-3616 0 0,-106-13-2086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6449 0 0,'-6'7'7944'0'0,"4"17"-6137"0"0,1-15-971 0 0,-22 271 3399 0 0,22 144-5031 0 0,65 172-1637 0 0,-41-433 1360 0 0,6 4-701 0 0,5 49-1326 0 0,-33-214 2976 0 0,1 45 726 0 0,-2-45-663 0 0,-1 1 1 0 0,1 0 0 0 0,0 0 0 0 0,-1-1 0 0 0,0 1 0 0 0,1 0 0 0 0,-1-1-1 0 0,0 1 1 0 0,0 0 0 0 0,-1-1 0 0 0,1 0 0 0 0,-1 1 0 0 0,1-1 0 0 0,-3 3-1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2107 1 5529 0 0,'-1'1'135'0'0,"0"0"0"0"0,0 0 0 0 0,0 0 0 0 0,0 0 0 0 0,-1 0 0 0 0,1 0 0 0 0,0 0 0 0 0,0 0-1 0 0,0 0 1 0 0,-1-1 0 0 0,1 1 0 0 0,0 0 0 0 0,-1-1 0 0 0,1 1 0 0 0,-1-1 0 0 0,1 1 0 0 0,-2-1 0 0 0,-33 5-122 0 0,14-2-86 0 0,-182 48-1372 0 0,-89 21 1683 0 0,-61 3-4547 0 0,118-30 6752 0 0,202-40-2583 0 0,1-1-1 0 0,-1-2 1 0 0,-60-5-1 0 0,-100-22 1947 0 0,11 0 2075 0 0,147 23-2381 0 0,0 1 0 0 0,1 1 0 0 0,-42 7 0 0 0,-15 3 469 0 0,47-5-2492 0 0,1 1-4418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1840 0 0,'-5'3'522'0'0,"-1"1"0"0"0,0 0 0 0 0,1 0-1 0 0,0 0 1 0 0,0 1 0 0 0,0 0-1 0 0,0 0 1 0 0,1 0 0 0 0,0 0 0 0 0,0 1-1 0 0,0 0 1 0 0,1 0 0 0 0,0 0-1 0 0,-4 12 1 0 0,7-18-443 0 0,-1 0 0 0 0,1 1 1 0 0,1-1-1 0 0,-1 0 0 0 0,0 0 0 0 0,0 1 1 0 0,0-1-1 0 0,0 0 0 0 0,0 1 0 0 0,0-1 0 0 0,0 0 1 0 0,0 0-1 0 0,0 1 0 0 0,0-1 0 0 0,1 0 0 0 0,-1 0 1 0 0,0 1-1 0 0,0-1 0 0 0,0 0 0 0 0,1 0 1 0 0,-1 0-1 0 0,0 1 0 0 0,0-1 0 0 0,0 0 0 0 0,1 0 1 0 0,-1 0-1 0 0,0 0 0 0 0,0 1 0 0 0,1-1 0 0 0,-1 0 1 0 0,0 0-1 0 0,1 0 0 0 0,-1 0 0 0 0,0 0 1 0 0,0 0-1 0 0,1 0 0 0 0,-1 0 0 0 0,21 2 1490 0 0,27-7-304 0 0,-40 4-822 0 0,187-29 2125 0 0,-125 18-2454 0 0,-49 8-552 0 0,0 2 1 0 0,34 1 0 0 0,-38 2-617 0 0,0 0 1 0 0,0 1-1 0 0,0 1 0 0 0,0 1 1 0 0,-1 1-1 0 0,26 9 0 0 0,-32-9-143 0 0,0 2-2064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0,'0'1'16'0'0,"0"0"1"0"0,0 0-1 0 0,0 0 1 0 0,0-1 0 0 0,0 1-1 0 0,1 0 1 0 0,-1 0 0 0 0,0 0-1 0 0,0 0 1 0 0,1-1-1 0 0,-1 1 1 0 0,0 0 0 0 0,1 0-1 0 0,-1 0 1 0 0,1-1-1 0 0,-1 1 1 0 0,1 0 0 0 0,-1-1-1 0 0,1 1 1 0 0,-1 0-1 0 0,1-1 1 0 0,0 1 0 0 0,-1-1-1 0 0,1 1 1 0 0,0-1-1 0 0,-1 1 1 0 0,1-1 0 0 0,0 0-1 0 0,0 1 1 0 0,0-1-1 0 0,-1 0 1 0 0,1 1 0 0 0,0-1-1 0 0,0 0 1 0 0,0 0-1 0 0,0 0 1 0 0,0 0 0 0 0,-1 0-1 0 0,1 0 1 0 0,1 0-1 0 0,51 1 3011 0 0,-31-2-244 0 0,0 4-880 0 0,-1 0-1 0 0,36 10 1 0 0,86 39 281 0 0,-94-32-1982 0 0,61 17 0 0 0,-33-20 48 0 0,-1-2 0 0 0,2-4 1 0 0,121 1-1 0 0,-177-13-409 0 0,13 1 170 0 0,-12 5-6236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1376 0 0,'6'0'5826'0'0,"-8"5"-5184"0"0,1 0 1 0 0,0 1-1 0 0,0-1 1 0 0,1 1-1 0 0,0 0 1 0 0,0-1 0 0 0,0 1-1 0 0,0-1 1 0 0,2 7-1 0 0,1 1-214 0 0,0-1 0 0 0,1 0 0 0 0,8 19-1 0 0,-2-10-374 0 0,0-1 0 0 0,2 0 0 0 0,1-1-1 0 0,17 21 1 0 0,-4-10 349 0 0,2-2 1 0 0,1-1-1 0 0,48 36 1 0 0,-73-60-297 0 0,0 0 1 0 0,0-1 0 0 0,1 1 0 0 0,-1-1 0 0 0,1 0-1 0 0,-1 0 1 0 0,1 0 0 0 0,0-1 0 0 0,0 1-1 0 0,0-1 1 0 0,0 0 0 0 0,0-1 0 0 0,7 1 0 0 0,-10-1-45 0 0,1-1 0 0 0,0 0 0 0 0,0 1 0 0 0,0-1 0 0 0,-1 0 0 0 0,1 0 0 0 0,0-1 0 0 0,-1 1 0 0 0,1 0 1 0 0,-1-1-1 0 0,1 0 0 0 0,-1 1 0 0 0,0-1 0 0 0,0 0 0 0 0,0 0 0 0 0,0 0 0 0 0,0-1 0 0 0,0 1 0 0 0,0 0 1 0 0,-1-1-1 0 0,1 1 0 0 0,-1-1 0 0 0,0 0 0 0 0,2-3 0 0 0,17-48 359 0 0,-15 38-2116 0 0,1 0 0 0 0,1 1 0 0 0,14-25 0 0 0,-17 35 1003 0 0,0 0 1 0 0,0 0-1 0 0,0 0 1 0 0,1 0-1 0 0,0 0 1 0 0,0 1-1 0 0,0 0 0 0 0,1 0 1 0 0,-1 1-1 0 0,1-1 1 0 0,0 1-1 0 0,0 0 1 0 0,6-2-1 0 0,0 1 675 0 0,-2 2 17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0 456 0 0,'-17'1'8261'0'0,"34"19"-1849"0"0,-11-13-7006 0 0,23 21 2438 0 0,33 25 0 0 0,-38-34-2063 0 0,-1 1 0 0 0,0 1 1 0 0,21 27-1 0 0,-35-34-3710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7 184 3225 0 0,'-1'-4'309'0'0,"-1"-1"0"0"0,1 1 1 0 0,0 0-1 0 0,1-1 0 0 0,-1 1 1 0 0,1-1-1 0 0,0 1 0 0 0,0-1 1 0 0,0 1-1 0 0,1-1 0 0 0,1-7 1 0 0,0 0 378 0 0,1 1 0 0 0,1-1 0 0 0,4-12 0 0 0,-5 19-374 0 0,0-1 1 0 0,-1 1-1 0 0,2 0 0 0 0,-1 0 1 0 0,1 0-1 0 0,-1 1 0 0 0,1-1 1 0 0,1 1-1 0 0,-1 0 1 0 0,6-5-1 0 0,-8 8-243 0 0,-1 0 0 0 0,0 1 1 0 0,0-1-1 0 0,0 1 0 0 0,0-1 0 0 0,1 1 0 0 0,-1-1 1 0 0,0 1-1 0 0,1 0 0 0 0,-1-1 0 0 0,0 1 0 0 0,1 0 0 0 0,-1 0 1 0 0,0 0-1 0 0,1 0 0 0 0,-1 0 0 0 0,0 0 0 0 0,1 0 1 0 0,1 1-1 0 0,-1 0-64 0 0,0 1 0 0 0,-1-1 1 0 0,1 0-1 0 0,0 0 0 0 0,-1 1 0 0 0,1-1 1 0 0,-1 1-1 0 0,1-1 0 0 0,-1 1 1 0 0,0 0-1 0 0,0-1 0 0 0,0 1 0 0 0,0 0 1 0 0,0 0-1 0 0,0 0 0 0 0,0 0 1 0 0,0 2-1 0 0,2 8-86 0 0,-1 1 1 0 0,0-1-1 0 0,-1 1 1 0 0,-1 0-1 0 0,1 0 1 0 0,-2-1-1 0 0,0 1 1 0 0,-1 0-1 0 0,0-1 1 0 0,0 1-1 0 0,-2-1 1 0 0,1 0-1 0 0,-2 0 1 0 0,-10 22-1 0 0,11-28-522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4145 0 0,'1'0'157'0'0,"-1"0"-1"0"0,1-1 1 0 0,-1 1 0 0 0,1 0 0 0 0,-1 0 0 0 0,1 0-1 0 0,-1 0 1 0 0,1 0 0 0 0,-1 0 0 0 0,1 0 0 0 0,-1 0-1 0 0,1 0 1 0 0,-1 0 0 0 0,1 0 0 0 0,-1 0-1 0 0,1 0 1 0 0,-1 1 0 0 0,1-1 0 0 0,-1 0 0 0 0,1 0-1 0 0,-1 1 1 0 0,0-1 0 0 0,1 0 0 0 0,-1 0 0 0 0,1 1-1 0 0,-1-1 158 0 0,1 1-157 0 0,-1-1-1 0 0,0 1 1 0 0,1-1 0 0 0,-1 0 0 0 0,1 2 0 0 0,11 14 1740 0 0,-11-14-1499 0 0,10 14 868 0 0,1 2-637 0 0,1 0 0 0 0,0-1 0 0 0,1 0 0 0 0,0-1 1 0 0,20 16-1 0 0,-5-6-380 0 0,-23-19-625 0 0,0-1 0 0 0,0 0 1 0 0,1 0-1 0 0,0-1 0 0 0,0 0 0 0 0,1 0 1 0 0,11 6-1 0 0,-13-11-2191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29 194 4609 0 0,'-1'0'73'0'0,"0"1"0"0"0,0-1 1 0 0,0 0-1 0 0,-1-1 0 0 0,1 1 0 0 0,0 0 0 0 0,0 0 1 0 0,0 0-1 0 0,0-1 0 0 0,0 1 0 0 0,0 0 0 0 0,0-1 1 0 0,0 1-1 0 0,1-1 0 0 0,-1 1 0 0 0,0-1 0 0 0,0 0 1 0 0,0 1-1 0 0,0-1 0 0 0,1 0 0 0 0,-1 0 0 0 0,0 1 1 0 0,1-1-1 0 0,-1 0 0 0 0,0 0 0 0 0,1 0 0 0 0,-1-1 1 0 0,0 0 142 0 0,0-1 1 0 0,1 0-1 0 0,-1 1 1 0 0,1-1 0 0 0,0 0-1 0 0,0 1 1 0 0,0-1 0 0 0,0 1-1 0 0,0-1 1 0 0,2-4 0 0 0,0-3 494 0 0,1 0 1 0 0,0 0 0 0 0,1 0-1 0 0,10-17 1 0 0,-7 14-302 0 0,1 1 0 0 0,15-18 0 0 0,-20 27-786 0 0,0 1-1 0 0,0-1 1 0 0,0 0 0 0 0,0 1 0 0 0,0-1-1 0 0,1 1 1 0 0,-1 0 0 0 0,7-3 0 0 0</inkml:trace>
  <inkml:trace contextRef="#ctx0" brushRef="#br0" timeOffset="1">167 309 3225 0 0,'25'-17'1752'0'0,"13"-23"3758"0"0,11-11-2501 0 0,-43 46-3105 0 0,0 1-1 0 0,0-1 1 0 0,0 1 0 0 0,0 0 0 0 0,1 0 0 0 0,11-5 0 0 0,-14 8-305 0 0,0 0 0 0 0,0 0 0 0 0,0 1 0 0 0,1-1 0 0 0,-1 1 0 0 0,7 0-1 0 0,8 1-1059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8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483 320 5065 0 0,'-81'-72'421'0'0,"-59"-49"1628"0"0,117 104-1160 0 0,-1 1 0 0 0,-1 1-1 0 0,0 1 1 0 0,-38-15 0 0 0,54 25-282 0 0,0 1 1 0 0,-1 1-1 0 0,1 0 1 0 0,-1 0-1 0 0,0 1 1 0 0,0 0-1 0 0,0 0 1 0 0,-15 2-1 0 0,68 9 298 0 0,1 0-1245 0 0,14-3 143 0 0,0-2 0 0 0,80-3 1 0 0,118-20 29 0 0,-60 2-533 0 0,-79 7 535 0 0,78-2 180 0 0,-161 11-189 0 0,-1 1 0 0 0,1 2 0 0 0,56 13-1 0 0,-75-12-220 0 0,0 1 0 0 0,21 10-1 0 0,-9-1-4220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9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21 8754 0 0,'-34'-21'7357'0'0,"51"33"-6792"0"0,42 36-182 0 0,-45-35-294 0 0,0-1-1 0 0,1 0 1 0 0,1-1-1 0 0,0-1 1 0 0,24 11-1 0 0,21 1-169 0 0,1-2-1 0 0,86 14 0 0 0,-129-30-11 0 0,-19-4 97 0 0,1 0 0 0 0,-1 0 0 0 0,1 1 0 0 0,0-1 0 0 0,-1 0 0 0 0,1 0 0 0 0,0 0 0 0 0,-1 0 0 0 0,1 1 0 0 0,-1-1 1 0 0,1 0-1 0 0,-1 1 0 0 0,1-1 0 0 0,-1 0 0 0 0,1 1 0 0 0,-1-1 0 0 0,1 1 0 0 0,-1-1 0 0 0,1 1 0 0 0,-1-1 0 0 0,0 1 0 0 0,1-1 0 0 0,-1 1 1 0 0,0-1-1 0 0,1 1 0 0 0,-1-1 0 0 0,0 1 0 0 0,0 0 0 0 0,0-1 0 0 0,1 1 0 0 0,-1-1 0 0 0,0 1 0 0 0,0 0 0 0 0,0-1 0 0 0,0 1 0 0 0,0 0 1 0 0,0-1-1 0 0,0 1 0 0 0,0-1 0 0 0,0 1 0 0 0,-1 0 0 0 0,1-1 0 0 0,0 1 0 0 0,0-1 0 0 0,0 1 0 0 0,-1 0 0 0 0,1-1 0 0 0,0 1 0 0 0,-1-1 0 0 0,1 1 1 0 0,-1-1-1 0 0,1 1 0 0 0,0-1 0 0 0,-1 1 0 0 0,1-1 0 0 0,-1 1 0 0 0,-35 35 1653 0 0,23-24-1275 0 0,-111 137 1767 0 0,56-64-1576 0 0,43-54-210 0 0,-35 56 1 0 0,52-74-948 0 0,1 0 1 0 0,-10 28-1 0 0,15-33-622 0 0,0 0-1 0 0,0 0 1 0 0,0 0-1 0 0,1 1 1 0 0,1-1 0 0 0,-1 12-1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38 232 2304 0 0,'-14'-14'158'0'0,"-1"1"3170"0"0,15 13-3265 0 0,-1 0 1 0 0,1 1 0 0 0,-1-1-1 0 0,0 0 1 0 0,1 1-1 0 0,-1-1 1 0 0,1 1 0 0 0,0-1-1 0 0,-1 1 1 0 0,1-1 0 0 0,-1 1-1 0 0,1-1 1 0 0,0 1 0 0 0,-1-1-1 0 0,1 1 1 0 0,0-1-1 0 0,-1 1 1 0 0,1 0 0 0 0,0-1-1 0 0,0 1 1 0 0,0 0 0 0 0,0-1-1 0 0,0 1 1 0 0,-1-1 0 0 0,1 1-1 0 0,0 0 1 0 0,0-1-1 0 0,1 1 1 0 0,-1 0 0 0 0,0-1-1 0 0,0 1 1 0 0,0 1 0 0 0,0 15 330 0 0,-1 0 0 0 0,4 19 0 0 0,-3-30-362 0 0,1-1 1 0 0,0 1-1 0 0,0-1 1 0 0,1 1-1 0 0,-1-1 1 0 0,1 0-1 0 0,0 0 0 0 0,1 0 1 0 0,-1 0-1 0 0,6 7 1 0 0,-7-11-28 0 0,-1-1 0 0 0,0 1 0 0 0,0-1 0 0 0,1 0 0 0 0,-1 1 0 0 0,0-1 0 0 0,1 1 0 0 0,-1-1 0 0 0,1 0 1 0 0,-1 1-1 0 0,0-1 0 0 0,1 0 0 0 0,-1 0 0 0 0,1 1 0 0 0,-1-1 0 0 0,1 0 0 0 0,-1 0 0 0 0,1 0 0 0 0,-1 0 0 0 0,1 0 0 0 0,-1 0 1 0 0,1 1-1 0 0,-1-1 0 0 0,1 0 0 0 0,-1 0 0 0 0,1 0 0 0 0,-1-1 0 0 0,1 1 0 0 0,-1 0 0 0 0,1 0 0 0 0,-1 0 0 0 0,1 0 0 0 0,-1 0 1 0 0,0-1-1 0 0,1 1 0 0 0,13-18-25 0 0,0-26 199 0 0,-9 24-142 0 0,2-14 51 0 0,2 0 1 0 0,1 0 0 0 0,18-39-1 0 0,-28 72-88 0 0,0 1 0 0 0,0-1 0 0 0,1 1-1 0 0,-1-1 1 0 0,0 1 0 0 0,0-1 0 0 0,1 1 0 0 0,-1-1 0 0 0,0 1-1 0 0,1-1 1 0 0,-1 1 0 0 0,1-1 0 0 0,-1 1 0 0 0,1 0 0 0 0,-1-1-1 0 0,0 1 1 0 0,1 0 0 0 0,-1-1 0 0 0,1 1 0 0 0,0 0 0 0 0,-1 0-1 0 0,1-1 1 0 0,-1 1 0 0 0,1 0 0 0 0,-1 0 0 0 0,1 0-1 0 0,-1 0 1 0 0,1 0 0 0 0,0 0 0 0 0,0 0 0 0 0,1 0-1 0 0,-1 1 0 0 0,0 0 0 0 0,1-1 0 0 0,-1 1-1 0 0,0 0 1 0 0,0 0 0 0 0,0 0 0 0 0,0 0 0 0 0,1 0 0 0 0,-1 0 0 0 0,-1 0 0 0 0,3 2 0 0 0,24 44-38 0 0,-24-40 30 0 0,34 78 131 0 0,-28-59-89 0 0,2-1-1 0 0,20 35 0 0 0,-31-59-38 0 0,1 1 0 0 0,-1-1 1 0 0,1 0-1 0 0,0 1 0 0 0,-1-1 0 0 0,1 0 0 0 0,0 0 0 0 0,0 0 0 0 0,0 0 1 0 0,0 0-1 0 0,0 0 0 0 0,0 0 0 0 0,0 0 0 0 0,0 0 0 0 0,1 0 0 0 0,-1 0 0 0 0,0-1 1 0 0,0 1-1 0 0,1-1 0 0 0,-1 1 0 0 0,0-1 0 0 0,1 1 0 0 0,-1-1 0 0 0,1 0 0 0 0,-1 1 1 0 0,0-1-1 0 0,1 0 0 0 0,-1 0 0 0 0,1 0 0 0 0,-1 0 0 0 0,1 0 0 0 0,-1-1 1 0 0,3 0-1 0 0,-2 0-15 0 0,1-1 0 0 0,-1 0 0 0 0,1 0 0 0 0,-1 0 0 0 0,0-1 1 0 0,1 1-1 0 0,-1-1 0 0 0,-1 1 0 0 0,1-1 0 0 0,0 0 0 0 0,-1 1 1 0 0,1-1-1 0 0,-1 0 0 0 0,2-4 0 0 0,61-191-323 0 0,-64 199 346 0 0,0-1-1 0 0,0 0 1 0 0,0 1-1 0 0,0-1 1 0 0,0 0 0 0 0,0 1-1 0 0,0-1 1 0 0,1 0-1 0 0,-1 1 1 0 0,0-1 0 0 0,0 0-1 0 0,0 0 1 0 0,0 1-1 0 0,1-1 1 0 0,-1 0 0 0 0,0 0-1 0 0,0 1 1 0 0,1-1-1 0 0,-1 0 1 0 0,0 0 0 0 0,1 1-1 0 0,-1-1 1 0 0,0 0 0 0 0,1 0-1 0 0,-1 0 1 0 0,0 0-1 0 0,1 0 1 0 0,-1 0 0 0 0,0 0-1 0 0,1 1 1 0 0,-1-1-1 0 0,0 0 1 0 0,1 0 0 0 0,-1 0-1 0 0,0 0 1 0 0,1-1-1 0 0,-1 1 1 0 0,0 0 0 0 0,1 0-1 0 0,-1 0 1 0 0,0 0-1 0 0,1 0 1 0 0,-1 0 0 0 0,0 0-1 0 0,1-1 1 0 0,-1 1-1 0 0,0 0 1 0 0,0 0 0 0 0,1 0-1 0 0,-1-1 1 0 0,0 1-1 0 0,0 0 1 0 0,1 0 0 0 0,-1-1-1 0 0,0 1 1 0 0,0 0-1 0 0,0 0 1 0 0,1-1 0 0 0,-1 1-1 0 0,0 0 1 0 0,0-1-1 0 0,0 1 1 0 0,0 0 0 0 0,0-1-1 0 0,0 1 1 0 0,0 0-1 0 0,1-1 1 0 0,-1 1 0 0 0,0-1-1 0 0,18 42 440 0 0,-16-35-285 0 0,1 1 0 0 0,-1-1 0 0 0,1-1 1 0 0,0 1-1 0 0,6 7 0 0 0,-9-12-154 0 0,1-1 0 0 0,0 0 0 0 0,-1 0 1 0 0,1 1-1 0 0,0-1 0 0 0,-1 0 1 0 0,1 0-1 0 0,0 0 0 0 0,0 0 0 0 0,-1 0 1 0 0,1 0-1 0 0,0 0 0 0 0,0 0 0 0 0,-1 0 1 0 0,1 0-1 0 0,0 0 0 0 0,0 0 0 0 0,-1 0 1 0 0,1-1-1 0 0,0 1 0 0 0,-1 0 0 0 0,1 0 1 0 0,0-1-1 0 0,-1 1 0 0 0,1-1 0 0 0,0 1 1 0 0,-1-1-1 0 0,1 1 0 0 0,-1-1 1 0 0,1 1-1 0 0,-1-1 0 0 0,1 1 0 0 0,-1-1 1 0 0,1 1-1 0 0,-1-1 0 0 0,0 0 0 0 0,1 1 1 0 0,-1-1-1 0 0,1-1 0 0 0,16-33 39 0 0,-15 30 12 0 0,22-62 294 0 0,-19 48-254 0 0,2 0 0 0 0,0 1 0 0 0,12-23 0 0 0,-18 40-90 0 0,-1 0 1 0 0,0 1 0 0 0,1-1 0 0 0,-1 0 0 0 0,0 1 0 0 0,1-1-1 0 0,-1 1 1 0 0,1-1 0 0 0,-1 1 0 0 0,1-1 0 0 0,-1 1 0 0 0,1-1-1 0 0,0 1 1 0 0,-1-1 0 0 0,1 1 0 0 0,0-1 0 0 0,-1 1 0 0 0,1 0 0 0 0,0 0-1 0 0,-1-1 1 0 0,1 1 0 0 0,0 0 0 0 0,-1 0 0 0 0,1 0 0 0 0,0 0-1 0 0,0 0 1 0 0,-1 0 0 0 0,1 0 0 0 0,1 0 0 0 0,0 0-2 0 0,-1 1 0 0 0,1 0 0 0 0,-1 0 0 0 0,1 0-1 0 0,-1 0 1 0 0,1 0 0 0 0,-1 0 0 0 0,0 0 0 0 0,0 0 0 0 0,1 0 0 0 0,-1 1 0 0 0,1 1 0 0 0,5 8-9 0 0,0-1 0 0 0,8 22-1 0 0,-12-27 18 0 0,10 23-85 0 0,1 1-299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0 4145 0 0,'-1'1'72'0'0,"0"-1"-1"0"0,0 1 1 0 0,0-1 0 0 0,0 1-1 0 0,0 0 1 0 0,0-1 0 0 0,1 1 0 0 0,-1 0-1 0 0,0-1 1 0 0,1 1 0 0 0,-1 0 0 0 0,0 0-1 0 0,1 0 1 0 0,-1 0 0 0 0,1 0-1 0 0,-1 0 1 0 0,1 0 0 0 0,-1 0 0 0 0,1 0-1 0 0,0 0 1 0 0,0 0 0 0 0,-1 0-1 0 0,1 0 1 0 0,0 0 0 0 0,0 0 0 0 0,0 0-1 0 0,0 0 1 0 0,0 2 0 0 0,1 34 616 0 0,4 8-307 0 0,3-1-1 0 0,2 0 0 0 0,21 61 0 0 0,-29-97-341 0 0,1-1 0 0 0,0 0 0 0 0,0 0 0 0 0,1 0 1 0 0,0 0-1 0 0,0-1 0 0 0,8 10 0 0 0,-11-15-36 0 0,0 0 1 0 0,0 1-1 0 0,0-1 0 0 0,0 0 0 0 0,1 0 1 0 0,-1 0-1 0 0,0-1 0 0 0,1 1 0 0 0,-1 0 1 0 0,1 0-1 0 0,-1-1 0 0 0,1 1 0 0 0,-1-1 1 0 0,1 1-1 0 0,-1-1 0 0 0,1 0 0 0 0,0 0 1 0 0,-1 1-1 0 0,1-1 0 0 0,-1 0 1 0 0,1 0-1 0 0,0-1 0 0 0,-1 1 0 0 0,1 0 1 0 0,-1 0-1 0 0,1-1 0 0 0,-1 1 0 0 0,1-1 1 0 0,-1 0-1 0 0,1 1 0 0 0,-1-1 0 0 0,1 0 1 0 0,-1 0-1 0 0,0 0 0 0 0,1 0 0 0 0,-1 0 1 0 0,0 0-1 0 0,0 0 0 0 0,0 0 0 0 0,0 0 1 0 0,0-1-1 0 0,1 0 0 0 0,5-7-111 0 0,-1-1-1 0 0,0 1 0 0 0,-1-1 0 0 0,0 1 1 0 0,-1-2-1 0 0,0 1 0 0 0,0 0 0 0 0,-1-1 1 0 0,0 0-1 0 0,-1 1 0 0 0,1-17 1 0 0,0 11-10 0 0,0 0 0 0 0,1 0 0 0 0,11-29 0 0 0,-15 44 127 0 0,0 0 0 0 0,1 1 0 0 0,-1-1 0 0 0,0 1 0 0 0,0-1 0 0 0,0 0 1 0 0,1 1-1 0 0,-1-1 0 0 0,0 1 0 0 0,1-1 0 0 0,-1 1 0 0 0,1-1 0 0 0,-1 1 0 0 0,0-1 0 0 0,1 1 0 0 0,-1-1 0 0 0,1 1 1 0 0,-1 0-1 0 0,1-1 0 0 0,0 1 0 0 0,-1 0 0 0 0,1-1 0 0 0,-1 1 0 0 0,1 0 0 0 0,0 0 0 0 0,-1 0 0 0 0,1 0 0 0 0,-1-1 1 0 0,1 1-1 0 0,0 0 0 0 0,-1 0 0 0 0,1 0 0 0 0,0 0 0 0 0,-1 0 0 0 0,1 0 0 0 0,0 1 0 0 0,1 0 14 0 0,0 0 0 0 0,0 0 0 0 0,0 1 0 0 0,-1-1-1 0 0,1 1 1 0 0,-1-1 0 0 0,1 1 0 0 0,-1-1 0 0 0,0 1-1 0 0,1 0 1 0 0,0 2 0 0 0,4 8 159 0 0,0-1-1 0 0,8 24 1 0 0,-7-10 40 0 0,-5-16-151 0 0,0-1 0 0 0,1 0-1 0 0,0 0 1 0 0,4 9 0 0 0,-7-17-69 0 0,0 0 1 0 0,0 0-1 0 0,1 0 0 0 0,-1 1 1 0 0,0-1-1 0 0,1 0 0 0 0,-1 0 0 0 0,0 0 1 0 0,0 0-1 0 0,1 0 0 0 0,-1 0 1 0 0,0 0-1 0 0,1 1 0 0 0,-1-1 1 0 0,0 0-1 0 0,1 0 0 0 0,-1 0 1 0 0,0 0-1 0 0,1 0 0 0 0,-1-1 1 0 0,0 1-1 0 0,1 0 0 0 0,-1 0 1 0 0,0 0-1 0 0,0 0 0 0 0,1 0 1 0 0,-1 0-1 0 0,0 0 0 0 0,1-1 1 0 0,-1 1-1 0 0,0 0 0 0 0,0 0 1 0 0,1 0-1 0 0,-1-1 0 0 0,0 1 1 0 0,0 0-1 0 0,0 0 0 0 0,1 0 1 0 0,-1-1-1 0 0,0 1 0 0 0,0 0 1 0 0,0-1-1 0 0,0 1 0 0 0,0 0 0 0 0,1 0 1 0 0,-1-1-1 0 0,0 1 0 0 0,0 0 1 0 0,0-1-1 0 0,0 1 0 0 0,0 0 1 0 0,0-1-1 0 0,0 1 0 0 0,8-19 46 0 0,4-30 84 0 0,-11 39-36 0 0,1 0-1 0 0,1 0 1 0 0,0 0 0 0 0,0 0-1 0 0,0 1 1 0 0,7-12 0 0 0,-10 20-86 0 0,1 1 1 0 0,-1 0-1 0 0,0-1 1 0 0,0 1-1 0 0,1 0 1 0 0,-1-1-1 0 0,0 1 1 0 0,0 0-1 0 0,1-1 1 0 0,-1 1-1 0 0,0 0 1 0 0,1-1-1 0 0,-1 1 0 0 0,0 0 1 0 0,1 0-1 0 0,-1 0 1 0 0,1-1-1 0 0,-1 1 1 0 0,0 0-1 0 0,1 0 1 0 0,-1 0-1 0 0,1 0 1 0 0,-1 0-1 0 0,1 0 1 0 0,-1 0-1 0 0,0 0 1 0 0,1 0-1 0 0,-1 0 1 0 0,1 0-1 0 0,-1 0 1 0 0,1 0-1 0 0,12 11 33 0 0,8 25-32 0 0,-18-31 107 0 0,43 103 869 0 0,-16-35-1645 0 0,-15-41-3138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7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10 242 1840 0 0,'0'0'27'0'0,"0"1"-1"0"0,0-1 1 0 0,-1 0-1 0 0,1 0 1 0 0,0 0 0 0 0,0 0-1 0 0,0 0 1 0 0,0 0-1 0 0,0 1 1 0 0,0-1-1 0 0,0 0 1 0 0,-1 0-1 0 0,1 0 1 0 0,0 0-1 0 0,0 0 1 0 0,0 0-1 0 0,0 0 1 0 0,0 0-1 0 0,-1 0 1 0 0,1 0-1 0 0,0 0 1 0 0,0 0-1 0 0,0 0 1 0 0,0 0-1 0 0,0 0 1 0 0,-1 0-1 0 0,1 0 1 0 0,0 0-1 0 0,0 0 1 0 0,0 0-1 0 0,0 0 1 0 0,-1 0 0 0 0,1 0-1 0 0,0 0 1 0 0,0 0-1 0 0,0 0 1 0 0,0 0-1 0 0,0 0 1 0 0,-1 0-1 0 0,1 0 1 0 0,0 0-1 0 0,0-1 1 0 0,0 1-1 0 0,0 0 1 0 0,0 0-1 0 0,-3-10 682 0 0,3-10 42 0 0,35-82-3 0 0,-39 127-479 0 0,2 0 0 0 0,1 0 0 0 0,1 0 0 0 0,1 0 0 0 0,7 37 0 0 0,-6-41 23 0 0,-2-19-270 0 0,0 0 0 0 0,0 0-1 0 0,0 0 1 0 0,1 0 0 0 0,-1 0-1 0 0,1 0 1 0 0,-1 0 0 0 0,1 0-1 0 0,0 0 1 0 0,0 0 0 0 0,0 0-1 0 0,0-1 1 0 0,0 1 0 0 0,0 0-1 0 0,0-1 1 0 0,1 1 0 0 0,-1 0-1 0 0,2 0 1 0 0,-3-1-13 0 0,1-1-1 0 0,-1 0 1 0 0,1 0 0 0 0,0 0 0 0 0,-1 0-1 0 0,1 0 1 0 0,-1 1 0 0 0,1-1 0 0 0,-1 0-1 0 0,1 0 1 0 0,-1 0 0 0 0,1-1 0 0 0,-1 1 0 0 0,1 0-1 0 0,-1 0 1 0 0,1 0 0 0 0,-1 0 0 0 0,1 0-1 0 0,-1-1 1 0 0,1 1 0 0 0,-1 0 0 0 0,1 0-1 0 0,-1-1 1 0 0,1 0 0 0 0,14-19 75 0 0,3-20 42 0 0,13-46 1 0 0,-23 60-24 0 0,2-1 1 0 0,0 1-1 0 0,1 1 1 0 0,2 0-1 0 0,25-38 0 0 0,-37 62-81 0 0,-1 0 0 0 0,1 0 0 0 0,0 0-1 0 0,-1 0 1 0 0,1 0 0 0 0,0 1 0 0 0,0-1 0 0 0,0 0-1 0 0,-1 0 1 0 0,1 1 0 0 0,0-1 0 0 0,0 0 0 0 0,0 1-1 0 0,0-1 1 0 0,0 1 0 0 0,0 0 0 0 0,0-1 0 0 0,0 1-1 0 0,1 0 1 0 0,-1-1 0 0 0,0 1 0 0 0,0 0 0 0 0,0 0-1 0 0,0 0 1 0 0,0 0 0 0 0,0 0 0 0 0,2 0 0 0 0,-1 1 16 0 0,0 0 0 0 0,0 0 0 0 0,-1 1 0 0 0,1-1 0 0 0,0 0 0 0 0,-1 0 0 0 0,1 1 0 0 0,-1-1 0 0 0,1 1 0 0 0,-1 0 0 0 0,0-1 0 0 0,1 1 0 0 0,0 3 0 0 0,5 8 200 0 0,0 1 1 0 0,-2 0-1 0 0,6 17 1 0 0,-9-24-108 0 0,5 23 229 0 0,-6-23-215 0 0,0-1 1 0 0,1 1-1 0 0,0-1 0 0 0,0 1 1 0 0,0-1-1 0 0,1 0 1 0 0,-1 0-1 0 0,2 0 0 0 0,4 8 1 0 0,-7-14-124 0 0,-1 1 0 0 0,1-1 0 0 0,0 1-1 0 0,-1-1 1 0 0,1 0 0 0 0,0 1 0 0 0,-1-1 0 0 0,1 0 0 0 0,0 0 0 0 0,0 0 0 0 0,0 1 0 0 0,-1-1 0 0 0,1 0 0 0 0,0 0 0 0 0,0 0 0 0 0,-1 0 0 0 0,1 0-1 0 0,0 0 1 0 0,0-1 0 0 0,0 1 0 0 0,-1 0 0 0 0,1 0 0 0 0,0 0 0 0 0,0-1 0 0 0,-1 1 0 0 0,1 0 0 0 0,0-1 0 0 0,-1 1 0 0 0,1-1 0 0 0,0 1 0 0 0,-1-1 0 0 0,1 1-1 0 0,-1-1 1 0 0,1 1 0 0 0,-1-1 0 0 0,1 0 0 0 0,-1 1 0 0 0,1-1 0 0 0,0-1 0 0 0,19-28 277 0 0,-19 27-249 0 0,12-24 189 0 0,6-15 117 0 0,-17 39-335 0 0,-1 1-1 0 0,1 0 1 0 0,-1-1 0 0 0,1 1 0 0 0,0 0 0 0 0,0 0 0 0 0,-1 0 0 0 0,2 0-1 0 0,-1 0 1 0 0,0 1 0 0 0,0-1 0 0 0,3-1 0 0 0,-3 3-17 0 0,-1-1 0 0 0,1 1 0 0 0,-1 0 1 0 0,1 0-1 0 0,-1 0 0 0 0,1 1 0 0 0,-1-1 1 0 0,0 0-1 0 0,1 0 0 0 0,-1 1 0 0 0,1-1 1 0 0,-1 1-1 0 0,0-1 0 0 0,1 1 0 0 0,-1 0 0 0 0,0-1 1 0 0,0 1-1 0 0,1 0 0 0 0,-1 0 0 0 0,0 0 1 0 0,0 0-1 0 0,0 0 0 0 0,0 0 0 0 0,0 0 1 0 0,0 0-1 0 0,1 2 0 0 0,24 36-44 0 0,-24-35 31 0 0,45 87-1567 0 0,-30-58-3182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1323 1840 0 0,'-9'24'2970'0'0,"3"-18"-1363"0"0,3-18-24 0 0,4 10-1557 0 0,-1 1 0 0 0,1-1 0 0 0,-1 0 0 0 0,0 0 0 0 0,0 0 0 0 0,1 1 0 0 0,-1-1-1 0 0,0 0 1 0 0,-1 0 0 0 0,1 0 0 0 0,0-1 0 0 0,-1 0 14 0 0,-1-388 1148 0 0,-2 295-925 0 0,5-94 352 0 0,1 158-480 0 0,3 0 0 0 0,0 1 0 0 0,19-61 0 0 0,-12 61 19 0 0,0 0 0 0 0,2 0 0 0 0,1 2 0 0 0,1-1 0 0 0,2 2 0 0 0,1 1 0 0 0,1 0 0 0 0,29-29 0 0 0,-21 26-111 0 0,-12 11 17 0 0,1 1 0 0 0,1 1 0 0 0,0 1 0 0 0,2 0 1 0 0,32-20-1 0 0,-50 35-53 0 0,1 0 0 0 0,0 0 0 0 0,0-1 0 0 0,0 2 0 0 0,0-1 1 0 0,0 0-1 0 0,0 1 0 0 0,0-1 0 0 0,0 1 0 0 0,0 0 0 0 0,0 0 0 0 0,0 0 0 0 0,0 0 1 0 0,0 0-1 0 0,0 1 0 0 0,0 0 0 0 0,0-1 0 0 0,0 1 0 0 0,0 0 0 0 0,4 3 1 0 0,3 1 40 0 0,0 1 0 0 0,-1 1 0 0 0,1 0 0 0 0,9 9 0 0 0,12 9 10 0 0,-18-15-24 0 0,1 2 0 0 0,-2 0 0 0 0,1 0 0 0 0,-2 1 0 0 0,0 1 0 0 0,0 0 1 0 0,-2 0-1 0 0,1 1 0 0 0,-2 0 0 0 0,0 0 0 0 0,-1 1 0 0 0,9 29 0 0 0,-1 8 116 0 0,-2 1-1 0 0,10 91 1 0 0,-7 99 327 0 0,-12-137-259 0 0,8 105-181 0 0,8 199 3 0 0,-18-225 83 0 0,19 292-134 0 0,62-93 11 0 0,-56-277-200 0 0,-9-53 200 0 0,1-2 0 0 0,51 98 0 0 0,-61-137 41 0 0,0-1 0 0 0,0 0-1 0 0,1 0 1 0 0,12 10 0 0 0,-5-3-13 0 0,-9-13-10 0 0,-1-1 0 0 0,1 0 0 0 0,0 0 0 0 0,1 0 0 0 0,-1-1 0 0 0,11 5 0 0 0,-7-5 7 0 0,-1 1-1 0 0,-1 1 1 0 0,16 12-1 0 0,-21-15-18 0 0,-1-1-1 0 0,0 0 1 0 0,1 0-1 0 0,0 0 1 0 0,-1-1-1 0 0,1 1 1 0 0,0-1-1 0 0,0 0 1 0 0,1-1 0 0 0,-1 1-1 0 0,0-1 1 0 0,9 1-1 0 0,3-1-76 0 0,1 0 1 0 0,27-4-1 0 0,5 1-310 0 0,-43 1 292 0 0,1 0 1 0 0,-1 0-1 0 0,1 0 1 0 0,-1-1-1 0 0,0 0 1 0 0,0 0-1 0 0,0-1 1 0 0,0 0-1 0 0,0 0 1 0 0,0-1-1 0 0,-1 1 1 0 0,0-2-1 0 0,0 1 1 0 0,0-1-1 0 0,0 1 1 0 0,-1-2 0 0 0,9-9-1 0 0,6-10-275 0 0,-1-1 1 0 0,30-55-1 0 0,-9 14 145 0 0,-8 14 319 0 0,-2-1 1 0 0,-3-1 0 0 0,-1-1 0 0 0,-4-2 0 0 0,-2 0 0 0 0,13-62 0 0 0,-20 66 566 0 0,5-22 130 0 0,43-115 0 0 0,-33 133-96 0 0,-16 32 19 0 0,0 0 1 0 0,8-31 0 0 0,17-56 54 0 0,-20 63-57 0 0,22-100 0 0 0,-35 117-569 0 0,0-1 0 0 0,-2 0 0 0 0,-2 0 0 0 0,-1 0 0 0 0,-2 0 0 0 0,-11-58 0 0 0,10 66-190 0 0,-1-45 1 0 0,2 24 6 0 0,0-38-35 0 0,4 54 12 0 0,-3 1 0 0 0,-5-40 0 0 0,-8-67-1165 0 0,8 53 516 0 0,7 55 381 0 0,0 0 1 0 0,2 0-1 0 0,1 0 1 0 0,1 1-1 0 0,2-1 1 0 0,13-40-1 0 0,12-68 300 0 0,-30 127 25 0 0,1 0-1 0 0,0 1 1 0 0,1 0-1 0 0,0-1 0 0 0,0 1 1 0 0,1 0-1 0 0,1 0 0 0 0,-1 1 1 0 0,1 0-1 0 0,1-1 1 0 0,-1 1-1 0 0,1 1 0 0 0,1-1 1 0 0,0 1-1 0 0,0 1 0 0 0,8-8 1 0 0,1-1 144 0 0,1 0 0 0 0,0 1 0 0 0,1 0 0 0 0,0 1 0 0 0,1 2 0 0 0,33-16 0 0 0,-34 19-19 0 0,-10 4-58 0 0,0 0 0 0 0,1 1 0 0 0,-1 0 0 0 0,1 0 0 0 0,13-1 0 0 0,-20 4-56 0 0,1-1 0 0 0,-1 1 0 0 0,1 1 0 0 0,-1-1-1 0 0,1 0 1 0 0,0 1 0 0 0,-1-1 0 0 0,1 1 0 0 0,-1 0-1 0 0,0-1 1 0 0,1 1 0 0 0,-1 0 0 0 0,0 1 0 0 0,1-1 0 0 0,-1 0-1 0 0,0 1 1 0 0,0-1 0 0 0,0 1 0 0 0,0 0 0 0 0,-1-1-1 0 0,1 1 1 0 0,0 0 0 0 0,-1 0 0 0 0,2 3 0 0 0,42 71 333 0 0,-37-59-366 0 0,1 0 1 0 0,0-1-1 0 0,2 0 0 0 0,0-1 1 0 0,24 26-1 0 0,3-3-944 0 0,-16-10-4137 0 0,-8-7-176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0,'-1'2'448'0'0,"1"1"-352"0"0,0-2-96 0 0,0 1 0 0 0,0 0 96 0 0,0 1 0 0 0,-1 2 0 0 0,1 4 0 0 0,0 3-96 0 0,1 1 0 0 0,3-1 72 0 0,1-3-72 0 0,0 0-576 0 0,2 0-144 0 0,-2-1-32 0 0,-2 0-8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1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75 105 1584 0 0,'-5'0'284'0'0,"-1"0"0"0"0,1 0 0 0 0,0 0 0 0 0,-1 1-1 0 0,1 0 1 0 0,0 0 0 0 0,0 1 0 0 0,0-1 0 0 0,-1 1 0 0 0,2 0-1 0 0,-1 1 1 0 0,-7 3 0 0 0,11-5-169 0 0,26 2 2198 0 0,130-9-1753 0 0,20 0-4 0 0,116-7-10 0 0,-103 1-249 0 0,24 9-148 0 0,41-1-94 0 0,-182-1 54 0 0,110-22-1 0 0,-92 9 271 0 0,0 4 0 0 0,1 4 0 0 0,136 1 0 0 0,-62 14 148 0 0,239 39-1 0 0,-396-43-549 0 0,9 2-230 0 0,-1 0 1 0 0,1-1-1 0 0,-1 0 0 0 0,1-1 0 0 0,30-3 1 0 0,-41 0 238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1892 2761 0 0,'-13'20'1535'0'0,"10"-22"-1153"0"0,5-11-19 0 0,102-321 1623 0 0,-57 192-1306 0 0,22-61 20 0 0,8 3 0 0 0,10 4-1 0 0,162-272 1 0 0,-128 286-819 0 0,-94 147-895 0 0,1 1 0 0 0,63-57 1 0 0,-77 80-1708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78 488 0 0,'-2'-3'67'0'0,"-1"0"-1"0"0,0 0 0 0 0,0 0 1 0 0,0 0-1 0 0,0 1 1 0 0,0-1-1 0 0,0 1 0 0 0,-1 0 1 0 0,1 0-1 0 0,-1 0 1 0 0,0 0-1 0 0,0 1 0 0 0,1 0 1 0 0,-1-1-1 0 0,0 1 1 0 0,0 1-1 0 0,0-1 0 0 0,0 0 1 0 0,0 1-1 0 0,-1 0 1 0 0,1 0-1 0 0,0 0 0 0 0,0 1 1 0 0,-6 1-1 0 0,3 0 135 0 0,0 0-1 0 0,0 1 1 0 0,0 0-1 0 0,0 0 1 0 0,0 1-1 0 0,1 0 1 0 0,-1 0-1 0 0,1 0 0 0 0,0 1 1 0 0,1 0-1 0 0,-1 0 1 0 0,-6 9-1 0 0,8-9-31 0 0,-5 4 63 0 0,1 0 1 0 0,0 0 0 0 0,1 1-1 0 0,0 0 1 0 0,1 1-1 0 0,0-1 1 0 0,1 1-1 0 0,0 0 1 0 0,-4 13-1 0 0,9-23-223 0 0,-1-1 0 0 0,1 1 0 0 0,0-1-1 0 0,0 0 1 0 0,0 1 0 0 0,0-1 0 0 0,0 1-1 0 0,0-1 1 0 0,0 1 0 0 0,0-1 0 0 0,0 1-1 0 0,0-1 1 0 0,0 1 0 0 0,0-1 0 0 0,0 0 0 0 0,0 1-1 0 0,0-1 1 0 0,1 1 0 0 0,-1-1 0 0 0,0 1-1 0 0,0-1 1 0 0,0 0 0 0 0,1 1 0 0 0,-1-1 0 0 0,0 1-1 0 0,1-1 1 0 0,-1 0 0 0 0,0 1 0 0 0,1-1-1 0 0,-1 0 1 0 0,0 0 0 0 0,1 1 0 0 0,-1-1-1 0 0,0 0 1 0 0,2 1 0 0 0,18-3 123 0 0,19-16 159 0 0,3-9 154 0 0,46-39 1 0 0,-58 42 328 0 0,1 1 0 0 0,1 1-1 0 0,49-24 1 0 0,-80 45-702 0 0,1 0-1 0 0,-1 0 1 0 0,1 0-1 0 0,0 1 1 0 0,0-1 0 0 0,0 0-1 0 0,-1 1 1 0 0,1-1-1 0 0,0 1 1 0 0,0 0-1 0 0,0-1 1 0 0,0 1 0 0 0,0 0-1 0 0,0 0 1 0 0,0 0-1 0 0,0 1 1 0 0,0-1-1 0 0,0 0 1 0 0,-1 1 0 0 0,1-1-1 0 0,0 1 1 0 0,0 0-1 0 0,0-1 1 0 0,-1 1-1 0 0,1 0 1 0 0,0 0 0 0 0,-1 0-1 0 0,1 0 1 0 0,1 2-1 0 0,0 1-57 0 0,0 0 0 0 0,-1 1 0 0 0,0-1 1 0 0,0 0-1 0 0,0 1 0 0 0,0-1 0 0 0,-1 1 0 0 0,1 0 0 0 0,-1 0 0 0 0,0 8 0 0 0,9 112-1696 0 0,-8-93-2877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59.7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2936 1 5985 0 0,'-42'50'4828'0'0,"-16"40"-4042"0"0,9-12-302 0 0,12-24-208 0 0,-17 26-169 0 0,-66 73-1 0 0,-158 213-350 0 0,243-318 136 0 0,-1-1-1 0 0,-3-2 1 0 0,-2-2 0 0 0,-60 51 0 0 0,-136 132-277 0 0,110-100-128 0 0,53-61 41 0 0,-113 75 0 0 0,53-43 124 0 0,38-22 320 0 0,-173 121-539 0 0,131-116 11 0 0,-171 70 0 0 0,214-103 593 0 0,60-28 412 0 0,0-2 0 0 0,-70 24 0 0 0,94-39-346 0 0,1-1 1 0 0,0 0-1 0 0,-1 0 0 0 0,1-1 0 0 0,-1 0 1 0 0,1-1-1 0 0,-20-3 0 0 0,16 2-109 0 0,1 0-1 0 0,0 1 1 0 0,-24 1-1 0 0,36 0-57 0 0,0 0-1 0 0,0 0 1 0 0,0 0 0 0 0,0 1 0 0 0,0-1-1 0 0,0 0 1 0 0,0 0 0 0 0,-1 1-1 0 0,1-1 1 0 0,1 1 0 0 0,-1-1-1 0 0,0 1 1 0 0,0-1 0 0 0,0 1-1 0 0,0 0 1 0 0,0 0 0 0 0,0-1-1 0 0,1 1 1 0 0,-1 0 0 0 0,0 0-1 0 0,1 0 1 0 0,-1 0 0 0 0,0-1-1 0 0,1 1 1 0 0,-1 0 0 0 0,1 0-1 0 0,0 0 1 0 0,-1 0 0 0 0,1 1-1 0 0,0-1 1 0 0,0 0 0 0 0,-1 0-1 0 0,1 0 1 0 0,0 0 0 0 0,0 0-1 0 0,0 0 1 0 0,0 0 0 0 0,0 0-1 0 0,1 0 1 0 0,-1 0 0 0 0,0 0-1 0 0,0 0 1 0 0,1 0 0 0 0,-1 0-1 0 0,1 0 1 0 0,-1 0 0 0 0,1 0-1 0 0,-1 0 1 0 0,1 0 0 0 0,1 1-1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0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63 920 0 0,'0'-6'102'0'0,"0"-5"839"0"0,0 1 0 0 0,-1 0 0 0 0,-2-15 0 0 0,-10 59 2231 0 0,-3 27-2939 0 0,2-4 373 0 0,-38 100-1 0 0,43-139-569 0 0,5-9 31 0 0,0 0 1 0 0,0-1-1 0 0,1 2 1 0 0,0-1 0 0 0,-2 12-1 0 0,5-19-55 0 0,0 0-1 0 0,0 0 1 0 0,0 0 0 0 0,0 1-1 0 0,0-1 1 0 0,0 0-1 0 0,0 0 1 0 0,1 0-1 0 0,-1 0 1 0 0,1 0-1 0 0,0 0 1 0 0,0 0-1 0 0,-1 0 1 0 0,1 0 0 0 0,1 0-1 0 0,-1 0 1 0 0,0 0-1 0 0,0 0 1 0 0,1-1-1 0 0,-1 1 1 0 0,1 0-1 0 0,-1-1 1 0 0,1 1-1 0 0,0-1 1 0 0,-1 0 0 0 0,1 0-1 0 0,0 0 1 0 0,2 2-1 0 0,8 2 223 0 0,-1 0 0 0 0,0-1 0 0 0,1 0 0 0 0,0-1 0 0 0,0 0 0 0 0,0-1 0 0 0,1 0 0 0 0,-1-1-1 0 0,0 0 1 0 0,1-1 0 0 0,19-2 0 0 0,10-5 292 0 0,-1-1 0 0 0,46-15 0 0 0,48-10-2380 0 0,-99 29-2765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1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4311 201 2240 0 0,'-8'-2'70'0'0,"-1"0"0"0"0,1 0 0 0 0,-1 0 0 0 0,0 1 0 0 0,0 0 0 0 0,1 1 0 0 0,-1 0 0 0 0,-11 1 0 0 0,-5 0 133 0 0,-174-9 938 0 0,-66-1-642 0 0,-30-14 400 0 0,43 1-408 0 0,-563 25-690 0 0,658 13 244 0 0,-192 46 1 0 0,73 12 696 0 0,112-27-710 0 0,-353 65-306 0 0,174-54 2002 0 0,246-36-1394 0 0,-140 51-1 0 0,201-59-592 0 0,-47 26-1 0 0,70-33 122 0 0,0 1 0 0 0,1 1-1 0 0,-1 0 1 0 0,2 0 0 0 0,-1 1-1 0 0,-15 18 1 0 0,26-27 134 0 0,0 1 0 0 0,0-1 0 0 0,0 0 0 0 0,0 0 0 0 0,0 1 0 0 0,1-1 0 0 0,-1 1 0 0 0,0-1 0 0 0,1 1 0 0 0,-1-1 0 0 0,1 1 0 0 0,0-1 0 0 0,-1 1 0 0 0,1-1 0 0 0,0 1 0 0 0,0 0 0 0 0,0-1 0 0 0,0 1 0 0 0,0-1 0 0 0,0 1 0 0 0,1 0 0 0 0,-1-1 0 0 0,0 1 0 0 0,1 1 0 0 0,1 0-64 0 0,0 0 0 0 0,0 0 0 0 0,0-1 0 0 0,0 1 0 0 0,0 0 1 0 0,0-1-1 0 0,1 1 0 0 0,-1-1 0 0 0,1 0 0 0 0,5 4 0 0 0,4 1-210 0 0,0-1-1 0 0,0 0 0 0 0,1 0 0 0 0,21 5 0 0 0,-7-4 108 0 0,0-2 0 0 0,0 0 0 0 0,43 0-1 0 0,86-7-1010 0 0,16 1 456 0 0,330 58 1279 0 0,-312-31-426 0 0,-53-15-401 0 0,204-8 1 0 0,-8-21 1583 0 0,461-86-1 0 0,-491 58-1187 0 0,-141 23 12 0 0,-1 7 32 0 0,-98 12-185 0 0,114-23 0 0 0,181-56 725 0 0,-336 77-702 0 0,0-1 1 0 0,0-1-1 0 0,36-19 1 0 0,-50 23-5 0 0,-1 0-1 0 0,1-1 1 0 0,-1 0 0 0 0,0-1 0 0 0,0 0-1 0 0,-1 0 1 0 0,0 0 0 0 0,0 0-1 0 0,0-1 1 0 0,-1 0 0 0 0,0-1 0 0 0,8-15-1 0 0,-12 20 31 0 0,0 0-1 0 0,0-1 1 0 0,-1 0-1 0 0,0 1 1 0 0,1-1-1 0 0,-1 1 1 0 0,0-1-1 0 0,-1 1 1 0 0,1-1-1 0 0,-1 1 1 0 0,1-1-1 0 0,-1 1 1 0 0,0-1-1 0 0,0 1 0 0 0,-1-1 1 0 0,1 1-1 0 0,-1 0 1 0 0,1 0-1 0 0,-1 0 1 0 0,0 0-1 0 0,-5-5 1 0 0,-5-7 249 0 0,0 1 1 0 0,-27-23-1 0 0,32 32-245 0 0,-33-29 280 0 0,-1 3 0 0 0,-2 1 1 0 0,-1 2-1 0 0,-1 3 1 0 0,-2 1-1 0 0,-87-32 0 0 0,48 29-145 0 0,0 3-1 0 0,-2 4 0 0 0,-99-10 1 0 0,29 18-1919 0 0,75 11-1615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10.9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2119 375 5985 0 0,'-36'-81'2391'0'0,"23"50"-1570"0"0,-1 1-1 0 0,-1 0 1 0 0,-27-38-1 0 0,34 58-834 0 0,-1-1 0 0 0,0 2 0 0 0,-1-1-1 0 0,0 1 1 0 0,-1 1 0 0 0,1 0-1 0 0,-2 0 1 0 0,1 1 0 0 0,-20-9 0 0 0,12 8 69 0 0,1 2 0 0 0,-2 0 1 0 0,1 0-1 0 0,-1 2 0 0 0,-37-4 0 0 0,20 7-201 0 0,-1 1-1 0 0,1 2 0 0 0,0 1 0 0 0,1 3 0 0 0,-1 0 0 0 0,-55 18 1 0 0,-135 61-677 0 0,191-68 781 0 0,1 2 0 0 0,1 1-1 0 0,1 1 1 0 0,-35 30 0 0 0,-214 215-1108 0 0,250-233 922 0 0,-51 59-258 0 0,-114 162-1 0 0,69-82 214 0 0,89-121 531 0 0,3 1 0 0 0,-39 73 0 0 0,57-90-67 0 0,2 2-1 0 0,2 0 1 0 0,1 0 0 0 0,-15 73 0 0 0,20-56 102 0 0,3 0 0 0 0,2 1 0 0 0,3-1 0 0 0,1 1 0 0 0,4-1 0 0 0,1 0 0 0 0,3 0 0 0 0,29 97 0 0 0,1-38-876 0 0,5-2-1 0 0,113 206 1 0 0,-32-55-1516 0 0,-81-163 471 0 0,82 138 0 0 0,-109-212 1514 0 0,0 0-1 0 0,2-1 0 0 0,1-2 1 0 0,1 0-1 0 0,0-1 0 0 0,2-1 1 0 0,42 29-1 0 0,-35-31 271 0 0,0 0 1 0 0,2-3-1 0 0,0 0 0 0 0,1-2 1 0 0,0-2-1 0 0,45 10 1 0 0,-35-12-235 0 0,1-1 0 0 0,0-3 0 0 0,0-2 1 0 0,0-1-1 0 0,0-3 0 0 0,1-1 0 0 0,-1-2 1 0 0,75-18-1 0 0,-88 14-141 0 0,1-2 1 0 0,-2-1-1 0 0,1-1 1 0 0,-2-2-1 0 0,1-1 1 0 0,-2-1-1 0 0,0-1 1 0 0,-1-2-1 0 0,-1 0 1 0 0,-1-2-1 0 0,-1-1 0 0 0,33-39 1 0 0,-23 18 753 0 0,-3-2-1 0 0,-1-2 1 0 0,-3 0 0 0 0,-2-2 0 0 0,24-64-1 0 0,73-267 3156 0 0,-112 347-3616 0 0,71-352 170 0 0,-32-7 61 0 0,-21 149-227 0 0,-18 156 17 0 0,-3-1 1 0 0,-5 1 0 0 0,-3-1-1 0 0,-4 1 1 0 0,-4-1 0 0 0,-36-155-1 0 0,30 189 795 0 0,-2 0-1 0 0,-3 2 0 0 0,-52-99 0 0 0,50 114-765 0 0,-1 0-1 0 0,-2 2 1 0 0,-2 0-1 0 0,-1 2 1 0 0,-56-50 0 0 0,62 64-430 0 0,-36-23 0 0 0,-1 11-3443 0 0,21 17-243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1.png"/><Relationship Id="rId26" Type="http://schemas.openxmlformats.org/officeDocument/2006/relationships/image" Target="../media/image15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19.png"/><Relationship Id="rId42" Type="http://schemas.openxmlformats.org/officeDocument/2006/relationships/image" Target="../media/image23.png"/><Relationship Id="rId47" Type="http://schemas.openxmlformats.org/officeDocument/2006/relationships/customXml" Target="../ink/ink23.xml"/><Relationship Id="rId50" Type="http://schemas.openxmlformats.org/officeDocument/2006/relationships/image" Target="../media/image27.png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4.png"/><Relationship Id="rId32" Type="http://schemas.openxmlformats.org/officeDocument/2006/relationships/image" Target="../media/image18.png"/><Relationship Id="rId37" Type="http://schemas.openxmlformats.org/officeDocument/2006/relationships/customXml" Target="../ink/ink18.xml"/><Relationship Id="rId40" Type="http://schemas.openxmlformats.org/officeDocument/2006/relationships/image" Target="../media/image22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1.png"/><Relationship Id="rId5" Type="http://schemas.openxmlformats.org/officeDocument/2006/relationships/customXml" Target="../ink/ink2.xml"/><Relationship Id="rId19" Type="http://schemas.openxmlformats.org/officeDocument/2006/relationships/customXml" Target="../ink/ink9.xml"/><Relationship Id="rId4" Type="http://schemas.openxmlformats.org/officeDocument/2006/relationships/image" Target="../media/image4.png"/><Relationship Id="rId9" Type="http://schemas.openxmlformats.org/officeDocument/2006/relationships/customXml" Target="../ink/ink4.xml"/><Relationship Id="rId14" Type="http://schemas.openxmlformats.org/officeDocument/2006/relationships/image" Target="../media/image9.png"/><Relationship Id="rId22" Type="http://schemas.openxmlformats.org/officeDocument/2006/relationships/image" Target="../media/image13.png"/><Relationship Id="rId27" Type="http://schemas.openxmlformats.org/officeDocument/2006/relationships/customXml" Target="../ink/ink13.xml"/><Relationship Id="rId30" Type="http://schemas.openxmlformats.org/officeDocument/2006/relationships/image" Target="../media/image17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6.png"/><Relationship Id="rId56" Type="http://schemas.openxmlformats.org/officeDocument/2006/relationships/image" Target="../media/image30.png"/><Relationship Id="rId8" Type="http://schemas.openxmlformats.org/officeDocument/2006/relationships/image" Target="../media/image6.png"/><Relationship Id="rId51" Type="http://schemas.openxmlformats.org/officeDocument/2006/relationships/customXml" Target="../ink/ink25.xml"/><Relationship Id="rId3" Type="http://schemas.openxmlformats.org/officeDocument/2006/relationships/customXml" Target="../ink/ink1.xml"/><Relationship Id="rId12" Type="http://schemas.openxmlformats.org/officeDocument/2006/relationships/image" Target="../media/image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1.png"/><Relationship Id="rId46" Type="http://schemas.openxmlformats.org/officeDocument/2006/relationships/image" Target="../media/image25.png"/><Relationship Id="rId20" Type="http://schemas.openxmlformats.org/officeDocument/2006/relationships/image" Target="../media/image12.png"/><Relationship Id="rId41" Type="http://schemas.openxmlformats.org/officeDocument/2006/relationships/customXml" Target="../ink/ink20.xml"/><Relationship Id="rId54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6.png"/><Relationship Id="rId36" Type="http://schemas.openxmlformats.org/officeDocument/2006/relationships/image" Target="../media/image20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7.png"/><Relationship Id="rId31" Type="http://schemas.openxmlformats.org/officeDocument/2006/relationships/customXml" Target="../ink/ink15.xml"/><Relationship Id="rId44" Type="http://schemas.openxmlformats.org/officeDocument/2006/relationships/image" Target="../media/image24.png"/><Relationship Id="rId52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.png"/><Relationship Id="rId21" Type="http://schemas.openxmlformats.org/officeDocument/2006/relationships/image" Target="../media/image42.png"/><Relationship Id="rId42" Type="http://schemas.openxmlformats.org/officeDocument/2006/relationships/customXml" Target="../ink/ink48.xml"/><Relationship Id="rId63" Type="http://schemas.openxmlformats.org/officeDocument/2006/relationships/image" Target="../media/image63.png"/><Relationship Id="rId84" Type="http://schemas.openxmlformats.org/officeDocument/2006/relationships/customXml" Target="../ink/ink69.xml"/><Relationship Id="rId138" Type="http://schemas.openxmlformats.org/officeDocument/2006/relationships/customXml" Target="../ink/ink96.xml"/><Relationship Id="rId159" Type="http://schemas.openxmlformats.org/officeDocument/2006/relationships/image" Target="../media/image111.png"/><Relationship Id="rId170" Type="http://schemas.openxmlformats.org/officeDocument/2006/relationships/customXml" Target="../ink/ink112.xml"/><Relationship Id="rId191" Type="http://schemas.openxmlformats.org/officeDocument/2006/relationships/image" Target="../media/image127.png"/><Relationship Id="rId205" Type="http://schemas.openxmlformats.org/officeDocument/2006/relationships/image" Target="../media/image134.png"/><Relationship Id="rId107" Type="http://schemas.openxmlformats.org/officeDocument/2006/relationships/image" Target="../media/image85.png"/><Relationship Id="rId11" Type="http://schemas.openxmlformats.org/officeDocument/2006/relationships/image" Target="../media/image37.png"/><Relationship Id="rId32" Type="http://schemas.openxmlformats.org/officeDocument/2006/relationships/customXml" Target="../ink/ink43.xml"/><Relationship Id="rId53" Type="http://schemas.openxmlformats.org/officeDocument/2006/relationships/image" Target="../media/image58.png"/><Relationship Id="rId74" Type="http://schemas.openxmlformats.org/officeDocument/2006/relationships/customXml" Target="../ink/ink64.xml"/><Relationship Id="rId128" Type="http://schemas.openxmlformats.org/officeDocument/2006/relationships/customXml" Target="../ink/ink91.xml"/><Relationship Id="rId149" Type="http://schemas.openxmlformats.org/officeDocument/2006/relationships/image" Target="../media/image106.png"/><Relationship Id="rId5" Type="http://schemas.openxmlformats.org/officeDocument/2006/relationships/image" Target="../media/image34.png"/><Relationship Id="rId95" Type="http://schemas.openxmlformats.org/officeDocument/2006/relationships/image" Target="../media/image79.png"/><Relationship Id="rId160" Type="http://schemas.openxmlformats.org/officeDocument/2006/relationships/customXml" Target="../ink/ink107.xml"/><Relationship Id="rId181" Type="http://schemas.openxmlformats.org/officeDocument/2006/relationships/image" Target="../media/image122.png"/><Relationship Id="rId22" Type="http://schemas.openxmlformats.org/officeDocument/2006/relationships/customXml" Target="../ink/ink38.xml"/><Relationship Id="rId43" Type="http://schemas.openxmlformats.org/officeDocument/2006/relationships/image" Target="../media/image53.png"/><Relationship Id="rId64" Type="http://schemas.openxmlformats.org/officeDocument/2006/relationships/customXml" Target="../ink/ink59.xml"/><Relationship Id="rId118" Type="http://schemas.openxmlformats.org/officeDocument/2006/relationships/customXml" Target="../ink/ink86.xml"/><Relationship Id="rId139" Type="http://schemas.openxmlformats.org/officeDocument/2006/relationships/image" Target="../media/image101.png"/><Relationship Id="rId85" Type="http://schemas.openxmlformats.org/officeDocument/2006/relationships/image" Target="../media/image74.png"/><Relationship Id="rId150" Type="http://schemas.openxmlformats.org/officeDocument/2006/relationships/customXml" Target="../ink/ink102.xml"/><Relationship Id="rId171" Type="http://schemas.openxmlformats.org/officeDocument/2006/relationships/image" Target="../media/image117.png"/><Relationship Id="rId192" Type="http://schemas.openxmlformats.org/officeDocument/2006/relationships/customXml" Target="../ink/ink123.xml"/><Relationship Id="rId206" Type="http://schemas.openxmlformats.org/officeDocument/2006/relationships/customXml" Target="../ink/ink130.xml"/><Relationship Id="rId12" Type="http://schemas.openxmlformats.org/officeDocument/2006/relationships/customXml" Target="../ink/ink33.xml"/><Relationship Id="rId33" Type="http://schemas.openxmlformats.org/officeDocument/2006/relationships/image" Target="../media/image48.png"/><Relationship Id="rId108" Type="http://schemas.openxmlformats.org/officeDocument/2006/relationships/customXml" Target="../ink/ink81.xml"/><Relationship Id="rId129" Type="http://schemas.openxmlformats.org/officeDocument/2006/relationships/image" Target="../media/image96.png"/><Relationship Id="rId54" Type="http://schemas.openxmlformats.org/officeDocument/2006/relationships/customXml" Target="../ink/ink54.xml"/><Relationship Id="rId75" Type="http://schemas.openxmlformats.org/officeDocument/2006/relationships/image" Target="../media/image69.png"/><Relationship Id="rId96" Type="http://schemas.openxmlformats.org/officeDocument/2006/relationships/customXml" Target="../ink/ink75.xml"/><Relationship Id="rId140" Type="http://schemas.openxmlformats.org/officeDocument/2006/relationships/customXml" Target="../ink/ink97.xml"/><Relationship Id="rId161" Type="http://schemas.openxmlformats.org/officeDocument/2006/relationships/image" Target="../media/image112.png"/><Relationship Id="rId182" Type="http://schemas.openxmlformats.org/officeDocument/2006/relationships/customXml" Target="../ink/ink118.xml"/><Relationship Id="rId6" Type="http://schemas.openxmlformats.org/officeDocument/2006/relationships/customXml" Target="../ink/ink30.xml"/><Relationship Id="rId23" Type="http://schemas.openxmlformats.org/officeDocument/2006/relationships/image" Target="../media/image43.png"/><Relationship Id="rId119" Type="http://schemas.openxmlformats.org/officeDocument/2006/relationships/image" Target="../media/image91.png"/><Relationship Id="rId44" Type="http://schemas.openxmlformats.org/officeDocument/2006/relationships/customXml" Target="../ink/ink49.xml"/><Relationship Id="rId65" Type="http://schemas.openxmlformats.org/officeDocument/2006/relationships/image" Target="../media/image64.png"/><Relationship Id="rId86" Type="http://schemas.openxmlformats.org/officeDocument/2006/relationships/customXml" Target="../ink/ink70.xml"/><Relationship Id="rId130" Type="http://schemas.openxmlformats.org/officeDocument/2006/relationships/customXml" Target="../ink/ink92.xml"/><Relationship Id="rId151" Type="http://schemas.openxmlformats.org/officeDocument/2006/relationships/image" Target="../media/image107.png"/><Relationship Id="rId172" Type="http://schemas.openxmlformats.org/officeDocument/2006/relationships/customXml" Target="../ink/ink113.xml"/><Relationship Id="rId193" Type="http://schemas.openxmlformats.org/officeDocument/2006/relationships/image" Target="../media/image128.png"/><Relationship Id="rId207" Type="http://schemas.openxmlformats.org/officeDocument/2006/relationships/image" Target="../media/image135.png"/><Relationship Id="rId13" Type="http://schemas.openxmlformats.org/officeDocument/2006/relationships/image" Target="../media/image38.png"/><Relationship Id="rId109" Type="http://schemas.openxmlformats.org/officeDocument/2006/relationships/image" Target="../media/image86.png"/><Relationship Id="rId34" Type="http://schemas.openxmlformats.org/officeDocument/2006/relationships/customXml" Target="../ink/ink44.xml"/><Relationship Id="rId55" Type="http://schemas.openxmlformats.org/officeDocument/2006/relationships/image" Target="../media/image59.png"/><Relationship Id="rId76" Type="http://schemas.openxmlformats.org/officeDocument/2006/relationships/customXml" Target="../ink/ink65.xml"/><Relationship Id="rId97" Type="http://schemas.openxmlformats.org/officeDocument/2006/relationships/image" Target="../media/image80.png"/><Relationship Id="rId120" Type="http://schemas.openxmlformats.org/officeDocument/2006/relationships/customXml" Target="../ink/ink87.xml"/><Relationship Id="rId141" Type="http://schemas.openxmlformats.org/officeDocument/2006/relationships/image" Target="../media/image102.png"/><Relationship Id="rId7" Type="http://schemas.openxmlformats.org/officeDocument/2006/relationships/image" Target="../media/image35.png"/><Relationship Id="rId162" Type="http://schemas.openxmlformats.org/officeDocument/2006/relationships/customXml" Target="../ink/ink108.xml"/><Relationship Id="rId183" Type="http://schemas.openxmlformats.org/officeDocument/2006/relationships/image" Target="../media/image123.png"/><Relationship Id="rId24" Type="http://schemas.openxmlformats.org/officeDocument/2006/relationships/customXml" Target="../ink/ink39.xml"/><Relationship Id="rId40" Type="http://schemas.openxmlformats.org/officeDocument/2006/relationships/customXml" Target="../ink/ink47.xml"/><Relationship Id="rId45" Type="http://schemas.openxmlformats.org/officeDocument/2006/relationships/image" Target="../media/image54.png"/><Relationship Id="rId66" Type="http://schemas.openxmlformats.org/officeDocument/2006/relationships/customXml" Target="../ink/ink60.xml"/><Relationship Id="rId87" Type="http://schemas.openxmlformats.org/officeDocument/2006/relationships/image" Target="../media/image75.png"/><Relationship Id="rId110" Type="http://schemas.openxmlformats.org/officeDocument/2006/relationships/customXml" Target="../ink/ink82.xml"/><Relationship Id="rId115" Type="http://schemas.openxmlformats.org/officeDocument/2006/relationships/image" Target="../media/image89.png"/><Relationship Id="rId131" Type="http://schemas.openxmlformats.org/officeDocument/2006/relationships/image" Target="../media/image97.png"/><Relationship Id="rId136" Type="http://schemas.openxmlformats.org/officeDocument/2006/relationships/customXml" Target="../ink/ink95.xml"/><Relationship Id="rId157" Type="http://schemas.openxmlformats.org/officeDocument/2006/relationships/image" Target="../media/image110.png"/><Relationship Id="rId178" Type="http://schemas.openxmlformats.org/officeDocument/2006/relationships/customXml" Target="../ink/ink116.xml"/><Relationship Id="rId61" Type="http://schemas.openxmlformats.org/officeDocument/2006/relationships/image" Target="../media/image62.png"/><Relationship Id="rId82" Type="http://schemas.openxmlformats.org/officeDocument/2006/relationships/customXml" Target="../ink/ink68.xml"/><Relationship Id="rId152" Type="http://schemas.openxmlformats.org/officeDocument/2006/relationships/customXml" Target="../ink/ink103.xml"/><Relationship Id="rId173" Type="http://schemas.openxmlformats.org/officeDocument/2006/relationships/image" Target="../media/image118.png"/><Relationship Id="rId194" Type="http://schemas.openxmlformats.org/officeDocument/2006/relationships/customXml" Target="../ink/ink124.xml"/><Relationship Id="rId199" Type="http://schemas.openxmlformats.org/officeDocument/2006/relationships/image" Target="../media/image131.png"/><Relationship Id="rId203" Type="http://schemas.openxmlformats.org/officeDocument/2006/relationships/image" Target="../media/image133.png"/><Relationship Id="rId19" Type="http://schemas.openxmlformats.org/officeDocument/2006/relationships/image" Target="../media/image41.png"/><Relationship Id="rId14" Type="http://schemas.openxmlformats.org/officeDocument/2006/relationships/customXml" Target="../ink/ink34.xml"/><Relationship Id="rId30" Type="http://schemas.openxmlformats.org/officeDocument/2006/relationships/customXml" Target="../ink/ink42.xml"/><Relationship Id="rId35" Type="http://schemas.openxmlformats.org/officeDocument/2006/relationships/image" Target="../media/image49.png"/><Relationship Id="rId56" Type="http://schemas.openxmlformats.org/officeDocument/2006/relationships/customXml" Target="../ink/ink55.xml"/><Relationship Id="rId77" Type="http://schemas.openxmlformats.org/officeDocument/2006/relationships/image" Target="../media/image70.png"/><Relationship Id="rId100" Type="http://schemas.openxmlformats.org/officeDocument/2006/relationships/customXml" Target="../ink/ink77.xml"/><Relationship Id="rId105" Type="http://schemas.openxmlformats.org/officeDocument/2006/relationships/image" Target="../media/image84.png"/><Relationship Id="rId126" Type="http://schemas.openxmlformats.org/officeDocument/2006/relationships/customXml" Target="../ink/ink90.xml"/><Relationship Id="rId147" Type="http://schemas.openxmlformats.org/officeDocument/2006/relationships/image" Target="../media/image105.png"/><Relationship Id="rId168" Type="http://schemas.openxmlformats.org/officeDocument/2006/relationships/customXml" Target="../ink/ink111.xml"/><Relationship Id="rId8" Type="http://schemas.openxmlformats.org/officeDocument/2006/relationships/customXml" Target="../ink/ink31.xml"/><Relationship Id="rId51" Type="http://schemas.openxmlformats.org/officeDocument/2006/relationships/image" Target="../media/image57.png"/><Relationship Id="rId72" Type="http://schemas.openxmlformats.org/officeDocument/2006/relationships/customXml" Target="../ink/ink63.xml"/><Relationship Id="rId93" Type="http://schemas.openxmlformats.org/officeDocument/2006/relationships/image" Target="../media/image78.png"/><Relationship Id="rId98" Type="http://schemas.openxmlformats.org/officeDocument/2006/relationships/customXml" Target="../ink/ink76.xml"/><Relationship Id="rId121" Type="http://schemas.openxmlformats.org/officeDocument/2006/relationships/image" Target="../media/image92.png"/><Relationship Id="rId142" Type="http://schemas.openxmlformats.org/officeDocument/2006/relationships/customXml" Target="../ink/ink98.xml"/><Relationship Id="rId163" Type="http://schemas.openxmlformats.org/officeDocument/2006/relationships/image" Target="../media/image113.png"/><Relationship Id="rId184" Type="http://schemas.openxmlformats.org/officeDocument/2006/relationships/customXml" Target="../ink/ink119.xml"/><Relationship Id="rId189" Type="http://schemas.openxmlformats.org/officeDocument/2006/relationships/image" Target="../media/image126.png"/><Relationship Id="rId3" Type="http://schemas.openxmlformats.org/officeDocument/2006/relationships/image" Target="../media/image33.gif"/><Relationship Id="rId25" Type="http://schemas.openxmlformats.org/officeDocument/2006/relationships/image" Target="../media/image44.png"/><Relationship Id="rId46" Type="http://schemas.openxmlformats.org/officeDocument/2006/relationships/customXml" Target="../ink/ink50.xml"/><Relationship Id="rId67" Type="http://schemas.openxmlformats.org/officeDocument/2006/relationships/image" Target="../media/image65.png"/><Relationship Id="rId116" Type="http://schemas.openxmlformats.org/officeDocument/2006/relationships/customXml" Target="../ink/ink85.xml"/><Relationship Id="rId137" Type="http://schemas.openxmlformats.org/officeDocument/2006/relationships/image" Target="../media/image100.png"/><Relationship Id="rId158" Type="http://schemas.openxmlformats.org/officeDocument/2006/relationships/customXml" Target="../ink/ink106.xml"/><Relationship Id="rId20" Type="http://schemas.openxmlformats.org/officeDocument/2006/relationships/customXml" Target="../ink/ink37.xml"/><Relationship Id="rId41" Type="http://schemas.openxmlformats.org/officeDocument/2006/relationships/image" Target="../media/image52.png"/><Relationship Id="rId62" Type="http://schemas.openxmlformats.org/officeDocument/2006/relationships/customXml" Target="../ink/ink58.xml"/><Relationship Id="rId83" Type="http://schemas.openxmlformats.org/officeDocument/2006/relationships/image" Target="../media/image73.png"/><Relationship Id="rId88" Type="http://schemas.openxmlformats.org/officeDocument/2006/relationships/customXml" Target="../ink/ink71.xml"/><Relationship Id="rId111" Type="http://schemas.openxmlformats.org/officeDocument/2006/relationships/image" Target="../media/image87.png"/><Relationship Id="rId132" Type="http://schemas.openxmlformats.org/officeDocument/2006/relationships/customXml" Target="../ink/ink93.xml"/><Relationship Id="rId153" Type="http://schemas.openxmlformats.org/officeDocument/2006/relationships/image" Target="../media/image108.png"/><Relationship Id="rId174" Type="http://schemas.openxmlformats.org/officeDocument/2006/relationships/customXml" Target="../ink/ink114.xml"/><Relationship Id="rId179" Type="http://schemas.openxmlformats.org/officeDocument/2006/relationships/image" Target="../media/image121.png"/><Relationship Id="rId195" Type="http://schemas.openxmlformats.org/officeDocument/2006/relationships/image" Target="../media/image129.png"/><Relationship Id="rId190" Type="http://schemas.openxmlformats.org/officeDocument/2006/relationships/customXml" Target="../ink/ink122.xml"/><Relationship Id="rId204" Type="http://schemas.openxmlformats.org/officeDocument/2006/relationships/customXml" Target="../ink/ink129.xml"/><Relationship Id="rId15" Type="http://schemas.openxmlformats.org/officeDocument/2006/relationships/image" Target="../media/image39.png"/><Relationship Id="rId36" Type="http://schemas.openxmlformats.org/officeDocument/2006/relationships/customXml" Target="../ink/ink45.xml"/><Relationship Id="rId57" Type="http://schemas.openxmlformats.org/officeDocument/2006/relationships/image" Target="../media/image60.png"/><Relationship Id="rId106" Type="http://schemas.openxmlformats.org/officeDocument/2006/relationships/customXml" Target="../ink/ink80.xml"/><Relationship Id="rId127" Type="http://schemas.openxmlformats.org/officeDocument/2006/relationships/image" Target="../media/image95.png"/><Relationship Id="rId10" Type="http://schemas.openxmlformats.org/officeDocument/2006/relationships/customXml" Target="../ink/ink32.xml"/><Relationship Id="rId31" Type="http://schemas.openxmlformats.org/officeDocument/2006/relationships/image" Target="../media/image47.png"/><Relationship Id="rId52" Type="http://schemas.openxmlformats.org/officeDocument/2006/relationships/customXml" Target="../ink/ink53.xml"/><Relationship Id="rId73" Type="http://schemas.openxmlformats.org/officeDocument/2006/relationships/image" Target="../media/image68.png"/><Relationship Id="rId78" Type="http://schemas.openxmlformats.org/officeDocument/2006/relationships/customXml" Target="../ink/ink66.xml"/><Relationship Id="rId94" Type="http://schemas.openxmlformats.org/officeDocument/2006/relationships/customXml" Target="../ink/ink74.xml"/><Relationship Id="rId99" Type="http://schemas.openxmlformats.org/officeDocument/2006/relationships/image" Target="../media/image81.png"/><Relationship Id="rId101" Type="http://schemas.openxmlformats.org/officeDocument/2006/relationships/image" Target="../media/image82.png"/><Relationship Id="rId122" Type="http://schemas.openxmlformats.org/officeDocument/2006/relationships/customXml" Target="../ink/ink88.xml"/><Relationship Id="rId143" Type="http://schemas.openxmlformats.org/officeDocument/2006/relationships/image" Target="../media/image103.png"/><Relationship Id="rId148" Type="http://schemas.openxmlformats.org/officeDocument/2006/relationships/customXml" Target="../ink/ink101.xml"/><Relationship Id="rId164" Type="http://schemas.openxmlformats.org/officeDocument/2006/relationships/customXml" Target="../ink/ink109.xml"/><Relationship Id="rId169" Type="http://schemas.openxmlformats.org/officeDocument/2006/relationships/image" Target="../media/image116.png"/><Relationship Id="rId185" Type="http://schemas.openxmlformats.org/officeDocument/2006/relationships/image" Target="../media/image124.png"/><Relationship Id="rId4" Type="http://schemas.openxmlformats.org/officeDocument/2006/relationships/customXml" Target="../ink/ink29.xml"/><Relationship Id="rId9" Type="http://schemas.openxmlformats.org/officeDocument/2006/relationships/image" Target="../media/image36.png"/><Relationship Id="rId180" Type="http://schemas.openxmlformats.org/officeDocument/2006/relationships/customXml" Target="../ink/ink117.xml"/><Relationship Id="rId26" Type="http://schemas.openxmlformats.org/officeDocument/2006/relationships/customXml" Target="../ink/ink40.xml"/><Relationship Id="rId47" Type="http://schemas.openxmlformats.org/officeDocument/2006/relationships/image" Target="../media/image55.png"/><Relationship Id="rId68" Type="http://schemas.openxmlformats.org/officeDocument/2006/relationships/customXml" Target="../ink/ink61.xml"/><Relationship Id="rId89" Type="http://schemas.openxmlformats.org/officeDocument/2006/relationships/image" Target="../media/image76.png"/><Relationship Id="rId112" Type="http://schemas.openxmlformats.org/officeDocument/2006/relationships/customXml" Target="../ink/ink83.xml"/><Relationship Id="rId133" Type="http://schemas.openxmlformats.org/officeDocument/2006/relationships/image" Target="../media/image98.png"/><Relationship Id="rId154" Type="http://schemas.openxmlformats.org/officeDocument/2006/relationships/customXml" Target="../ink/ink104.xml"/><Relationship Id="rId175" Type="http://schemas.openxmlformats.org/officeDocument/2006/relationships/image" Target="../media/image119.png"/><Relationship Id="rId196" Type="http://schemas.openxmlformats.org/officeDocument/2006/relationships/customXml" Target="../ink/ink125.xml"/><Relationship Id="rId200" Type="http://schemas.openxmlformats.org/officeDocument/2006/relationships/customXml" Target="../ink/ink127.xml"/><Relationship Id="rId16" Type="http://schemas.openxmlformats.org/officeDocument/2006/relationships/customXml" Target="../ink/ink35.xml"/><Relationship Id="rId37" Type="http://schemas.openxmlformats.org/officeDocument/2006/relationships/image" Target="../media/image50.png"/><Relationship Id="rId58" Type="http://schemas.openxmlformats.org/officeDocument/2006/relationships/customXml" Target="../ink/ink56.xml"/><Relationship Id="rId79" Type="http://schemas.openxmlformats.org/officeDocument/2006/relationships/image" Target="../media/image71.png"/><Relationship Id="rId102" Type="http://schemas.openxmlformats.org/officeDocument/2006/relationships/customXml" Target="../ink/ink78.xml"/><Relationship Id="rId123" Type="http://schemas.openxmlformats.org/officeDocument/2006/relationships/image" Target="../media/image93.png"/><Relationship Id="rId144" Type="http://schemas.openxmlformats.org/officeDocument/2006/relationships/customXml" Target="../ink/ink99.xml"/><Relationship Id="rId90" Type="http://schemas.openxmlformats.org/officeDocument/2006/relationships/customXml" Target="../ink/ink72.xml"/><Relationship Id="rId165" Type="http://schemas.openxmlformats.org/officeDocument/2006/relationships/image" Target="../media/image114.png"/><Relationship Id="rId186" Type="http://schemas.openxmlformats.org/officeDocument/2006/relationships/customXml" Target="../ink/ink120.xml"/><Relationship Id="rId27" Type="http://schemas.openxmlformats.org/officeDocument/2006/relationships/image" Target="../media/image45.png"/><Relationship Id="rId48" Type="http://schemas.openxmlformats.org/officeDocument/2006/relationships/customXml" Target="../ink/ink51.xml"/><Relationship Id="rId69" Type="http://schemas.openxmlformats.org/officeDocument/2006/relationships/image" Target="../media/image66.png"/><Relationship Id="rId113" Type="http://schemas.openxmlformats.org/officeDocument/2006/relationships/image" Target="../media/image88.png"/><Relationship Id="rId134" Type="http://schemas.openxmlformats.org/officeDocument/2006/relationships/customXml" Target="../ink/ink94.xml"/><Relationship Id="rId80" Type="http://schemas.openxmlformats.org/officeDocument/2006/relationships/customXml" Target="../ink/ink67.xml"/><Relationship Id="rId155" Type="http://schemas.openxmlformats.org/officeDocument/2006/relationships/image" Target="../media/image109.png"/><Relationship Id="rId176" Type="http://schemas.openxmlformats.org/officeDocument/2006/relationships/customXml" Target="../ink/ink115.xml"/><Relationship Id="rId197" Type="http://schemas.openxmlformats.org/officeDocument/2006/relationships/image" Target="../media/image130.png"/><Relationship Id="rId201" Type="http://schemas.openxmlformats.org/officeDocument/2006/relationships/image" Target="../media/image132.png"/><Relationship Id="rId17" Type="http://schemas.openxmlformats.org/officeDocument/2006/relationships/image" Target="../media/image40.png"/><Relationship Id="rId38" Type="http://schemas.openxmlformats.org/officeDocument/2006/relationships/customXml" Target="../ink/ink46.xml"/><Relationship Id="rId59" Type="http://schemas.openxmlformats.org/officeDocument/2006/relationships/image" Target="../media/image61.png"/><Relationship Id="rId103" Type="http://schemas.openxmlformats.org/officeDocument/2006/relationships/image" Target="../media/image83.png"/><Relationship Id="rId124" Type="http://schemas.openxmlformats.org/officeDocument/2006/relationships/customXml" Target="../ink/ink89.xml"/><Relationship Id="rId70" Type="http://schemas.openxmlformats.org/officeDocument/2006/relationships/customXml" Target="../ink/ink62.xml"/><Relationship Id="rId91" Type="http://schemas.openxmlformats.org/officeDocument/2006/relationships/image" Target="../media/image77.png"/><Relationship Id="rId145" Type="http://schemas.openxmlformats.org/officeDocument/2006/relationships/image" Target="../media/image104.png"/><Relationship Id="rId166" Type="http://schemas.openxmlformats.org/officeDocument/2006/relationships/customXml" Target="../ink/ink110.xml"/><Relationship Id="rId187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41.xml"/><Relationship Id="rId49" Type="http://schemas.openxmlformats.org/officeDocument/2006/relationships/image" Target="../media/image56.png"/><Relationship Id="rId114" Type="http://schemas.openxmlformats.org/officeDocument/2006/relationships/customXml" Target="../ink/ink84.xml"/><Relationship Id="rId60" Type="http://schemas.openxmlformats.org/officeDocument/2006/relationships/customXml" Target="../ink/ink57.xml"/><Relationship Id="rId81" Type="http://schemas.openxmlformats.org/officeDocument/2006/relationships/image" Target="../media/image72.png"/><Relationship Id="rId135" Type="http://schemas.openxmlformats.org/officeDocument/2006/relationships/image" Target="../media/image99.png"/><Relationship Id="rId156" Type="http://schemas.openxmlformats.org/officeDocument/2006/relationships/customXml" Target="../ink/ink105.xml"/><Relationship Id="rId177" Type="http://schemas.openxmlformats.org/officeDocument/2006/relationships/image" Target="../media/image120.png"/><Relationship Id="rId198" Type="http://schemas.openxmlformats.org/officeDocument/2006/relationships/customXml" Target="../ink/ink126.xml"/><Relationship Id="rId202" Type="http://schemas.openxmlformats.org/officeDocument/2006/relationships/customXml" Target="../ink/ink128.xml"/><Relationship Id="rId18" Type="http://schemas.openxmlformats.org/officeDocument/2006/relationships/customXml" Target="../ink/ink36.xml"/><Relationship Id="rId39" Type="http://schemas.openxmlformats.org/officeDocument/2006/relationships/image" Target="../media/image51.png"/><Relationship Id="rId50" Type="http://schemas.openxmlformats.org/officeDocument/2006/relationships/customXml" Target="../ink/ink52.xml"/><Relationship Id="rId104" Type="http://schemas.openxmlformats.org/officeDocument/2006/relationships/customXml" Target="../ink/ink79.xml"/><Relationship Id="rId125" Type="http://schemas.openxmlformats.org/officeDocument/2006/relationships/image" Target="../media/image94.png"/><Relationship Id="rId146" Type="http://schemas.openxmlformats.org/officeDocument/2006/relationships/customXml" Target="../ink/ink100.xml"/><Relationship Id="rId167" Type="http://schemas.openxmlformats.org/officeDocument/2006/relationships/image" Target="../media/image115.png"/><Relationship Id="rId188" Type="http://schemas.openxmlformats.org/officeDocument/2006/relationships/customXml" Target="../ink/ink121.xml"/><Relationship Id="rId71" Type="http://schemas.openxmlformats.org/officeDocument/2006/relationships/image" Target="../media/image67.png"/><Relationship Id="rId92" Type="http://schemas.openxmlformats.org/officeDocument/2006/relationships/customXml" Target="../ink/ink73.xml"/><Relationship Id="rId2" Type="http://schemas.openxmlformats.org/officeDocument/2006/relationships/image" Target="../media/image32.png"/><Relationship Id="rId29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8.xml"/><Relationship Id="rId21" Type="http://schemas.openxmlformats.org/officeDocument/2006/relationships/customXml" Target="../ink/ink140.xml"/><Relationship Id="rId63" Type="http://schemas.openxmlformats.org/officeDocument/2006/relationships/customXml" Target="../ink/ink161.xml"/><Relationship Id="rId159" Type="http://schemas.openxmlformats.org/officeDocument/2006/relationships/customXml" Target="../ink/ink209.xml"/><Relationship Id="rId170" Type="http://schemas.openxmlformats.org/officeDocument/2006/relationships/image" Target="../media/image220.png"/><Relationship Id="rId226" Type="http://schemas.openxmlformats.org/officeDocument/2006/relationships/image" Target="../media/image248.png"/><Relationship Id="rId268" Type="http://schemas.openxmlformats.org/officeDocument/2006/relationships/image" Target="../media/image269.png"/><Relationship Id="rId32" Type="http://schemas.openxmlformats.org/officeDocument/2006/relationships/image" Target="../media/image151.png"/><Relationship Id="rId74" Type="http://schemas.openxmlformats.org/officeDocument/2006/relationships/image" Target="../media/image172.png"/><Relationship Id="rId128" Type="http://schemas.openxmlformats.org/officeDocument/2006/relationships/image" Target="../media/image199.png"/><Relationship Id="rId5" Type="http://schemas.openxmlformats.org/officeDocument/2006/relationships/customXml" Target="../ink/ink132.xml"/><Relationship Id="rId95" Type="http://schemas.openxmlformats.org/officeDocument/2006/relationships/customXml" Target="../ink/ink177.xml"/><Relationship Id="rId160" Type="http://schemas.openxmlformats.org/officeDocument/2006/relationships/image" Target="../media/image215.png"/><Relationship Id="rId181" Type="http://schemas.openxmlformats.org/officeDocument/2006/relationships/customXml" Target="../ink/ink220.xml"/><Relationship Id="rId216" Type="http://schemas.openxmlformats.org/officeDocument/2006/relationships/image" Target="../media/image243.png"/><Relationship Id="rId237" Type="http://schemas.openxmlformats.org/officeDocument/2006/relationships/customXml" Target="../ink/ink248.xml"/><Relationship Id="rId258" Type="http://schemas.openxmlformats.org/officeDocument/2006/relationships/image" Target="../media/image264.png"/><Relationship Id="rId22" Type="http://schemas.openxmlformats.org/officeDocument/2006/relationships/image" Target="../media/image146.png"/><Relationship Id="rId43" Type="http://schemas.openxmlformats.org/officeDocument/2006/relationships/customXml" Target="../ink/ink151.xml"/><Relationship Id="rId64" Type="http://schemas.openxmlformats.org/officeDocument/2006/relationships/image" Target="../media/image167.png"/><Relationship Id="rId118" Type="http://schemas.openxmlformats.org/officeDocument/2006/relationships/image" Target="../media/image194.png"/><Relationship Id="rId139" Type="http://schemas.openxmlformats.org/officeDocument/2006/relationships/customXml" Target="../ink/ink199.xml"/><Relationship Id="rId85" Type="http://schemas.openxmlformats.org/officeDocument/2006/relationships/customXml" Target="../ink/ink172.xml"/><Relationship Id="rId150" Type="http://schemas.openxmlformats.org/officeDocument/2006/relationships/image" Target="../media/image210.png"/><Relationship Id="rId171" Type="http://schemas.openxmlformats.org/officeDocument/2006/relationships/customXml" Target="../ink/ink215.xml"/><Relationship Id="rId192" Type="http://schemas.openxmlformats.org/officeDocument/2006/relationships/image" Target="../media/image231.png"/><Relationship Id="rId206" Type="http://schemas.openxmlformats.org/officeDocument/2006/relationships/image" Target="../media/image238.png"/><Relationship Id="rId227" Type="http://schemas.openxmlformats.org/officeDocument/2006/relationships/customXml" Target="../ink/ink243.xml"/><Relationship Id="rId248" Type="http://schemas.openxmlformats.org/officeDocument/2006/relationships/image" Target="../media/image259.png"/><Relationship Id="rId269" Type="http://schemas.openxmlformats.org/officeDocument/2006/relationships/customXml" Target="../ink/ink264.xml"/><Relationship Id="rId12" Type="http://schemas.openxmlformats.org/officeDocument/2006/relationships/image" Target="../media/image141.png"/><Relationship Id="rId33" Type="http://schemas.openxmlformats.org/officeDocument/2006/relationships/customXml" Target="../ink/ink146.xml"/><Relationship Id="rId108" Type="http://schemas.openxmlformats.org/officeDocument/2006/relationships/image" Target="../media/image189.png"/><Relationship Id="rId129" Type="http://schemas.openxmlformats.org/officeDocument/2006/relationships/customXml" Target="../ink/ink194.xml"/><Relationship Id="rId54" Type="http://schemas.openxmlformats.org/officeDocument/2006/relationships/image" Target="../media/image162.png"/><Relationship Id="rId75" Type="http://schemas.openxmlformats.org/officeDocument/2006/relationships/customXml" Target="../ink/ink167.xml"/><Relationship Id="rId96" Type="http://schemas.openxmlformats.org/officeDocument/2006/relationships/image" Target="../media/image183.png"/><Relationship Id="rId140" Type="http://schemas.openxmlformats.org/officeDocument/2006/relationships/image" Target="../media/image205.png"/><Relationship Id="rId161" Type="http://schemas.openxmlformats.org/officeDocument/2006/relationships/customXml" Target="../ink/ink210.xml"/><Relationship Id="rId182" Type="http://schemas.openxmlformats.org/officeDocument/2006/relationships/image" Target="../media/image226.png"/><Relationship Id="rId217" Type="http://schemas.openxmlformats.org/officeDocument/2006/relationships/customXml" Target="../ink/ink238.xml"/><Relationship Id="rId6" Type="http://schemas.openxmlformats.org/officeDocument/2006/relationships/image" Target="../media/image138.png"/><Relationship Id="rId238" Type="http://schemas.openxmlformats.org/officeDocument/2006/relationships/image" Target="../media/image254.png"/><Relationship Id="rId259" Type="http://schemas.openxmlformats.org/officeDocument/2006/relationships/customXml" Target="../ink/ink259.xml"/><Relationship Id="rId23" Type="http://schemas.openxmlformats.org/officeDocument/2006/relationships/customXml" Target="../ink/ink141.xml"/><Relationship Id="rId119" Type="http://schemas.openxmlformats.org/officeDocument/2006/relationships/customXml" Target="../ink/ink189.xml"/><Relationship Id="rId270" Type="http://schemas.openxmlformats.org/officeDocument/2006/relationships/image" Target="../media/image270.png"/><Relationship Id="rId44" Type="http://schemas.openxmlformats.org/officeDocument/2006/relationships/image" Target="../media/image157.png"/><Relationship Id="rId65" Type="http://schemas.openxmlformats.org/officeDocument/2006/relationships/customXml" Target="../ink/ink162.xml"/><Relationship Id="rId86" Type="http://schemas.openxmlformats.org/officeDocument/2006/relationships/image" Target="../media/image178.png"/><Relationship Id="rId130" Type="http://schemas.openxmlformats.org/officeDocument/2006/relationships/image" Target="../media/image200.png"/><Relationship Id="rId151" Type="http://schemas.openxmlformats.org/officeDocument/2006/relationships/customXml" Target="../ink/ink205.xml"/><Relationship Id="rId172" Type="http://schemas.openxmlformats.org/officeDocument/2006/relationships/image" Target="../media/image221.png"/><Relationship Id="rId193" Type="http://schemas.openxmlformats.org/officeDocument/2006/relationships/customXml" Target="../ink/ink226.xml"/><Relationship Id="rId207" Type="http://schemas.openxmlformats.org/officeDocument/2006/relationships/customXml" Target="../ink/ink233.xml"/><Relationship Id="rId228" Type="http://schemas.openxmlformats.org/officeDocument/2006/relationships/image" Target="../media/image249.png"/><Relationship Id="rId249" Type="http://schemas.openxmlformats.org/officeDocument/2006/relationships/customXml" Target="../ink/ink254.xml"/><Relationship Id="rId13" Type="http://schemas.openxmlformats.org/officeDocument/2006/relationships/customXml" Target="../ink/ink136.xml"/><Relationship Id="rId109" Type="http://schemas.openxmlformats.org/officeDocument/2006/relationships/customXml" Target="../ink/ink184.xml"/><Relationship Id="rId260" Type="http://schemas.openxmlformats.org/officeDocument/2006/relationships/image" Target="../media/image265.png"/><Relationship Id="rId34" Type="http://schemas.openxmlformats.org/officeDocument/2006/relationships/image" Target="../media/image152.png"/><Relationship Id="rId55" Type="http://schemas.openxmlformats.org/officeDocument/2006/relationships/customXml" Target="../ink/ink157.xml"/><Relationship Id="rId76" Type="http://schemas.openxmlformats.org/officeDocument/2006/relationships/image" Target="../media/image173.png"/><Relationship Id="rId97" Type="http://schemas.openxmlformats.org/officeDocument/2006/relationships/customXml" Target="../ink/ink178.xml"/><Relationship Id="rId120" Type="http://schemas.openxmlformats.org/officeDocument/2006/relationships/image" Target="../media/image195.png"/><Relationship Id="rId141" Type="http://schemas.openxmlformats.org/officeDocument/2006/relationships/customXml" Target="../ink/ink200.xml"/><Relationship Id="rId7" Type="http://schemas.openxmlformats.org/officeDocument/2006/relationships/customXml" Target="../ink/ink133.xml"/><Relationship Id="rId162" Type="http://schemas.openxmlformats.org/officeDocument/2006/relationships/image" Target="../media/image216.png"/><Relationship Id="rId183" Type="http://schemas.openxmlformats.org/officeDocument/2006/relationships/customXml" Target="../ink/ink221.xml"/><Relationship Id="rId218" Type="http://schemas.openxmlformats.org/officeDocument/2006/relationships/image" Target="../media/image244.png"/><Relationship Id="rId239" Type="http://schemas.openxmlformats.org/officeDocument/2006/relationships/customXml" Target="../ink/ink249.xml"/><Relationship Id="rId250" Type="http://schemas.openxmlformats.org/officeDocument/2006/relationships/image" Target="../media/image260.png"/><Relationship Id="rId271" Type="http://schemas.openxmlformats.org/officeDocument/2006/relationships/customXml" Target="../ink/ink265.xml"/><Relationship Id="rId24" Type="http://schemas.openxmlformats.org/officeDocument/2006/relationships/image" Target="../media/image147.png"/><Relationship Id="rId45" Type="http://schemas.openxmlformats.org/officeDocument/2006/relationships/customXml" Target="../ink/ink152.xml"/><Relationship Id="rId66" Type="http://schemas.openxmlformats.org/officeDocument/2006/relationships/image" Target="../media/image168.png"/><Relationship Id="rId87" Type="http://schemas.openxmlformats.org/officeDocument/2006/relationships/customXml" Target="../ink/ink173.xml"/><Relationship Id="rId110" Type="http://schemas.openxmlformats.org/officeDocument/2006/relationships/image" Target="../media/image190.png"/><Relationship Id="rId131" Type="http://schemas.openxmlformats.org/officeDocument/2006/relationships/customXml" Target="../ink/ink195.xml"/><Relationship Id="rId152" Type="http://schemas.openxmlformats.org/officeDocument/2006/relationships/image" Target="../media/image211.png"/><Relationship Id="rId173" Type="http://schemas.openxmlformats.org/officeDocument/2006/relationships/customXml" Target="../ink/ink216.xml"/><Relationship Id="rId194" Type="http://schemas.openxmlformats.org/officeDocument/2006/relationships/image" Target="../media/image232.png"/><Relationship Id="rId208" Type="http://schemas.openxmlformats.org/officeDocument/2006/relationships/image" Target="../media/image239.png"/><Relationship Id="rId229" Type="http://schemas.openxmlformats.org/officeDocument/2006/relationships/customXml" Target="../ink/ink244.xml"/><Relationship Id="rId240" Type="http://schemas.openxmlformats.org/officeDocument/2006/relationships/image" Target="../media/image255.png"/><Relationship Id="rId261" Type="http://schemas.openxmlformats.org/officeDocument/2006/relationships/customXml" Target="../ink/ink260.xml"/><Relationship Id="rId14" Type="http://schemas.openxmlformats.org/officeDocument/2006/relationships/image" Target="../media/image142.png"/><Relationship Id="rId35" Type="http://schemas.openxmlformats.org/officeDocument/2006/relationships/customXml" Target="../ink/ink147.xml"/><Relationship Id="rId56" Type="http://schemas.openxmlformats.org/officeDocument/2006/relationships/image" Target="../media/image163.png"/><Relationship Id="rId77" Type="http://schemas.openxmlformats.org/officeDocument/2006/relationships/customXml" Target="../ink/ink168.xml"/><Relationship Id="rId100" Type="http://schemas.openxmlformats.org/officeDocument/2006/relationships/image" Target="../media/image185.png"/><Relationship Id="rId8" Type="http://schemas.openxmlformats.org/officeDocument/2006/relationships/image" Target="../media/image139.png"/><Relationship Id="rId98" Type="http://schemas.openxmlformats.org/officeDocument/2006/relationships/image" Target="../media/image184.png"/><Relationship Id="rId121" Type="http://schemas.openxmlformats.org/officeDocument/2006/relationships/customXml" Target="../ink/ink190.xml"/><Relationship Id="rId142" Type="http://schemas.openxmlformats.org/officeDocument/2006/relationships/image" Target="../media/image206.png"/><Relationship Id="rId163" Type="http://schemas.openxmlformats.org/officeDocument/2006/relationships/customXml" Target="../ink/ink211.xml"/><Relationship Id="rId184" Type="http://schemas.openxmlformats.org/officeDocument/2006/relationships/image" Target="../media/image227.png"/><Relationship Id="rId219" Type="http://schemas.openxmlformats.org/officeDocument/2006/relationships/customXml" Target="../ink/ink239.xml"/><Relationship Id="rId230" Type="http://schemas.openxmlformats.org/officeDocument/2006/relationships/image" Target="../media/image250.png"/><Relationship Id="rId251" Type="http://schemas.openxmlformats.org/officeDocument/2006/relationships/customXml" Target="../ink/ink255.xml"/><Relationship Id="rId25" Type="http://schemas.openxmlformats.org/officeDocument/2006/relationships/customXml" Target="../ink/ink142.xml"/><Relationship Id="rId46" Type="http://schemas.openxmlformats.org/officeDocument/2006/relationships/image" Target="../media/image158.png"/><Relationship Id="rId67" Type="http://schemas.openxmlformats.org/officeDocument/2006/relationships/customXml" Target="../ink/ink163.xml"/><Relationship Id="rId272" Type="http://schemas.openxmlformats.org/officeDocument/2006/relationships/image" Target="../media/image271.png"/><Relationship Id="rId88" Type="http://schemas.openxmlformats.org/officeDocument/2006/relationships/image" Target="../media/image179.png"/><Relationship Id="rId111" Type="http://schemas.openxmlformats.org/officeDocument/2006/relationships/customXml" Target="../ink/ink185.xml"/><Relationship Id="rId132" Type="http://schemas.openxmlformats.org/officeDocument/2006/relationships/image" Target="../media/image201.png"/><Relationship Id="rId153" Type="http://schemas.openxmlformats.org/officeDocument/2006/relationships/customXml" Target="../ink/ink206.xml"/><Relationship Id="rId174" Type="http://schemas.openxmlformats.org/officeDocument/2006/relationships/image" Target="../media/image222.png"/><Relationship Id="rId195" Type="http://schemas.openxmlformats.org/officeDocument/2006/relationships/customXml" Target="../ink/ink227.xml"/><Relationship Id="rId209" Type="http://schemas.openxmlformats.org/officeDocument/2006/relationships/customXml" Target="../ink/ink234.xml"/><Relationship Id="rId220" Type="http://schemas.openxmlformats.org/officeDocument/2006/relationships/image" Target="../media/image245.png"/><Relationship Id="rId241" Type="http://schemas.openxmlformats.org/officeDocument/2006/relationships/customXml" Target="../ink/ink250.xml"/><Relationship Id="rId15" Type="http://schemas.openxmlformats.org/officeDocument/2006/relationships/customXml" Target="../ink/ink137.xml"/><Relationship Id="rId36" Type="http://schemas.openxmlformats.org/officeDocument/2006/relationships/image" Target="../media/image153.png"/><Relationship Id="rId57" Type="http://schemas.openxmlformats.org/officeDocument/2006/relationships/customXml" Target="../ink/ink158.xml"/><Relationship Id="rId262" Type="http://schemas.openxmlformats.org/officeDocument/2006/relationships/image" Target="../media/image266.png"/><Relationship Id="rId78" Type="http://schemas.openxmlformats.org/officeDocument/2006/relationships/image" Target="../media/image174.png"/><Relationship Id="rId99" Type="http://schemas.openxmlformats.org/officeDocument/2006/relationships/customXml" Target="../ink/ink179.xml"/><Relationship Id="rId101" Type="http://schemas.openxmlformats.org/officeDocument/2006/relationships/customXml" Target="../ink/ink180.xml"/><Relationship Id="rId122" Type="http://schemas.openxmlformats.org/officeDocument/2006/relationships/image" Target="../media/image196.png"/><Relationship Id="rId143" Type="http://schemas.openxmlformats.org/officeDocument/2006/relationships/customXml" Target="../ink/ink201.xml"/><Relationship Id="rId164" Type="http://schemas.openxmlformats.org/officeDocument/2006/relationships/image" Target="../media/image217.png"/><Relationship Id="rId185" Type="http://schemas.openxmlformats.org/officeDocument/2006/relationships/customXml" Target="../ink/ink222.xml"/><Relationship Id="rId9" Type="http://schemas.openxmlformats.org/officeDocument/2006/relationships/customXml" Target="../ink/ink134.xml"/><Relationship Id="rId210" Type="http://schemas.openxmlformats.org/officeDocument/2006/relationships/image" Target="../media/image240.png"/><Relationship Id="rId26" Type="http://schemas.openxmlformats.org/officeDocument/2006/relationships/image" Target="../media/image148.png"/><Relationship Id="rId231" Type="http://schemas.openxmlformats.org/officeDocument/2006/relationships/customXml" Target="../ink/ink245.xml"/><Relationship Id="rId252" Type="http://schemas.openxmlformats.org/officeDocument/2006/relationships/image" Target="../media/image261.png"/><Relationship Id="rId273" Type="http://schemas.openxmlformats.org/officeDocument/2006/relationships/customXml" Target="../ink/ink266.xml"/><Relationship Id="rId47" Type="http://schemas.openxmlformats.org/officeDocument/2006/relationships/customXml" Target="../ink/ink153.xml"/><Relationship Id="rId68" Type="http://schemas.openxmlformats.org/officeDocument/2006/relationships/image" Target="../media/image169.png"/><Relationship Id="rId89" Type="http://schemas.openxmlformats.org/officeDocument/2006/relationships/customXml" Target="../ink/ink174.xml"/><Relationship Id="rId112" Type="http://schemas.openxmlformats.org/officeDocument/2006/relationships/image" Target="../media/image191.png"/><Relationship Id="rId133" Type="http://schemas.openxmlformats.org/officeDocument/2006/relationships/customXml" Target="../ink/ink196.xml"/><Relationship Id="rId154" Type="http://schemas.openxmlformats.org/officeDocument/2006/relationships/image" Target="../media/image212.png"/><Relationship Id="rId175" Type="http://schemas.openxmlformats.org/officeDocument/2006/relationships/customXml" Target="../ink/ink217.xml"/><Relationship Id="rId196" Type="http://schemas.openxmlformats.org/officeDocument/2006/relationships/image" Target="../media/image233.png"/><Relationship Id="rId200" Type="http://schemas.openxmlformats.org/officeDocument/2006/relationships/image" Target="../media/image235.png"/><Relationship Id="rId16" Type="http://schemas.openxmlformats.org/officeDocument/2006/relationships/image" Target="../media/image143.png"/><Relationship Id="rId221" Type="http://schemas.openxmlformats.org/officeDocument/2006/relationships/customXml" Target="../ink/ink240.xml"/><Relationship Id="rId242" Type="http://schemas.openxmlformats.org/officeDocument/2006/relationships/image" Target="../media/image256.png"/><Relationship Id="rId263" Type="http://schemas.openxmlformats.org/officeDocument/2006/relationships/customXml" Target="../ink/ink261.xml"/><Relationship Id="rId37" Type="http://schemas.openxmlformats.org/officeDocument/2006/relationships/customXml" Target="../ink/ink148.xml"/><Relationship Id="rId58" Type="http://schemas.openxmlformats.org/officeDocument/2006/relationships/image" Target="../media/image164.png"/><Relationship Id="rId79" Type="http://schemas.openxmlformats.org/officeDocument/2006/relationships/customXml" Target="../ink/ink169.xml"/><Relationship Id="rId102" Type="http://schemas.openxmlformats.org/officeDocument/2006/relationships/image" Target="../media/image186.png"/><Relationship Id="rId123" Type="http://schemas.openxmlformats.org/officeDocument/2006/relationships/customXml" Target="../ink/ink191.xml"/><Relationship Id="rId144" Type="http://schemas.openxmlformats.org/officeDocument/2006/relationships/image" Target="../media/image207.png"/><Relationship Id="rId90" Type="http://schemas.openxmlformats.org/officeDocument/2006/relationships/image" Target="../media/image180.png"/><Relationship Id="rId165" Type="http://schemas.openxmlformats.org/officeDocument/2006/relationships/customXml" Target="../ink/ink212.xml"/><Relationship Id="rId186" Type="http://schemas.openxmlformats.org/officeDocument/2006/relationships/image" Target="../media/image228.png"/><Relationship Id="rId211" Type="http://schemas.openxmlformats.org/officeDocument/2006/relationships/customXml" Target="../ink/ink235.xml"/><Relationship Id="rId232" Type="http://schemas.openxmlformats.org/officeDocument/2006/relationships/image" Target="../media/image251.png"/><Relationship Id="rId253" Type="http://schemas.openxmlformats.org/officeDocument/2006/relationships/customXml" Target="../ink/ink256.xml"/><Relationship Id="rId274" Type="http://schemas.openxmlformats.org/officeDocument/2006/relationships/image" Target="../media/image272.png"/><Relationship Id="rId27" Type="http://schemas.openxmlformats.org/officeDocument/2006/relationships/customXml" Target="../ink/ink143.xml"/><Relationship Id="rId48" Type="http://schemas.openxmlformats.org/officeDocument/2006/relationships/image" Target="../media/image159.png"/><Relationship Id="rId69" Type="http://schemas.openxmlformats.org/officeDocument/2006/relationships/customXml" Target="../ink/ink164.xml"/><Relationship Id="rId113" Type="http://schemas.openxmlformats.org/officeDocument/2006/relationships/customXml" Target="../ink/ink186.xml"/><Relationship Id="rId134" Type="http://schemas.openxmlformats.org/officeDocument/2006/relationships/image" Target="../media/image202.png"/><Relationship Id="rId80" Type="http://schemas.openxmlformats.org/officeDocument/2006/relationships/image" Target="../media/image175.png"/><Relationship Id="rId155" Type="http://schemas.openxmlformats.org/officeDocument/2006/relationships/customXml" Target="../ink/ink207.xml"/><Relationship Id="rId176" Type="http://schemas.openxmlformats.org/officeDocument/2006/relationships/image" Target="../media/image223.png"/><Relationship Id="rId197" Type="http://schemas.openxmlformats.org/officeDocument/2006/relationships/customXml" Target="../ink/ink228.xml"/><Relationship Id="rId201" Type="http://schemas.openxmlformats.org/officeDocument/2006/relationships/customXml" Target="../ink/ink230.xml"/><Relationship Id="rId222" Type="http://schemas.openxmlformats.org/officeDocument/2006/relationships/image" Target="../media/image246.png"/><Relationship Id="rId243" Type="http://schemas.openxmlformats.org/officeDocument/2006/relationships/customXml" Target="../ink/ink251.xml"/><Relationship Id="rId264" Type="http://schemas.openxmlformats.org/officeDocument/2006/relationships/image" Target="../media/image267.png"/><Relationship Id="rId17" Type="http://schemas.openxmlformats.org/officeDocument/2006/relationships/customXml" Target="../ink/ink138.xml"/><Relationship Id="rId38" Type="http://schemas.openxmlformats.org/officeDocument/2006/relationships/image" Target="../media/image154.png"/><Relationship Id="rId59" Type="http://schemas.openxmlformats.org/officeDocument/2006/relationships/customXml" Target="../ink/ink159.xml"/><Relationship Id="rId103" Type="http://schemas.openxmlformats.org/officeDocument/2006/relationships/customXml" Target="../ink/ink181.xml"/><Relationship Id="rId124" Type="http://schemas.openxmlformats.org/officeDocument/2006/relationships/image" Target="../media/image197.png"/><Relationship Id="rId70" Type="http://schemas.openxmlformats.org/officeDocument/2006/relationships/image" Target="../media/image170.png"/><Relationship Id="rId91" Type="http://schemas.openxmlformats.org/officeDocument/2006/relationships/customXml" Target="../ink/ink175.xml"/><Relationship Id="rId145" Type="http://schemas.openxmlformats.org/officeDocument/2006/relationships/customXml" Target="../ink/ink202.xml"/><Relationship Id="rId166" Type="http://schemas.openxmlformats.org/officeDocument/2006/relationships/image" Target="../media/image218.png"/><Relationship Id="rId187" Type="http://schemas.openxmlformats.org/officeDocument/2006/relationships/customXml" Target="../ink/ink22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41.png"/><Relationship Id="rId233" Type="http://schemas.openxmlformats.org/officeDocument/2006/relationships/customXml" Target="../ink/ink246.xml"/><Relationship Id="rId254" Type="http://schemas.openxmlformats.org/officeDocument/2006/relationships/image" Target="../media/image262.png"/><Relationship Id="rId28" Type="http://schemas.openxmlformats.org/officeDocument/2006/relationships/image" Target="../media/image149.png"/><Relationship Id="rId49" Type="http://schemas.openxmlformats.org/officeDocument/2006/relationships/customXml" Target="../ink/ink154.xml"/><Relationship Id="rId114" Type="http://schemas.openxmlformats.org/officeDocument/2006/relationships/image" Target="../media/image192.png"/><Relationship Id="rId60" Type="http://schemas.openxmlformats.org/officeDocument/2006/relationships/image" Target="../media/image165.png"/><Relationship Id="rId81" Type="http://schemas.openxmlformats.org/officeDocument/2006/relationships/customXml" Target="../ink/ink170.xml"/><Relationship Id="rId135" Type="http://schemas.openxmlformats.org/officeDocument/2006/relationships/customXml" Target="../ink/ink197.xml"/><Relationship Id="rId156" Type="http://schemas.openxmlformats.org/officeDocument/2006/relationships/image" Target="../media/image213.png"/><Relationship Id="rId177" Type="http://schemas.openxmlformats.org/officeDocument/2006/relationships/customXml" Target="../ink/ink218.xml"/><Relationship Id="rId198" Type="http://schemas.openxmlformats.org/officeDocument/2006/relationships/image" Target="../media/image234.png"/><Relationship Id="rId202" Type="http://schemas.openxmlformats.org/officeDocument/2006/relationships/image" Target="../media/image236.png"/><Relationship Id="rId223" Type="http://schemas.openxmlformats.org/officeDocument/2006/relationships/customXml" Target="../ink/ink241.xml"/><Relationship Id="rId244" Type="http://schemas.openxmlformats.org/officeDocument/2006/relationships/image" Target="../media/image257.png"/><Relationship Id="rId18" Type="http://schemas.openxmlformats.org/officeDocument/2006/relationships/image" Target="../media/image144.png"/><Relationship Id="rId39" Type="http://schemas.openxmlformats.org/officeDocument/2006/relationships/customXml" Target="../ink/ink149.xml"/><Relationship Id="rId265" Type="http://schemas.openxmlformats.org/officeDocument/2006/relationships/customXml" Target="../ink/ink262.xml"/><Relationship Id="rId50" Type="http://schemas.openxmlformats.org/officeDocument/2006/relationships/image" Target="../media/image160.png"/><Relationship Id="rId104" Type="http://schemas.openxmlformats.org/officeDocument/2006/relationships/image" Target="../media/image187.png"/><Relationship Id="rId125" Type="http://schemas.openxmlformats.org/officeDocument/2006/relationships/customXml" Target="../ink/ink192.xml"/><Relationship Id="rId146" Type="http://schemas.openxmlformats.org/officeDocument/2006/relationships/image" Target="../media/image208.png"/><Relationship Id="rId167" Type="http://schemas.openxmlformats.org/officeDocument/2006/relationships/customXml" Target="../ink/ink213.xml"/><Relationship Id="rId188" Type="http://schemas.openxmlformats.org/officeDocument/2006/relationships/image" Target="../media/image229.png"/><Relationship Id="rId71" Type="http://schemas.openxmlformats.org/officeDocument/2006/relationships/customXml" Target="../ink/ink165.xml"/><Relationship Id="rId92" Type="http://schemas.openxmlformats.org/officeDocument/2006/relationships/image" Target="../media/image181.png"/><Relationship Id="rId213" Type="http://schemas.openxmlformats.org/officeDocument/2006/relationships/customXml" Target="../ink/ink236.xml"/><Relationship Id="rId234" Type="http://schemas.openxmlformats.org/officeDocument/2006/relationships/image" Target="../media/image252.png"/><Relationship Id="rId2" Type="http://schemas.openxmlformats.org/officeDocument/2006/relationships/image" Target="../media/image136.png"/><Relationship Id="rId29" Type="http://schemas.openxmlformats.org/officeDocument/2006/relationships/customXml" Target="../ink/ink144.xml"/><Relationship Id="rId255" Type="http://schemas.openxmlformats.org/officeDocument/2006/relationships/customXml" Target="../ink/ink257.xml"/><Relationship Id="rId40" Type="http://schemas.openxmlformats.org/officeDocument/2006/relationships/image" Target="../media/image155.png"/><Relationship Id="rId115" Type="http://schemas.openxmlformats.org/officeDocument/2006/relationships/customXml" Target="../ink/ink187.xml"/><Relationship Id="rId136" Type="http://schemas.openxmlformats.org/officeDocument/2006/relationships/image" Target="../media/image203.png"/><Relationship Id="rId157" Type="http://schemas.openxmlformats.org/officeDocument/2006/relationships/customXml" Target="../ink/ink208.xml"/><Relationship Id="rId178" Type="http://schemas.openxmlformats.org/officeDocument/2006/relationships/image" Target="../media/image224.png"/><Relationship Id="rId61" Type="http://schemas.openxmlformats.org/officeDocument/2006/relationships/customXml" Target="../ink/ink160.xml"/><Relationship Id="rId82" Type="http://schemas.openxmlformats.org/officeDocument/2006/relationships/image" Target="../media/image176.png"/><Relationship Id="rId199" Type="http://schemas.openxmlformats.org/officeDocument/2006/relationships/customXml" Target="../ink/ink229.xml"/><Relationship Id="rId203" Type="http://schemas.openxmlformats.org/officeDocument/2006/relationships/customXml" Target="../ink/ink231.xml"/><Relationship Id="rId19" Type="http://schemas.openxmlformats.org/officeDocument/2006/relationships/customXml" Target="../ink/ink139.xml"/><Relationship Id="rId224" Type="http://schemas.openxmlformats.org/officeDocument/2006/relationships/image" Target="../media/image247.png"/><Relationship Id="rId245" Type="http://schemas.openxmlformats.org/officeDocument/2006/relationships/customXml" Target="../ink/ink252.xml"/><Relationship Id="rId266" Type="http://schemas.openxmlformats.org/officeDocument/2006/relationships/image" Target="../media/image268.png"/><Relationship Id="rId30" Type="http://schemas.openxmlformats.org/officeDocument/2006/relationships/image" Target="../media/image150.png"/><Relationship Id="rId105" Type="http://schemas.openxmlformats.org/officeDocument/2006/relationships/customXml" Target="../ink/ink182.xml"/><Relationship Id="rId126" Type="http://schemas.openxmlformats.org/officeDocument/2006/relationships/image" Target="../media/image198.png"/><Relationship Id="rId147" Type="http://schemas.openxmlformats.org/officeDocument/2006/relationships/customXml" Target="../ink/ink203.xml"/><Relationship Id="rId168" Type="http://schemas.openxmlformats.org/officeDocument/2006/relationships/image" Target="../media/image219.png"/><Relationship Id="rId51" Type="http://schemas.openxmlformats.org/officeDocument/2006/relationships/customXml" Target="../ink/ink155.xml"/><Relationship Id="rId72" Type="http://schemas.openxmlformats.org/officeDocument/2006/relationships/image" Target="../media/image171.png"/><Relationship Id="rId93" Type="http://schemas.openxmlformats.org/officeDocument/2006/relationships/customXml" Target="../ink/ink176.xml"/><Relationship Id="rId189" Type="http://schemas.openxmlformats.org/officeDocument/2006/relationships/customXml" Target="../ink/ink224.xml"/><Relationship Id="rId3" Type="http://schemas.openxmlformats.org/officeDocument/2006/relationships/customXml" Target="../ink/ink131.xml"/><Relationship Id="rId214" Type="http://schemas.openxmlformats.org/officeDocument/2006/relationships/image" Target="../media/image242.png"/><Relationship Id="rId235" Type="http://schemas.openxmlformats.org/officeDocument/2006/relationships/customXml" Target="../ink/ink247.xml"/><Relationship Id="rId256" Type="http://schemas.openxmlformats.org/officeDocument/2006/relationships/image" Target="../media/image263.png"/><Relationship Id="rId116" Type="http://schemas.openxmlformats.org/officeDocument/2006/relationships/image" Target="../media/image193.png"/><Relationship Id="rId137" Type="http://schemas.openxmlformats.org/officeDocument/2006/relationships/customXml" Target="../ink/ink198.xml"/><Relationship Id="rId158" Type="http://schemas.openxmlformats.org/officeDocument/2006/relationships/image" Target="../media/image214.png"/><Relationship Id="rId20" Type="http://schemas.openxmlformats.org/officeDocument/2006/relationships/image" Target="../media/image145.png"/><Relationship Id="rId41" Type="http://schemas.openxmlformats.org/officeDocument/2006/relationships/customXml" Target="../ink/ink150.xml"/><Relationship Id="rId62" Type="http://schemas.openxmlformats.org/officeDocument/2006/relationships/image" Target="../media/image166.png"/><Relationship Id="rId83" Type="http://schemas.openxmlformats.org/officeDocument/2006/relationships/customXml" Target="../ink/ink171.xml"/><Relationship Id="rId179" Type="http://schemas.openxmlformats.org/officeDocument/2006/relationships/customXml" Target="../ink/ink219.xml"/><Relationship Id="rId190" Type="http://schemas.openxmlformats.org/officeDocument/2006/relationships/image" Target="../media/image230.png"/><Relationship Id="rId204" Type="http://schemas.openxmlformats.org/officeDocument/2006/relationships/image" Target="../media/image237.png"/><Relationship Id="rId225" Type="http://schemas.openxmlformats.org/officeDocument/2006/relationships/customXml" Target="../ink/ink242.xml"/><Relationship Id="rId246" Type="http://schemas.openxmlformats.org/officeDocument/2006/relationships/image" Target="../media/image258.png"/><Relationship Id="rId267" Type="http://schemas.openxmlformats.org/officeDocument/2006/relationships/customXml" Target="../ink/ink263.xml"/><Relationship Id="rId106" Type="http://schemas.openxmlformats.org/officeDocument/2006/relationships/image" Target="../media/image188.png"/><Relationship Id="rId127" Type="http://schemas.openxmlformats.org/officeDocument/2006/relationships/customXml" Target="../ink/ink193.xml"/><Relationship Id="rId10" Type="http://schemas.openxmlformats.org/officeDocument/2006/relationships/image" Target="../media/image140.png"/><Relationship Id="rId31" Type="http://schemas.openxmlformats.org/officeDocument/2006/relationships/customXml" Target="../ink/ink145.xml"/><Relationship Id="rId52" Type="http://schemas.openxmlformats.org/officeDocument/2006/relationships/image" Target="../media/image161.png"/><Relationship Id="rId73" Type="http://schemas.openxmlformats.org/officeDocument/2006/relationships/customXml" Target="../ink/ink166.xml"/><Relationship Id="rId94" Type="http://schemas.openxmlformats.org/officeDocument/2006/relationships/image" Target="../media/image182.png"/><Relationship Id="rId148" Type="http://schemas.openxmlformats.org/officeDocument/2006/relationships/image" Target="../media/image209.png"/><Relationship Id="rId169" Type="http://schemas.openxmlformats.org/officeDocument/2006/relationships/customXml" Target="../ink/ink214.xml"/><Relationship Id="rId4" Type="http://schemas.openxmlformats.org/officeDocument/2006/relationships/image" Target="../media/image137.png"/><Relationship Id="rId180" Type="http://schemas.openxmlformats.org/officeDocument/2006/relationships/image" Target="../media/image225.png"/><Relationship Id="rId215" Type="http://schemas.openxmlformats.org/officeDocument/2006/relationships/customXml" Target="../ink/ink237.xml"/><Relationship Id="rId236" Type="http://schemas.openxmlformats.org/officeDocument/2006/relationships/image" Target="../media/image253.png"/><Relationship Id="rId257" Type="http://schemas.openxmlformats.org/officeDocument/2006/relationships/customXml" Target="../ink/ink258.xml"/><Relationship Id="rId42" Type="http://schemas.openxmlformats.org/officeDocument/2006/relationships/image" Target="../media/image156.png"/><Relationship Id="rId84" Type="http://schemas.openxmlformats.org/officeDocument/2006/relationships/image" Target="../media/image177.png"/><Relationship Id="rId138" Type="http://schemas.openxmlformats.org/officeDocument/2006/relationships/image" Target="../media/image204.png"/><Relationship Id="rId191" Type="http://schemas.openxmlformats.org/officeDocument/2006/relationships/customXml" Target="../ink/ink225.xml"/><Relationship Id="rId205" Type="http://schemas.openxmlformats.org/officeDocument/2006/relationships/customXml" Target="../ink/ink232.xml"/><Relationship Id="rId247" Type="http://schemas.openxmlformats.org/officeDocument/2006/relationships/customXml" Target="../ink/ink253.xml"/><Relationship Id="rId107" Type="http://schemas.openxmlformats.org/officeDocument/2006/relationships/customXml" Target="../ink/ink183.xml"/><Relationship Id="rId11" Type="http://schemas.openxmlformats.org/officeDocument/2006/relationships/customXml" Target="../ink/ink135.xml"/><Relationship Id="rId53" Type="http://schemas.openxmlformats.org/officeDocument/2006/relationships/customXml" Target="../ink/ink156.xml"/><Relationship Id="rId149" Type="http://schemas.openxmlformats.org/officeDocument/2006/relationships/customXml" Target="../ink/ink20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9.png"/><Relationship Id="rId18" Type="http://schemas.openxmlformats.org/officeDocument/2006/relationships/customXml" Target="../ink/ink274.xml"/><Relationship Id="rId26" Type="http://schemas.openxmlformats.org/officeDocument/2006/relationships/customXml" Target="../ink/ink278.xml"/><Relationship Id="rId39" Type="http://schemas.openxmlformats.org/officeDocument/2006/relationships/image" Target="../media/image292.png"/><Relationship Id="rId21" Type="http://schemas.openxmlformats.org/officeDocument/2006/relationships/image" Target="../media/image283.png"/><Relationship Id="rId34" Type="http://schemas.openxmlformats.org/officeDocument/2006/relationships/customXml" Target="../ink/ink282.xml"/><Relationship Id="rId42" Type="http://schemas.openxmlformats.org/officeDocument/2006/relationships/customXml" Target="../ink/ink286.xml"/><Relationship Id="rId47" Type="http://schemas.openxmlformats.org/officeDocument/2006/relationships/image" Target="../media/image296.png"/><Relationship Id="rId50" Type="http://schemas.openxmlformats.org/officeDocument/2006/relationships/customXml" Target="../ink/ink290.xml"/><Relationship Id="rId55" Type="http://schemas.openxmlformats.org/officeDocument/2006/relationships/image" Target="../media/image300.png"/><Relationship Id="rId7" Type="http://schemas.openxmlformats.org/officeDocument/2006/relationships/image" Target="../media/image276.png"/><Relationship Id="rId2" Type="http://schemas.openxmlformats.org/officeDocument/2006/relationships/image" Target="../media/image273.png"/><Relationship Id="rId16" Type="http://schemas.openxmlformats.org/officeDocument/2006/relationships/customXml" Target="../ink/ink273.xml"/><Relationship Id="rId29" Type="http://schemas.openxmlformats.org/officeDocument/2006/relationships/image" Target="../media/image287.png"/><Relationship Id="rId11" Type="http://schemas.openxmlformats.org/officeDocument/2006/relationships/image" Target="../media/image278.png"/><Relationship Id="rId24" Type="http://schemas.openxmlformats.org/officeDocument/2006/relationships/customXml" Target="../ink/ink277.xml"/><Relationship Id="rId32" Type="http://schemas.openxmlformats.org/officeDocument/2006/relationships/customXml" Target="../ink/ink281.xml"/><Relationship Id="rId37" Type="http://schemas.openxmlformats.org/officeDocument/2006/relationships/image" Target="../media/image291.png"/><Relationship Id="rId40" Type="http://schemas.openxmlformats.org/officeDocument/2006/relationships/customXml" Target="../ink/ink285.xml"/><Relationship Id="rId45" Type="http://schemas.openxmlformats.org/officeDocument/2006/relationships/image" Target="../media/image295.png"/><Relationship Id="rId53" Type="http://schemas.openxmlformats.org/officeDocument/2006/relationships/image" Target="../media/image299.png"/><Relationship Id="rId58" Type="http://schemas.openxmlformats.org/officeDocument/2006/relationships/customXml" Target="../ink/ink294.xml"/><Relationship Id="rId5" Type="http://schemas.openxmlformats.org/officeDocument/2006/relationships/image" Target="../media/image275.png"/><Relationship Id="rId19" Type="http://schemas.openxmlformats.org/officeDocument/2006/relationships/image" Target="../media/image282.png"/><Relationship Id="rId4" Type="http://schemas.openxmlformats.org/officeDocument/2006/relationships/customXml" Target="../ink/ink267.xml"/><Relationship Id="rId9" Type="http://schemas.openxmlformats.org/officeDocument/2006/relationships/image" Target="../media/image277.png"/><Relationship Id="rId14" Type="http://schemas.openxmlformats.org/officeDocument/2006/relationships/customXml" Target="../ink/ink272.xml"/><Relationship Id="rId22" Type="http://schemas.openxmlformats.org/officeDocument/2006/relationships/customXml" Target="../ink/ink276.xml"/><Relationship Id="rId27" Type="http://schemas.openxmlformats.org/officeDocument/2006/relationships/image" Target="../media/image286.png"/><Relationship Id="rId30" Type="http://schemas.openxmlformats.org/officeDocument/2006/relationships/customXml" Target="../ink/ink280.xml"/><Relationship Id="rId35" Type="http://schemas.openxmlformats.org/officeDocument/2006/relationships/image" Target="../media/image290.png"/><Relationship Id="rId43" Type="http://schemas.openxmlformats.org/officeDocument/2006/relationships/image" Target="../media/image294.png"/><Relationship Id="rId48" Type="http://schemas.openxmlformats.org/officeDocument/2006/relationships/customXml" Target="../ink/ink289.xml"/><Relationship Id="rId56" Type="http://schemas.openxmlformats.org/officeDocument/2006/relationships/customXml" Target="../ink/ink293.xml"/><Relationship Id="rId8" Type="http://schemas.openxmlformats.org/officeDocument/2006/relationships/customXml" Target="../ink/ink269.xml"/><Relationship Id="rId51" Type="http://schemas.openxmlformats.org/officeDocument/2006/relationships/image" Target="../media/image298.png"/><Relationship Id="rId3" Type="http://schemas.openxmlformats.org/officeDocument/2006/relationships/image" Target="../media/image274.png"/><Relationship Id="rId12" Type="http://schemas.openxmlformats.org/officeDocument/2006/relationships/customXml" Target="../ink/ink271.xml"/><Relationship Id="rId17" Type="http://schemas.openxmlformats.org/officeDocument/2006/relationships/image" Target="../media/image281.png"/><Relationship Id="rId25" Type="http://schemas.openxmlformats.org/officeDocument/2006/relationships/image" Target="../media/image285.png"/><Relationship Id="rId33" Type="http://schemas.openxmlformats.org/officeDocument/2006/relationships/image" Target="../media/image289.png"/><Relationship Id="rId38" Type="http://schemas.openxmlformats.org/officeDocument/2006/relationships/customXml" Target="../ink/ink284.xml"/><Relationship Id="rId46" Type="http://schemas.openxmlformats.org/officeDocument/2006/relationships/customXml" Target="../ink/ink288.xml"/><Relationship Id="rId59" Type="http://schemas.openxmlformats.org/officeDocument/2006/relationships/image" Target="../media/image302.png"/><Relationship Id="rId20" Type="http://schemas.openxmlformats.org/officeDocument/2006/relationships/customXml" Target="../ink/ink275.xml"/><Relationship Id="rId41" Type="http://schemas.openxmlformats.org/officeDocument/2006/relationships/image" Target="../media/image293.png"/><Relationship Id="rId54" Type="http://schemas.openxmlformats.org/officeDocument/2006/relationships/customXml" Target="../ink/ink29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8.xml"/><Relationship Id="rId15" Type="http://schemas.openxmlformats.org/officeDocument/2006/relationships/image" Target="../media/image280.png"/><Relationship Id="rId23" Type="http://schemas.openxmlformats.org/officeDocument/2006/relationships/image" Target="../media/image284.png"/><Relationship Id="rId28" Type="http://schemas.openxmlformats.org/officeDocument/2006/relationships/customXml" Target="../ink/ink279.xml"/><Relationship Id="rId36" Type="http://schemas.openxmlformats.org/officeDocument/2006/relationships/customXml" Target="../ink/ink283.xml"/><Relationship Id="rId49" Type="http://schemas.openxmlformats.org/officeDocument/2006/relationships/image" Target="../media/image297.png"/><Relationship Id="rId57" Type="http://schemas.openxmlformats.org/officeDocument/2006/relationships/image" Target="../media/image301.png"/><Relationship Id="rId10" Type="http://schemas.openxmlformats.org/officeDocument/2006/relationships/customXml" Target="../ink/ink270.xml"/><Relationship Id="rId31" Type="http://schemas.openxmlformats.org/officeDocument/2006/relationships/image" Target="../media/image288.png"/><Relationship Id="rId44" Type="http://schemas.openxmlformats.org/officeDocument/2006/relationships/customXml" Target="../ink/ink287.xml"/><Relationship Id="rId52" Type="http://schemas.openxmlformats.org/officeDocument/2006/relationships/customXml" Target="../ink/ink291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4.png"/><Relationship Id="rId21" Type="http://schemas.openxmlformats.org/officeDocument/2006/relationships/image" Target="../media/image1810.png"/><Relationship Id="rId42" Type="http://schemas.openxmlformats.org/officeDocument/2006/relationships/customXml" Target="../ink/ink315.xml"/><Relationship Id="rId63" Type="http://schemas.openxmlformats.org/officeDocument/2006/relationships/image" Target="../media/image3911.png"/><Relationship Id="rId84" Type="http://schemas.openxmlformats.org/officeDocument/2006/relationships/customXml" Target="../ink/ink336.xml"/><Relationship Id="rId138" Type="http://schemas.openxmlformats.org/officeDocument/2006/relationships/customXml" Target="../ink/ink363.xml"/><Relationship Id="rId159" Type="http://schemas.openxmlformats.org/officeDocument/2006/relationships/image" Target="../media/image335.png"/><Relationship Id="rId170" Type="http://schemas.openxmlformats.org/officeDocument/2006/relationships/customXml" Target="../ink/ink379.xml"/><Relationship Id="rId191" Type="http://schemas.openxmlformats.org/officeDocument/2006/relationships/image" Target="../media/image351.png"/><Relationship Id="rId205" Type="http://schemas.openxmlformats.org/officeDocument/2006/relationships/image" Target="../media/image358.png"/><Relationship Id="rId226" Type="http://schemas.openxmlformats.org/officeDocument/2006/relationships/customXml" Target="../ink/ink407.xml"/><Relationship Id="rId247" Type="http://schemas.openxmlformats.org/officeDocument/2006/relationships/image" Target="../media/image379.png"/><Relationship Id="rId107" Type="http://schemas.openxmlformats.org/officeDocument/2006/relationships/image" Target="../media/image309.png"/><Relationship Id="rId11" Type="http://schemas.openxmlformats.org/officeDocument/2006/relationships/image" Target="../media/image1310.png"/><Relationship Id="rId32" Type="http://schemas.openxmlformats.org/officeDocument/2006/relationships/customXml" Target="../ink/ink310.xml"/><Relationship Id="rId53" Type="http://schemas.openxmlformats.org/officeDocument/2006/relationships/image" Target="../media/image3411.png"/><Relationship Id="rId74" Type="http://schemas.openxmlformats.org/officeDocument/2006/relationships/customXml" Target="../ink/ink331.xml"/><Relationship Id="rId128" Type="http://schemas.openxmlformats.org/officeDocument/2006/relationships/customXml" Target="../ink/ink358.xml"/><Relationship Id="rId149" Type="http://schemas.openxmlformats.org/officeDocument/2006/relationships/image" Target="../media/image330.png"/><Relationship Id="rId5" Type="http://schemas.openxmlformats.org/officeDocument/2006/relationships/image" Target="../media/image1010.png"/><Relationship Id="rId95" Type="http://schemas.openxmlformats.org/officeDocument/2006/relationships/image" Target="../media/image303.png"/><Relationship Id="rId160" Type="http://schemas.openxmlformats.org/officeDocument/2006/relationships/customXml" Target="../ink/ink374.xml"/><Relationship Id="rId181" Type="http://schemas.openxmlformats.org/officeDocument/2006/relationships/image" Target="../media/image346.png"/><Relationship Id="rId216" Type="http://schemas.openxmlformats.org/officeDocument/2006/relationships/customXml" Target="../ink/ink402.xml"/><Relationship Id="rId237" Type="http://schemas.openxmlformats.org/officeDocument/2006/relationships/image" Target="../media/image374.png"/><Relationship Id="rId258" Type="http://schemas.openxmlformats.org/officeDocument/2006/relationships/customXml" Target="../ink/ink423.xml"/><Relationship Id="rId22" Type="http://schemas.openxmlformats.org/officeDocument/2006/relationships/customXml" Target="../ink/ink305.xml"/><Relationship Id="rId43" Type="http://schemas.openxmlformats.org/officeDocument/2006/relationships/image" Target="../media/image2911.png"/><Relationship Id="rId64" Type="http://schemas.openxmlformats.org/officeDocument/2006/relationships/customXml" Target="../ink/ink326.xml"/><Relationship Id="rId118" Type="http://schemas.openxmlformats.org/officeDocument/2006/relationships/customXml" Target="../ink/ink353.xml"/><Relationship Id="rId139" Type="http://schemas.openxmlformats.org/officeDocument/2006/relationships/image" Target="../media/image325.png"/><Relationship Id="rId85" Type="http://schemas.openxmlformats.org/officeDocument/2006/relationships/image" Target="../media/image5011.png"/><Relationship Id="rId150" Type="http://schemas.openxmlformats.org/officeDocument/2006/relationships/customXml" Target="../ink/ink369.xml"/><Relationship Id="rId171" Type="http://schemas.openxmlformats.org/officeDocument/2006/relationships/image" Target="../media/image341.png"/><Relationship Id="rId192" Type="http://schemas.openxmlformats.org/officeDocument/2006/relationships/customXml" Target="../ink/ink390.xml"/><Relationship Id="rId206" Type="http://schemas.openxmlformats.org/officeDocument/2006/relationships/customXml" Target="../ink/ink397.xml"/><Relationship Id="rId227" Type="http://schemas.openxmlformats.org/officeDocument/2006/relationships/image" Target="../media/image369.png"/><Relationship Id="rId248" Type="http://schemas.openxmlformats.org/officeDocument/2006/relationships/customXml" Target="../ink/ink418.xml"/><Relationship Id="rId12" Type="http://schemas.openxmlformats.org/officeDocument/2006/relationships/customXml" Target="../ink/ink300.xml"/><Relationship Id="rId33" Type="http://schemas.openxmlformats.org/officeDocument/2006/relationships/image" Target="../media/image2411.png"/><Relationship Id="rId108" Type="http://schemas.openxmlformats.org/officeDocument/2006/relationships/customXml" Target="../ink/ink348.xml"/><Relationship Id="rId129" Type="http://schemas.openxmlformats.org/officeDocument/2006/relationships/image" Target="../media/image320.png"/><Relationship Id="rId54" Type="http://schemas.openxmlformats.org/officeDocument/2006/relationships/customXml" Target="../ink/ink321.xml"/><Relationship Id="rId75" Type="http://schemas.openxmlformats.org/officeDocument/2006/relationships/image" Target="../media/image4511.png"/><Relationship Id="rId96" Type="http://schemas.openxmlformats.org/officeDocument/2006/relationships/customXml" Target="../ink/ink342.xml"/><Relationship Id="rId140" Type="http://schemas.openxmlformats.org/officeDocument/2006/relationships/customXml" Target="../ink/ink364.xml"/><Relationship Id="rId161" Type="http://schemas.openxmlformats.org/officeDocument/2006/relationships/image" Target="../media/image336.png"/><Relationship Id="rId182" Type="http://schemas.openxmlformats.org/officeDocument/2006/relationships/customXml" Target="../ink/ink385.xml"/><Relationship Id="rId217" Type="http://schemas.openxmlformats.org/officeDocument/2006/relationships/image" Target="../media/image364.png"/><Relationship Id="rId6" Type="http://schemas.openxmlformats.org/officeDocument/2006/relationships/customXml" Target="../ink/ink297.xml"/><Relationship Id="rId238" Type="http://schemas.openxmlformats.org/officeDocument/2006/relationships/customXml" Target="../ink/ink413.xml"/><Relationship Id="rId259" Type="http://schemas.openxmlformats.org/officeDocument/2006/relationships/image" Target="../media/image385.png"/><Relationship Id="rId23" Type="http://schemas.openxmlformats.org/officeDocument/2006/relationships/image" Target="../media/image1910.png"/><Relationship Id="rId119" Type="http://schemas.openxmlformats.org/officeDocument/2006/relationships/image" Target="../media/image315.png"/><Relationship Id="rId44" Type="http://schemas.openxmlformats.org/officeDocument/2006/relationships/customXml" Target="../ink/ink316.xml"/><Relationship Id="rId65" Type="http://schemas.openxmlformats.org/officeDocument/2006/relationships/image" Target="../media/image4011.png"/><Relationship Id="rId86" Type="http://schemas.openxmlformats.org/officeDocument/2006/relationships/customXml" Target="../ink/ink337.xml"/><Relationship Id="rId130" Type="http://schemas.openxmlformats.org/officeDocument/2006/relationships/customXml" Target="../ink/ink359.xml"/><Relationship Id="rId151" Type="http://schemas.openxmlformats.org/officeDocument/2006/relationships/image" Target="../media/image331.png"/><Relationship Id="rId172" Type="http://schemas.openxmlformats.org/officeDocument/2006/relationships/customXml" Target="../ink/ink380.xml"/><Relationship Id="rId193" Type="http://schemas.openxmlformats.org/officeDocument/2006/relationships/image" Target="../media/image352.png"/><Relationship Id="rId207" Type="http://schemas.openxmlformats.org/officeDocument/2006/relationships/image" Target="../media/image359.png"/><Relationship Id="rId228" Type="http://schemas.openxmlformats.org/officeDocument/2006/relationships/customXml" Target="../ink/ink408.xml"/><Relationship Id="rId249" Type="http://schemas.openxmlformats.org/officeDocument/2006/relationships/image" Target="../media/image380.png"/><Relationship Id="rId13" Type="http://schemas.openxmlformats.org/officeDocument/2006/relationships/image" Target="../media/image1410.png"/><Relationship Id="rId109" Type="http://schemas.openxmlformats.org/officeDocument/2006/relationships/image" Target="../media/image310.png"/><Relationship Id="rId34" Type="http://schemas.openxmlformats.org/officeDocument/2006/relationships/customXml" Target="../ink/ink311.xml"/><Relationship Id="rId55" Type="http://schemas.openxmlformats.org/officeDocument/2006/relationships/image" Target="../media/image3511.png"/><Relationship Id="rId76" Type="http://schemas.openxmlformats.org/officeDocument/2006/relationships/customXml" Target="../ink/ink332.xml"/><Relationship Id="rId97" Type="http://schemas.openxmlformats.org/officeDocument/2006/relationships/image" Target="../media/image304.png"/><Relationship Id="rId120" Type="http://schemas.openxmlformats.org/officeDocument/2006/relationships/customXml" Target="../ink/ink354.xml"/><Relationship Id="rId141" Type="http://schemas.openxmlformats.org/officeDocument/2006/relationships/image" Target="../media/image326.png"/><Relationship Id="rId7" Type="http://schemas.openxmlformats.org/officeDocument/2006/relationships/image" Target="../media/image1110.png"/><Relationship Id="rId162" Type="http://schemas.openxmlformats.org/officeDocument/2006/relationships/customXml" Target="../ink/ink375.xml"/><Relationship Id="rId183" Type="http://schemas.openxmlformats.org/officeDocument/2006/relationships/image" Target="../media/image347.png"/><Relationship Id="rId218" Type="http://schemas.openxmlformats.org/officeDocument/2006/relationships/customXml" Target="../ink/ink403.xml"/><Relationship Id="rId239" Type="http://schemas.openxmlformats.org/officeDocument/2006/relationships/image" Target="../media/image375.png"/><Relationship Id="rId250" Type="http://schemas.openxmlformats.org/officeDocument/2006/relationships/customXml" Target="../ink/ink419.xml"/><Relationship Id="rId24" Type="http://schemas.openxmlformats.org/officeDocument/2006/relationships/customXml" Target="../ink/ink306.xml"/><Relationship Id="rId45" Type="http://schemas.openxmlformats.org/officeDocument/2006/relationships/image" Target="../media/image3011.png"/><Relationship Id="rId66" Type="http://schemas.openxmlformats.org/officeDocument/2006/relationships/customXml" Target="../ink/ink327.xml"/><Relationship Id="rId87" Type="http://schemas.openxmlformats.org/officeDocument/2006/relationships/image" Target="../media/image5111.png"/><Relationship Id="rId110" Type="http://schemas.openxmlformats.org/officeDocument/2006/relationships/customXml" Target="../ink/ink349.xml"/><Relationship Id="rId131" Type="http://schemas.openxmlformats.org/officeDocument/2006/relationships/image" Target="../media/image321.png"/><Relationship Id="rId152" Type="http://schemas.openxmlformats.org/officeDocument/2006/relationships/customXml" Target="../ink/ink370.xml"/><Relationship Id="rId173" Type="http://schemas.openxmlformats.org/officeDocument/2006/relationships/image" Target="../media/image342.png"/><Relationship Id="rId194" Type="http://schemas.openxmlformats.org/officeDocument/2006/relationships/customXml" Target="../ink/ink391.xml"/><Relationship Id="rId208" Type="http://schemas.openxmlformats.org/officeDocument/2006/relationships/customXml" Target="../ink/ink398.xml"/><Relationship Id="rId229" Type="http://schemas.openxmlformats.org/officeDocument/2006/relationships/image" Target="../media/image370.png"/><Relationship Id="rId240" Type="http://schemas.openxmlformats.org/officeDocument/2006/relationships/customXml" Target="../ink/ink414.xml"/><Relationship Id="rId14" Type="http://schemas.openxmlformats.org/officeDocument/2006/relationships/customXml" Target="../ink/ink301.xml"/><Relationship Id="rId35" Type="http://schemas.openxmlformats.org/officeDocument/2006/relationships/image" Target="../media/image2511.png"/><Relationship Id="rId56" Type="http://schemas.openxmlformats.org/officeDocument/2006/relationships/customXml" Target="../ink/ink322.xml"/><Relationship Id="rId77" Type="http://schemas.openxmlformats.org/officeDocument/2006/relationships/image" Target="../media/image4611.png"/><Relationship Id="rId100" Type="http://schemas.openxmlformats.org/officeDocument/2006/relationships/customXml" Target="../ink/ink344.xml"/><Relationship Id="rId8" Type="http://schemas.openxmlformats.org/officeDocument/2006/relationships/customXml" Target="../ink/ink298.xml"/><Relationship Id="rId98" Type="http://schemas.openxmlformats.org/officeDocument/2006/relationships/customXml" Target="../ink/ink343.xml"/><Relationship Id="rId121" Type="http://schemas.openxmlformats.org/officeDocument/2006/relationships/image" Target="../media/image316.png"/><Relationship Id="rId142" Type="http://schemas.openxmlformats.org/officeDocument/2006/relationships/customXml" Target="../ink/ink365.xml"/><Relationship Id="rId163" Type="http://schemas.openxmlformats.org/officeDocument/2006/relationships/image" Target="../media/image337.png"/><Relationship Id="rId184" Type="http://schemas.openxmlformats.org/officeDocument/2006/relationships/customXml" Target="../ink/ink386.xml"/><Relationship Id="rId219" Type="http://schemas.openxmlformats.org/officeDocument/2006/relationships/image" Target="../media/image365.png"/><Relationship Id="rId230" Type="http://schemas.openxmlformats.org/officeDocument/2006/relationships/customXml" Target="../ink/ink409.xml"/><Relationship Id="rId251" Type="http://schemas.openxmlformats.org/officeDocument/2006/relationships/image" Target="../media/image381.png"/><Relationship Id="rId25" Type="http://schemas.openxmlformats.org/officeDocument/2006/relationships/image" Target="../media/image2010.png"/><Relationship Id="rId46" Type="http://schemas.openxmlformats.org/officeDocument/2006/relationships/customXml" Target="../ink/ink317.xml"/><Relationship Id="rId67" Type="http://schemas.openxmlformats.org/officeDocument/2006/relationships/image" Target="../media/image4111.png"/><Relationship Id="rId88" Type="http://schemas.openxmlformats.org/officeDocument/2006/relationships/customXml" Target="../ink/ink338.xml"/><Relationship Id="rId111" Type="http://schemas.openxmlformats.org/officeDocument/2006/relationships/image" Target="../media/image311.png"/><Relationship Id="rId132" Type="http://schemas.openxmlformats.org/officeDocument/2006/relationships/customXml" Target="../ink/ink360.xml"/><Relationship Id="rId153" Type="http://schemas.openxmlformats.org/officeDocument/2006/relationships/image" Target="../media/image332.png"/><Relationship Id="rId174" Type="http://schemas.openxmlformats.org/officeDocument/2006/relationships/customXml" Target="../ink/ink381.xml"/><Relationship Id="rId195" Type="http://schemas.openxmlformats.org/officeDocument/2006/relationships/image" Target="../media/image353.png"/><Relationship Id="rId209" Type="http://schemas.openxmlformats.org/officeDocument/2006/relationships/image" Target="../media/image360.png"/><Relationship Id="rId220" Type="http://schemas.openxmlformats.org/officeDocument/2006/relationships/customXml" Target="../ink/ink404.xml"/><Relationship Id="rId241" Type="http://schemas.openxmlformats.org/officeDocument/2006/relationships/image" Target="../media/image376.png"/><Relationship Id="rId15" Type="http://schemas.openxmlformats.org/officeDocument/2006/relationships/image" Target="../media/image1510.png"/><Relationship Id="rId36" Type="http://schemas.openxmlformats.org/officeDocument/2006/relationships/customXml" Target="../ink/ink312.xml"/><Relationship Id="rId57" Type="http://schemas.openxmlformats.org/officeDocument/2006/relationships/image" Target="../media/image3611.png"/><Relationship Id="rId78" Type="http://schemas.openxmlformats.org/officeDocument/2006/relationships/customXml" Target="../ink/ink333.xml"/><Relationship Id="rId99" Type="http://schemas.openxmlformats.org/officeDocument/2006/relationships/image" Target="../media/image305.png"/><Relationship Id="rId101" Type="http://schemas.openxmlformats.org/officeDocument/2006/relationships/image" Target="../media/image306.png"/><Relationship Id="rId122" Type="http://schemas.openxmlformats.org/officeDocument/2006/relationships/customXml" Target="../ink/ink355.xml"/><Relationship Id="rId143" Type="http://schemas.openxmlformats.org/officeDocument/2006/relationships/image" Target="../media/image327.png"/><Relationship Id="rId164" Type="http://schemas.openxmlformats.org/officeDocument/2006/relationships/customXml" Target="../ink/ink376.xml"/><Relationship Id="rId185" Type="http://schemas.openxmlformats.org/officeDocument/2006/relationships/image" Target="../media/image348.png"/><Relationship Id="rId9" Type="http://schemas.openxmlformats.org/officeDocument/2006/relationships/image" Target="../media/image1210.png"/><Relationship Id="rId210" Type="http://schemas.openxmlformats.org/officeDocument/2006/relationships/customXml" Target="../ink/ink399.xml"/><Relationship Id="rId26" Type="http://schemas.openxmlformats.org/officeDocument/2006/relationships/customXml" Target="../ink/ink307.xml"/><Relationship Id="rId231" Type="http://schemas.openxmlformats.org/officeDocument/2006/relationships/image" Target="../media/image371.png"/><Relationship Id="rId252" Type="http://schemas.openxmlformats.org/officeDocument/2006/relationships/customXml" Target="../ink/ink420.xml"/><Relationship Id="rId47" Type="http://schemas.openxmlformats.org/officeDocument/2006/relationships/image" Target="../media/image3111.png"/><Relationship Id="rId68" Type="http://schemas.openxmlformats.org/officeDocument/2006/relationships/customXml" Target="../ink/ink328.xml"/><Relationship Id="rId89" Type="http://schemas.openxmlformats.org/officeDocument/2006/relationships/image" Target="../media/image5211.png"/><Relationship Id="rId112" Type="http://schemas.openxmlformats.org/officeDocument/2006/relationships/customXml" Target="../ink/ink350.xml"/><Relationship Id="rId133" Type="http://schemas.openxmlformats.org/officeDocument/2006/relationships/image" Target="../media/image322.png"/><Relationship Id="rId154" Type="http://schemas.openxmlformats.org/officeDocument/2006/relationships/customXml" Target="../ink/ink371.xml"/><Relationship Id="rId175" Type="http://schemas.openxmlformats.org/officeDocument/2006/relationships/image" Target="../media/image343.png"/><Relationship Id="rId196" Type="http://schemas.openxmlformats.org/officeDocument/2006/relationships/customXml" Target="../ink/ink392.xml"/><Relationship Id="rId200" Type="http://schemas.openxmlformats.org/officeDocument/2006/relationships/customXml" Target="../ink/ink394.xml"/><Relationship Id="rId16" Type="http://schemas.openxmlformats.org/officeDocument/2006/relationships/customXml" Target="../ink/ink302.xml"/><Relationship Id="rId221" Type="http://schemas.openxmlformats.org/officeDocument/2006/relationships/image" Target="../media/image366.png"/><Relationship Id="rId242" Type="http://schemas.openxmlformats.org/officeDocument/2006/relationships/customXml" Target="../ink/ink415.xml"/><Relationship Id="rId37" Type="http://schemas.openxmlformats.org/officeDocument/2006/relationships/image" Target="../media/image2611.png"/><Relationship Id="rId58" Type="http://schemas.openxmlformats.org/officeDocument/2006/relationships/customXml" Target="../ink/ink323.xml"/><Relationship Id="rId79" Type="http://schemas.openxmlformats.org/officeDocument/2006/relationships/image" Target="../media/image4711.png"/><Relationship Id="rId102" Type="http://schemas.openxmlformats.org/officeDocument/2006/relationships/customXml" Target="../ink/ink345.xml"/><Relationship Id="rId123" Type="http://schemas.openxmlformats.org/officeDocument/2006/relationships/image" Target="../media/image317.png"/><Relationship Id="rId144" Type="http://schemas.openxmlformats.org/officeDocument/2006/relationships/customXml" Target="../ink/ink366.xml"/><Relationship Id="rId90" Type="http://schemas.openxmlformats.org/officeDocument/2006/relationships/customXml" Target="../ink/ink339.xml"/><Relationship Id="rId165" Type="http://schemas.openxmlformats.org/officeDocument/2006/relationships/image" Target="../media/image338.png"/><Relationship Id="rId186" Type="http://schemas.openxmlformats.org/officeDocument/2006/relationships/customXml" Target="../ink/ink387.xml"/><Relationship Id="rId211" Type="http://schemas.openxmlformats.org/officeDocument/2006/relationships/image" Target="../media/image361.png"/><Relationship Id="rId232" Type="http://schemas.openxmlformats.org/officeDocument/2006/relationships/customXml" Target="../ink/ink410.xml"/><Relationship Id="rId253" Type="http://schemas.openxmlformats.org/officeDocument/2006/relationships/image" Target="../media/image382.png"/><Relationship Id="rId27" Type="http://schemas.openxmlformats.org/officeDocument/2006/relationships/image" Target="../media/image2111.png"/><Relationship Id="rId48" Type="http://schemas.openxmlformats.org/officeDocument/2006/relationships/customXml" Target="../ink/ink318.xml"/><Relationship Id="rId69" Type="http://schemas.openxmlformats.org/officeDocument/2006/relationships/image" Target="../media/image4211.png"/><Relationship Id="rId113" Type="http://schemas.openxmlformats.org/officeDocument/2006/relationships/image" Target="../media/image312.png"/><Relationship Id="rId134" Type="http://schemas.openxmlformats.org/officeDocument/2006/relationships/customXml" Target="../ink/ink361.xml"/><Relationship Id="rId80" Type="http://schemas.openxmlformats.org/officeDocument/2006/relationships/customXml" Target="../ink/ink334.xml"/><Relationship Id="rId155" Type="http://schemas.openxmlformats.org/officeDocument/2006/relationships/image" Target="../media/image333.png"/><Relationship Id="rId176" Type="http://schemas.openxmlformats.org/officeDocument/2006/relationships/customXml" Target="../ink/ink382.xml"/><Relationship Id="rId197" Type="http://schemas.openxmlformats.org/officeDocument/2006/relationships/image" Target="../media/image354.png"/><Relationship Id="rId201" Type="http://schemas.openxmlformats.org/officeDocument/2006/relationships/image" Target="../media/image356.png"/><Relationship Id="rId222" Type="http://schemas.openxmlformats.org/officeDocument/2006/relationships/customXml" Target="../ink/ink405.xml"/><Relationship Id="rId243" Type="http://schemas.openxmlformats.org/officeDocument/2006/relationships/image" Target="../media/image377.png"/><Relationship Id="rId17" Type="http://schemas.openxmlformats.org/officeDocument/2006/relationships/image" Target="../media/image1610.png"/><Relationship Id="rId38" Type="http://schemas.openxmlformats.org/officeDocument/2006/relationships/customXml" Target="../ink/ink313.xml"/><Relationship Id="rId59" Type="http://schemas.openxmlformats.org/officeDocument/2006/relationships/image" Target="../media/image3711.png"/><Relationship Id="rId103" Type="http://schemas.openxmlformats.org/officeDocument/2006/relationships/image" Target="../media/image307.png"/><Relationship Id="rId124" Type="http://schemas.openxmlformats.org/officeDocument/2006/relationships/customXml" Target="../ink/ink356.xml"/><Relationship Id="rId70" Type="http://schemas.openxmlformats.org/officeDocument/2006/relationships/customXml" Target="../ink/ink329.xml"/><Relationship Id="rId91" Type="http://schemas.openxmlformats.org/officeDocument/2006/relationships/image" Target="../media/image5311.png"/><Relationship Id="rId145" Type="http://schemas.openxmlformats.org/officeDocument/2006/relationships/image" Target="../media/image328.png"/><Relationship Id="rId166" Type="http://schemas.openxmlformats.org/officeDocument/2006/relationships/customXml" Target="../ink/ink377.xml"/><Relationship Id="rId187" Type="http://schemas.openxmlformats.org/officeDocument/2006/relationships/image" Target="../media/image349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00.xml"/><Relationship Id="rId233" Type="http://schemas.openxmlformats.org/officeDocument/2006/relationships/image" Target="../media/image372.png"/><Relationship Id="rId254" Type="http://schemas.openxmlformats.org/officeDocument/2006/relationships/customXml" Target="../ink/ink421.xml"/><Relationship Id="rId28" Type="http://schemas.openxmlformats.org/officeDocument/2006/relationships/customXml" Target="../ink/ink308.xml"/><Relationship Id="rId49" Type="http://schemas.openxmlformats.org/officeDocument/2006/relationships/image" Target="../media/image3211.png"/><Relationship Id="rId114" Type="http://schemas.openxmlformats.org/officeDocument/2006/relationships/customXml" Target="../ink/ink351.xml"/><Relationship Id="rId60" Type="http://schemas.openxmlformats.org/officeDocument/2006/relationships/customXml" Target="../ink/ink324.xml"/><Relationship Id="rId81" Type="http://schemas.openxmlformats.org/officeDocument/2006/relationships/image" Target="../media/image4810.png"/><Relationship Id="rId135" Type="http://schemas.openxmlformats.org/officeDocument/2006/relationships/image" Target="../media/image323.png"/><Relationship Id="rId156" Type="http://schemas.openxmlformats.org/officeDocument/2006/relationships/customXml" Target="../ink/ink372.xml"/><Relationship Id="rId177" Type="http://schemas.openxmlformats.org/officeDocument/2006/relationships/image" Target="../media/image344.png"/><Relationship Id="rId198" Type="http://schemas.openxmlformats.org/officeDocument/2006/relationships/customXml" Target="../ink/ink393.xml"/><Relationship Id="rId202" Type="http://schemas.openxmlformats.org/officeDocument/2006/relationships/customXml" Target="../ink/ink395.xml"/><Relationship Id="rId223" Type="http://schemas.openxmlformats.org/officeDocument/2006/relationships/image" Target="../media/image367.png"/><Relationship Id="rId244" Type="http://schemas.openxmlformats.org/officeDocument/2006/relationships/customXml" Target="../ink/ink416.xml"/><Relationship Id="rId18" Type="http://schemas.openxmlformats.org/officeDocument/2006/relationships/customXml" Target="../ink/ink303.xml"/><Relationship Id="rId39" Type="http://schemas.openxmlformats.org/officeDocument/2006/relationships/image" Target="../media/image2711.png"/><Relationship Id="rId50" Type="http://schemas.openxmlformats.org/officeDocument/2006/relationships/customXml" Target="../ink/ink319.xml"/><Relationship Id="rId104" Type="http://schemas.openxmlformats.org/officeDocument/2006/relationships/customXml" Target="../ink/ink346.xml"/><Relationship Id="rId125" Type="http://schemas.openxmlformats.org/officeDocument/2006/relationships/image" Target="../media/image318.png"/><Relationship Id="rId146" Type="http://schemas.openxmlformats.org/officeDocument/2006/relationships/customXml" Target="../ink/ink367.xml"/><Relationship Id="rId167" Type="http://schemas.openxmlformats.org/officeDocument/2006/relationships/image" Target="../media/image339.png"/><Relationship Id="rId188" Type="http://schemas.openxmlformats.org/officeDocument/2006/relationships/customXml" Target="../ink/ink388.xml"/><Relationship Id="rId71" Type="http://schemas.openxmlformats.org/officeDocument/2006/relationships/image" Target="../media/image4310.png"/><Relationship Id="rId92" Type="http://schemas.openxmlformats.org/officeDocument/2006/relationships/customXml" Target="../ink/ink340.xml"/><Relationship Id="rId213" Type="http://schemas.openxmlformats.org/officeDocument/2006/relationships/image" Target="../media/image362.png"/><Relationship Id="rId234" Type="http://schemas.openxmlformats.org/officeDocument/2006/relationships/customXml" Target="../ink/ink411.xml"/><Relationship Id="rId2" Type="http://schemas.openxmlformats.org/officeDocument/2006/relationships/customXml" Target="../ink/ink295.xml"/><Relationship Id="rId29" Type="http://schemas.openxmlformats.org/officeDocument/2006/relationships/image" Target="../media/image2211.png"/><Relationship Id="rId255" Type="http://schemas.openxmlformats.org/officeDocument/2006/relationships/image" Target="../media/image383.png"/><Relationship Id="rId40" Type="http://schemas.openxmlformats.org/officeDocument/2006/relationships/customXml" Target="../ink/ink314.xml"/><Relationship Id="rId115" Type="http://schemas.openxmlformats.org/officeDocument/2006/relationships/image" Target="../media/image313.png"/><Relationship Id="rId136" Type="http://schemas.openxmlformats.org/officeDocument/2006/relationships/customXml" Target="../ink/ink362.xml"/><Relationship Id="rId157" Type="http://schemas.openxmlformats.org/officeDocument/2006/relationships/image" Target="../media/image334.png"/><Relationship Id="rId178" Type="http://schemas.openxmlformats.org/officeDocument/2006/relationships/customXml" Target="../ink/ink383.xml"/><Relationship Id="rId61" Type="http://schemas.openxmlformats.org/officeDocument/2006/relationships/image" Target="../media/image3811.png"/><Relationship Id="rId82" Type="http://schemas.openxmlformats.org/officeDocument/2006/relationships/customXml" Target="../ink/ink335.xml"/><Relationship Id="rId199" Type="http://schemas.openxmlformats.org/officeDocument/2006/relationships/image" Target="../media/image355.png"/><Relationship Id="rId203" Type="http://schemas.openxmlformats.org/officeDocument/2006/relationships/image" Target="../media/image357.png"/><Relationship Id="rId19" Type="http://schemas.openxmlformats.org/officeDocument/2006/relationships/image" Target="../media/image1711.png"/><Relationship Id="rId224" Type="http://schemas.openxmlformats.org/officeDocument/2006/relationships/customXml" Target="../ink/ink406.xml"/><Relationship Id="rId245" Type="http://schemas.openxmlformats.org/officeDocument/2006/relationships/image" Target="../media/image378.png"/><Relationship Id="rId30" Type="http://schemas.openxmlformats.org/officeDocument/2006/relationships/customXml" Target="../ink/ink309.xml"/><Relationship Id="rId105" Type="http://schemas.openxmlformats.org/officeDocument/2006/relationships/image" Target="../media/image308.png"/><Relationship Id="rId126" Type="http://schemas.openxmlformats.org/officeDocument/2006/relationships/customXml" Target="../ink/ink357.xml"/><Relationship Id="rId147" Type="http://schemas.openxmlformats.org/officeDocument/2006/relationships/image" Target="../media/image329.png"/><Relationship Id="rId168" Type="http://schemas.openxmlformats.org/officeDocument/2006/relationships/customXml" Target="../ink/ink378.xml"/><Relationship Id="rId51" Type="http://schemas.openxmlformats.org/officeDocument/2006/relationships/image" Target="../media/image33.png"/><Relationship Id="rId72" Type="http://schemas.openxmlformats.org/officeDocument/2006/relationships/customXml" Target="../ink/ink330.xml"/><Relationship Id="rId93" Type="http://schemas.openxmlformats.org/officeDocument/2006/relationships/image" Target="../media/image5411.png"/><Relationship Id="rId189" Type="http://schemas.openxmlformats.org/officeDocument/2006/relationships/image" Target="../media/image350.png"/><Relationship Id="rId3" Type="http://schemas.openxmlformats.org/officeDocument/2006/relationships/image" Target="../media/image910.png"/><Relationship Id="rId214" Type="http://schemas.openxmlformats.org/officeDocument/2006/relationships/customXml" Target="../ink/ink401.xml"/><Relationship Id="rId235" Type="http://schemas.openxmlformats.org/officeDocument/2006/relationships/image" Target="../media/image373.png"/><Relationship Id="rId256" Type="http://schemas.openxmlformats.org/officeDocument/2006/relationships/customXml" Target="../ink/ink422.xml"/><Relationship Id="rId116" Type="http://schemas.openxmlformats.org/officeDocument/2006/relationships/customXml" Target="../ink/ink352.xml"/><Relationship Id="rId137" Type="http://schemas.openxmlformats.org/officeDocument/2006/relationships/image" Target="../media/image324.png"/><Relationship Id="rId158" Type="http://schemas.openxmlformats.org/officeDocument/2006/relationships/customXml" Target="../ink/ink373.xml"/><Relationship Id="rId20" Type="http://schemas.openxmlformats.org/officeDocument/2006/relationships/customXml" Target="../ink/ink304.xml"/><Relationship Id="rId41" Type="http://schemas.openxmlformats.org/officeDocument/2006/relationships/image" Target="../media/image2811.png"/><Relationship Id="rId62" Type="http://schemas.openxmlformats.org/officeDocument/2006/relationships/customXml" Target="../ink/ink325.xml"/><Relationship Id="rId83" Type="http://schemas.openxmlformats.org/officeDocument/2006/relationships/image" Target="../media/image4911.png"/><Relationship Id="rId179" Type="http://schemas.openxmlformats.org/officeDocument/2006/relationships/image" Target="../media/image345.png"/><Relationship Id="rId190" Type="http://schemas.openxmlformats.org/officeDocument/2006/relationships/customXml" Target="../ink/ink389.xml"/><Relationship Id="rId204" Type="http://schemas.openxmlformats.org/officeDocument/2006/relationships/customXml" Target="../ink/ink396.xml"/><Relationship Id="rId225" Type="http://schemas.openxmlformats.org/officeDocument/2006/relationships/image" Target="../media/image368.png"/><Relationship Id="rId246" Type="http://schemas.openxmlformats.org/officeDocument/2006/relationships/customXml" Target="../ink/ink417.xml"/><Relationship Id="rId106" Type="http://schemas.openxmlformats.org/officeDocument/2006/relationships/customXml" Target="../ink/ink347.xml"/><Relationship Id="rId127" Type="http://schemas.openxmlformats.org/officeDocument/2006/relationships/image" Target="../media/image319.png"/><Relationship Id="rId10" Type="http://schemas.openxmlformats.org/officeDocument/2006/relationships/customXml" Target="../ink/ink299.xml"/><Relationship Id="rId31" Type="http://schemas.openxmlformats.org/officeDocument/2006/relationships/image" Target="../media/image2311.png"/><Relationship Id="rId52" Type="http://schemas.openxmlformats.org/officeDocument/2006/relationships/customXml" Target="../ink/ink320.xml"/><Relationship Id="rId73" Type="http://schemas.openxmlformats.org/officeDocument/2006/relationships/image" Target="../media/image4411.png"/><Relationship Id="rId94" Type="http://schemas.openxmlformats.org/officeDocument/2006/relationships/customXml" Target="../ink/ink341.xml"/><Relationship Id="rId148" Type="http://schemas.openxmlformats.org/officeDocument/2006/relationships/customXml" Target="../ink/ink368.xml"/><Relationship Id="rId169" Type="http://schemas.openxmlformats.org/officeDocument/2006/relationships/image" Target="../media/image340.png"/><Relationship Id="rId4" Type="http://schemas.openxmlformats.org/officeDocument/2006/relationships/customXml" Target="../ink/ink296.xml"/><Relationship Id="rId180" Type="http://schemas.openxmlformats.org/officeDocument/2006/relationships/customXml" Target="../ink/ink384.xml"/><Relationship Id="rId215" Type="http://schemas.openxmlformats.org/officeDocument/2006/relationships/image" Target="../media/image363.png"/><Relationship Id="rId236" Type="http://schemas.openxmlformats.org/officeDocument/2006/relationships/customXml" Target="../ink/ink412.xml"/><Relationship Id="rId257" Type="http://schemas.openxmlformats.org/officeDocument/2006/relationships/image" Target="../media/image384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11.png"/><Relationship Id="rId299" Type="http://schemas.openxmlformats.org/officeDocument/2006/relationships/image" Target="../media/image2020.png"/><Relationship Id="rId21" Type="http://schemas.openxmlformats.org/officeDocument/2006/relationships/image" Target="../media/image6411.png"/><Relationship Id="rId63" Type="http://schemas.openxmlformats.org/officeDocument/2006/relationships/image" Target="../media/image8510.png"/><Relationship Id="rId159" Type="http://schemas.openxmlformats.org/officeDocument/2006/relationships/image" Target="../media/image1320.png"/><Relationship Id="rId324" Type="http://schemas.openxmlformats.org/officeDocument/2006/relationships/customXml" Target="../ink/ink585.xml"/><Relationship Id="rId366" Type="http://schemas.openxmlformats.org/officeDocument/2006/relationships/customXml" Target="../ink/ink606.xml"/><Relationship Id="rId170" Type="http://schemas.openxmlformats.org/officeDocument/2006/relationships/customXml" Target="../ink/ink508.xml"/><Relationship Id="rId226" Type="http://schemas.openxmlformats.org/officeDocument/2006/relationships/customXml" Target="../ink/ink536.xml"/><Relationship Id="rId433" Type="http://schemas.openxmlformats.org/officeDocument/2006/relationships/image" Target="../media/image393.png"/><Relationship Id="rId268" Type="http://schemas.openxmlformats.org/officeDocument/2006/relationships/customXml" Target="../ink/ink557.xml"/><Relationship Id="rId32" Type="http://schemas.openxmlformats.org/officeDocument/2006/relationships/customXml" Target="../ink/ink439.xml"/><Relationship Id="rId74" Type="http://schemas.openxmlformats.org/officeDocument/2006/relationships/customXml" Target="../ink/ink460.xml"/><Relationship Id="rId128" Type="http://schemas.openxmlformats.org/officeDocument/2006/relationships/customXml" Target="../ink/ink487.xml"/><Relationship Id="rId335" Type="http://schemas.openxmlformats.org/officeDocument/2006/relationships/image" Target="../media/image2200.png"/><Relationship Id="rId377" Type="http://schemas.openxmlformats.org/officeDocument/2006/relationships/image" Target="../media/image2412.png"/><Relationship Id="rId5" Type="http://schemas.openxmlformats.org/officeDocument/2006/relationships/image" Target="../media/image5611.png"/><Relationship Id="rId181" Type="http://schemas.openxmlformats.org/officeDocument/2006/relationships/image" Target="../media/image1430.png"/><Relationship Id="rId237" Type="http://schemas.openxmlformats.org/officeDocument/2006/relationships/image" Target="../media/image1712.png"/><Relationship Id="rId402" Type="http://schemas.openxmlformats.org/officeDocument/2006/relationships/customXml" Target="../ink/ink624.xml"/><Relationship Id="rId279" Type="http://schemas.openxmlformats.org/officeDocument/2006/relationships/image" Target="../media/image1920.png"/><Relationship Id="rId444" Type="http://schemas.openxmlformats.org/officeDocument/2006/relationships/customXml" Target="../ink/ink645.xml"/><Relationship Id="rId43" Type="http://schemas.openxmlformats.org/officeDocument/2006/relationships/image" Target="../media/image7510.png"/><Relationship Id="rId139" Type="http://schemas.openxmlformats.org/officeDocument/2006/relationships/image" Target="../media/image1220.png"/><Relationship Id="rId290" Type="http://schemas.openxmlformats.org/officeDocument/2006/relationships/customXml" Target="../ink/ink568.xml"/><Relationship Id="rId304" Type="http://schemas.openxmlformats.org/officeDocument/2006/relationships/customXml" Target="../ink/ink575.xml"/><Relationship Id="rId346" Type="http://schemas.openxmlformats.org/officeDocument/2006/relationships/customXml" Target="../ink/ink596.xml"/><Relationship Id="rId388" Type="http://schemas.openxmlformats.org/officeDocument/2006/relationships/customXml" Target="../ink/ink617.xml"/><Relationship Id="rId85" Type="http://schemas.openxmlformats.org/officeDocument/2006/relationships/image" Target="../media/image960.png"/><Relationship Id="rId150" Type="http://schemas.openxmlformats.org/officeDocument/2006/relationships/customXml" Target="../ink/ink498.xml"/><Relationship Id="rId192" Type="http://schemas.openxmlformats.org/officeDocument/2006/relationships/customXml" Target="../ink/ink519.xml"/><Relationship Id="rId206" Type="http://schemas.openxmlformats.org/officeDocument/2006/relationships/customXml" Target="../ink/ink526.xml"/><Relationship Id="rId413" Type="http://schemas.openxmlformats.org/officeDocument/2006/relationships/image" Target="../media/image2590.png"/><Relationship Id="rId248" Type="http://schemas.openxmlformats.org/officeDocument/2006/relationships/customXml" Target="../ink/ink547.xml"/><Relationship Id="rId455" Type="http://schemas.openxmlformats.org/officeDocument/2006/relationships/image" Target="../media/image404.png"/><Relationship Id="rId12" Type="http://schemas.openxmlformats.org/officeDocument/2006/relationships/customXml" Target="../ink/ink429.xml"/><Relationship Id="rId108" Type="http://schemas.openxmlformats.org/officeDocument/2006/relationships/customXml" Target="../ink/ink477.xml"/><Relationship Id="rId315" Type="http://schemas.openxmlformats.org/officeDocument/2006/relationships/image" Target="../media/image2100.png"/><Relationship Id="rId357" Type="http://schemas.openxmlformats.org/officeDocument/2006/relationships/image" Target="../media/image2312.png"/><Relationship Id="rId54" Type="http://schemas.openxmlformats.org/officeDocument/2006/relationships/customXml" Target="../ink/ink450.xml"/><Relationship Id="rId96" Type="http://schemas.openxmlformats.org/officeDocument/2006/relationships/customXml" Target="../ink/ink471.xml"/><Relationship Id="rId161" Type="http://schemas.openxmlformats.org/officeDocument/2006/relationships/image" Target="../media/image1330.png"/><Relationship Id="rId217" Type="http://schemas.openxmlformats.org/officeDocument/2006/relationships/image" Target="../media/image1611.png"/><Relationship Id="rId399" Type="http://schemas.openxmlformats.org/officeDocument/2006/relationships/image" Target="../media/image2520.png"/><Relationship Id="rId259" Type="http://schemas.openxmlformats.org/officeDocument/2006/relationships/image" Target="../media/image1820.png"/><Relationship Id="rId424" Type="http://schemas.openxmlformats.org/officeDocument/2006/relationships/customXml" Target="../ink/ink635.xml"/><Relationship Id="rId23" Type="http://schemas.openxmlformats.org/officeDocument/2006/relationships/image" Target="../media/image6511.png"/><Relationship Id="rId119" Type="http://schemas.openxmlformats.org/officeDocument/2006/relationships/image" Target="../media/image1120.png"/><Relationship Id="rId270" Type="http://schemas.openxmlformats.org/officeDocument/2006/relationships/customXml" Target="../ink/ink558.xml"/><Relationship Id="rId326" Type="http://schemas.openxmlformats.org/officeDocument/2006/relationships/customXml" Target="../ink/ink586.xml"/><Relationship Id="rId65" Type="http://schemas.openxmlformats.org/officeDocument/2006/relationships/image" Target="../media/image8610.png"/><Relationship Id="rId130" Type="http://schemas.openxmlformats.org/officeDocument/2006/relationships/customXml" Target="../ink/ink488.xml"/><Relationship Id="rId368" Type="http://schemas.openxmlformats.org/officeDocument/2006/relationships/customXml" Target="../ink/ink607.xml"/><Relationship Id="rId172" Type="http://schemas.openxmlformats.org/officeDocument/2006/relationships/customXml" Target="../ink/ink509.xml"/><Relationship Id="rId228" Type="http://schemas.openxmlformats.org/officeDocument/2006/relationships/customXml" Target="../ink/ink537.xml"/><Relationship Id="rId435" Type="http://schemas.openxmlformats.org/officeDocument/2006/relationships/image" Target="../media/image394.png"/><Relationship Id="rId281" Type="http://schemas.openxmlformats.org/officeDocument/2006/relationships/image" Target="../media/image1930.png"/><Relationship Id="rId337" Type="http://schemas.openxmlformats.org/officeDocument/2006/relationships/image" Target="../media/image2212.png"/><Relationship Id="rId34" Type="http://schemas.openxmlformats.org/officeDocument/2006/relationships/customXml" Target="../ink/ink440.xml"/><Relationship Id="rId76" Type="http://schemas.openxmlformats.org/officeDocument/2006/relationships/customXml" Target="../ink/ink461.xml"/><Relationship Id="rId141" Type="http://schemas.openxmlformats.org/officeDocument/2006/relationships/image" Target="../media/image1230.png"/><Relationship Id="rId379" Type="http://schemas.openxmlformats.org/officeDocument/2006/relationships/image" Target="../media/image2420.png"/><Relationship Id="rId7" Type="http://schemas.openxmlformats.org/officeDocument/2006/relationships/image" Target="../media/image5711.png"/><Relationship Id="rId183" Type="http://schemas.openxmlformats.org/officeDocument/2006/relationships/image" Target="../media/image1440.png"/><Relationship Id="rId239" Type="http://schemas.openxmlformats.org/officeDocument/2006/relationships/image" Target="../media/image1720.png"/><Relationship Id="rId390" Type="http://schemas.openxmlformats.org/officeDocument/2006/relationships/customXml" Target="../ink/ink618.xml"/><Relationship Id="rId404" Type="http://schemas.openxmlformats.org/officeDocument/2006/relationships/customXml" Target="../ink/ink625.xml"/><Relationship Id="rId446" Type="http://schemas.openxmlformats.org/officeDocument/2006/relationships/customXml" Target="../ink/ink646.xml"/><Relationship Id="rId250" Type="http://schemas.openxmlformats.org/officeDocument/2006/relationships/customXml" Target="../ink/ink548.xml"/><Relationship Id="rId292" Type="http://schemas.openxmlformats.org/officeDocument/2006/relationships/customXml" Target="../ink/ink569.xml"/><Relationship Id="rId306" Type="http://schemas.openxmlformats.org/officeDocument/2006/relationships/customXml" Target="../ink/ink576.xml"/><Relationship Id="rId45" Type="http://schemas.openxmlformats.org/officeDocument/2006/relationships/image" Target="../media/image7610.png"/><Relationship Id="rId87" Type="http://schemas.openxmlformats.org/officeDocument/2006/relationships/image" Target="../media/image970.png"/><Relationship Id="rId110" Type="http://schemas.openxmlformats.org/officeDocument/2006/relationships/customXml" Target="../ink/ink478.xml"/><Relationship Id="rId348" Type="http://schemas.openxmlformats.org/officeDocument/2006/relationships/customXml" Target="../ink/ink597.xml"/><Relationship Id="rId152" Type="http://schemas.openxmlformats.org/officeDocument/2006/relationships/customXml" Target="../ink/ink499.xml"/><Relationship Id="rId194" Type="http://schemas.openxmlformats.org/officeDocument/2006/relationships/customXml" Target="../ink/ink520.xml"/><Relationship Id="rId208" Type="http://schemas.openxmlformats.org/officeDocument/2006/relationships/customXml" Target="../ink/ink527.xml"/><Relationship Id="rId415" Type="http://schemas.openxmlformats.org/officeDocument/2006/relationships/image" Target="../media/image2600.png"/><Relationship Id="rId457" Type="http://schemas.openxmlformats.org/officeDocument/2006/relationships/image" Target="../media/image405.png"/><Relationship Id="rId261" Type="http://schemas.openxmlformats.org/officeDocument/2006/relationships/image" Target="../media/image1830.png"/><Relationship Id="rId14" Type="http://schemas.openxmlformats.org/officeDocument/2006/relationships/customXml" Target="../ink/ink430.xml"/><Relationship Id="rId56" Type="http://schemas.openxmlformats.org/officeDocument/2006/relationships/customXml" Target="../ink/ink451.xml"/><Relationship Id="rId317" Type="http://schemas.openxmlformats.org/officeDocument/2006/relationships/image" Target="../media/image2112.png"/><Relationship Id="rId359" Type="http://schemas.openxmlformats.org/officeDocument/2006/relationships/image" Target="../media/image2320.png"/><Relationship Id="rId98" Type="http://schemas.openxmlformats.org/officeDocument/2006/relationships/customXml" Target="../ink/ink472.xml"/><Relationship Id="rId121" Type="http://schemas.openxmlformats.org/officeDocument/2006/relationships/image" Target="../media/image1130.png"/><Relationship Id="rId163" Type="http://schemas.openxmlformats.org/officeDocument/2006/relationships/image" Target="../media/image1340.png"/><Relationship Id="rId219" Type="http://schemas.openxmlformats.org/officeDocument/2006/relationships/image" Target="../media/image1620.png"/><Relationship Id="rId370" Type="http://schemas.openxmlformats.org/officeDocument/2006/relationships/customXml" Target="../ink/ink608.xml"/><Relationship Id="rId426" Type="http://schemas.openxmlformats.org/officeDocument/2006/relationships/customXml" Target="../ink/ink636.xml"/><Relationship Id="rId230" Type="http://schemas.openxmlformats.org/officeDocument/2006/relationships/customXml" Target="../ink/ink538.xml"/><Relationship Id="rId25" Type="http://schemas.openxmlformats.org/officeDocument/2006/relationships/image" Target="../media/image6611.png"/><Relationship Id="rId67" Type="http://schemas.openxmlformats.org/officeDocument/2006/relationships/image" Target="../media/image8710.png"/><Relationship Id="rId272" Type="http://schemas.openxmlformats.org/officeDocument/2006/relationships/customXml" Target="../ink/ink559.xml"/><Relationship Id="rId328" Type="http://schemas.openxmlformats.org/officeDocument/2006/relationships/customXml" Target="../ink/ink587.xml"/><Relationship Id="rId132" Type="http://schemas.openxmlformats.org/officeDocument/2006/relationships/customXml" Target="../ink/ink489.xml"/><Relationship Id="rId174" Type="http://schemas.openxmlformats.org/officeDocument/2006/relationships/customXml" Target="../ink/ink510.xml"/><Relationship Id="rId381" Type="http://schemas.openxmlformats.org/officeDocument/2006/relationships/image" Target="../media/image2430.png"/><Relationship Id="rId241" Type="http://schemas.openxmlformats.org/officeDocument/2006/relationships/image" Target="../media/image1730.png"/><Relationship Id="rId437" Type="http://schemas.openxmlformats.org/officeDocument/2006/relationships/image" Target="../media/image395.png"/><Relationship Id="rId36" Type="http://schemas.openxmlformats.org/officeDocument/2006/relationships/customXml" Target="../ink/ink441.xml"/><Relationship Id="rId283" Type="http://schemas.openxmlformats.org/officeDocument/2006/relationships/image" Target="../media/image1940.png"/><Relationship Id="rId339" Type="http://schemas.openxmlformats.org/officeDocument/2006/relationships/image" Target="../media/image2220.png"/><Relationship Id="rId78" Type="http://schemas.openxmlformats.org/officeDocument/2006/relationships/customXml" Target="../ink/ink462.xml"/><Relationship Id="rId101" Type="http://schemas.openxmlformats.org/officeDocument/2006/relationships/image" Target="../media/image1030.png"/><Relationship Id="rId143" Type="http://schemas.openxmlformats.org/officeDocument/2006/relationships/image" Target="../media/image1240.png"/><Relationship Id="rId185" Type="http://schemas.openxmlformats.org/officeDocument/2006/relationships/image" Target="../media/image1450.png"/><Relationship Id="rId350" Type="http://schemas.openxmlformats.org/officeDocument/2006/relationships/customXml" Target="../ink/ink598.xml"/><Relationship Id="rId406" Type="http://schemas.openxmlformats.org/officeDocument/2006/relationships/customXml" Target="../ink/ink626.xml"/><Relationship Id="rId9" Type="http://schemas.openxmlformats.org/officeDocument/2006/relationships/image" Target="../media/image5811.png"/><Relationship Id="rId210" Type="http://schemas.openxmlformats.org/officeDocument/2006/relationships/customXml" Target="../ink/ink528.xml"/><Relationship Id="rId392" Type="http://schemas.openxmlformats.org/officeDocument/2006/relationships/customXml" Target="../ink/ink619.xml"/><Relationship Id="rId448" Type="http://schemas.openxmlformats.org/officeDocument/2006/relationships/customXml" Target="../ink/ink647.xml"/><Relationship Id="rId252" Type="http://schemas.openxmlformats.org/officeDocument/2006/relationships/customXml" Target="../ink/ink549.xml"/><Relationship Id="rId294" Type="http://schemas.openxmlformats.org/officeDocument/2006/relationships/customXml" Target="../ink/ink570.xml"/><Relationship Id="rId308" Type="http://schemas.openxmlformats.org/officeDocument/2006/relationships/customXml" Target="../ink/ink577.xml"/><Relationship Id="rId47" Type="http://schemas.openxmlformats.org/officeDocument/2006/relationships/image" Target="../media/image7710.png"/><Relationship Id="rId89" Type="http://schemas.openxmlformats.org/officeDocument/2006/relationships/image" Target="../media/image980.png"/><Relationship Id="rId112" Type="http://schemas.openxmlformats.org/officeDocument/2006/relationships/customXml" Target="../ink/ink479.xml"/><Relationship Id="rId154" Type="http://schemas.openxmlformats.org/officeDocument/2006/relationships/customXml" Target="../ink/ink500.xml"/><Relationship Id="rId361" Type="http://schemas.openxmlformats.org/officeDocument/2006/relationships/image" Target="../media/image2330.png"/><Relationship Id="rId196" Type="http://schemas.openxmlformats.org/officeDocument/2006/relationships/customXml" Target="../ink/ink521.xml"/><Relationship Id="rId417" Type="http://schemas.openxmlformats.org/officeDocument/2006/relationships/image" Target="../media/image2612.png"/><Relationship Id="rId16" Type="http://schemas.openxmlformats.org/officeDocument/2006/relationships/customXml" Target="../ink/ink431.xml"/><Relationship Id="rId221" Type="http://schemas.openxmlformats.org/officeDocument/2006/relationships/image" Target="../media/image1630.png"/><Relationship Id="rId263" Type="http://schemas.openxmlformats.org/officeDocument/2006/relationships/image" Target="../media/image1840.png"/><Relationship Id="rId319" Type="http://schemas.openxmlformats.org/officeDocument/2006/relationships/image" Target="../media/image2120.png"/><Relationship Id="rId58" Type="http://schemas.openxmlformats.org/officeDocument/2006/relationships/customXml" Target="../ink/ink452.xml"/><Relationship Id="rId123" Type="http://schemas.openxmlformats.org/officeDocument/2006/relationships/image" Target="../media/image1140.png"/><Relationship Id="rId330" Type="http://schemas.openxmlformats.org/officeDocument/2006/relationships/customXml" Target="../ink/ink588.xml"/><Relationship Id="rId165" Type="http://schemas.openxmlformats.org/officeDocument/2006/relationships/image" Target="../media/image1350.png"/><Relationship Id="rId372" Type="http://schemas.openxmlformats.org/officeDocument/2006/relationships/customXml" Target="../ink/ink609.xml"/><Relationship Id="rId428" Type="http://schemas.openxmlformats.org/officeDocument/2006/relationships/customXml" Target="../ink/ink637.xml"/><Relationship Id="rId232" Type="http://schemas.openxmlformats.org/officeDocument/2006/relationships/customXml" Target="../ink/ink539.xml"/><Relationship Id="rId274" Type="http://schemas.openxmlformats.org/officeDocument/2006/relationships/customXml" Target="../ink/ink560.xml"/><Relationship Id="rId27" Type="http://schemas.openxmlformats.org/officeDocument/2006/relationships/image" Target="../media/image6711.png"/><Relationship Id="rId69" Type="http://schemas.openxmlformats.org/officeDocument/2006/relationships/image" Target="../media/image8810.png"/><Relationship Id="rId134" Type="http://schemas.openxmlformats.org/officeDocument/2006/relationships/customXml" Target="../ink/ink490.xml"/><Relationship Id="rId80" Type="http://schemas.openxmlformats.org/officeDocument/2006/relationships/customXml" Target="../ink/ink463.xml"/><Relationship Id="rId176" Type="http://schemas.openxmlformats.org/officeDocument/2006/relationships/customXml" Target="../ink/ink511.xml"/><Relationship Id="rId341" Type="http://schemas.openxmlformats.org/officeDocument/2006/relationships/image" Target="../media/image2230.png"/><Relationship Id="rId383" Type="http://schemas.openxmlformats.org/officeDocument/2006/relationships/image" Target="../media/image2440.png"/><Relationship Id="rId439" Type="http://schemas.openxmlformats.org/officeDocument/2006/relationships/image" Target="../media/image396.png"/><Relationship Id="rId201" Type="http://schemas.openxmlformats.org/officeDocument/2006/relationships/image" Target="../media/image1530.png"/><Relationship Id="rId243" Type="http://schemas.openxmlformats.org/officeDocument/2006/relationships/image" Target="../media/image1740.png"/><Relationship Id="rId285" Type="http://schemas.openxmlformats.org/officeDocument/2006/relationships/image" Target="../media/image1950.png"/><Relationship Id="rId450" Type="http://schemas.openxmlformats.org/officeDocument/2006/relationships/customXml" Target="../ink/ink648.xml"/><Relationship Id="rId38" Type="http://schemas.openxmlformats.org/officeDocument/2006/relationships/customXml" Target="../ink/ink442.xml"/><Relationship Id="rId103" Type="http://schemas.openxmlformats.org/officeDocument/2006/relationships/image" Target="../media/image1040.png"/><Relationship Id="rId310" Type="http://schemas.openxmlformats.org/officeDocument/2006/relationships/customXml" Target="../ink/ink578.xml"/><Relationship Id="rId91" Type="http://schemas.openxmlformats.org/officeDocument/2006/relationships/image" Target="../media/image5311.png"/><Relationship Id="rId145" Type="http://schemas.openxmlformats.org/officeDocument/2006/relationships/image" Target="../media/image1250.png"/><Relationship Id="rId187" Type="http://schemas.openxmlformats.org/officeDocument/2006/relationships/image" Target="../media/image1460.png"/><Relationship Id="rId352" Type="http://schemas.openxmlformats.org/officeDocument/2006/relationships/customXml" Target="../ink/ink599.xml"/><Relationship Id="rId394" Type="http://schemas.openxmlformats.org/officeDocument/2006/relationships/customXml" Target="../ink/ink620.xml"/><Relationship Id="rId408" Type="http://schemas.openxmlformats.org/officeDocument/2006/relationships/customXml" Target="../ink/ink627.xml"/><Relationship Id="rId212" Type="http://schemas.openxmlformats.org/officeDocument/2006/relationships/customXml" Target="../ink/ink529.xml"/><Relationship Id="rId254" Type="http://schemas.openxmlformats.org/officeDocument/2006/relationships/customXml" Target="../ink/ink550.xml"/><Relationship Id="rId49" Type="http://schemas.openxmlformats.org/officeDocument/2006/relationships/image" Target="../media/image7810.png"/><Relationship Id="rId114" Type="http://schemas.openxmlformats.org/officeDocument/2006/relationships/customXml" Target="../ink/ink480.xml"/><Relationship Id="rId296" Type="http://schemas.openxmlformats.org/officeDocument/2006/relationships/customXml" Target="../ink/ink571.xml"/><Relationship Id="rId60" Type="http://schemas.openxmlformats.org/officeDocument/2006/relationships/customXml" Target="../ink/ink453.xml"/><Relationship Id="rId156" Type="http://schemas.openxmlformats.org/officeDocument/2006/relationships/customXml" Target="../ink/ink501.xml"/><Relationship Id="rId198" Type="http://schemas.openxmlformats.org/officeDocument/2006/relationships/customXml" Target="../ink/ink522.xml"/><Relationship Id="rId321" Type="http://schemas.openxmlformats.org/officeDocument/2006/relationships/image" Target="../media/image2130.png"/><Relationship Id="rId363" Type="http://schemas.openxmlformats.org/officeDocument/2006/relationships/image" Target="../media/image2340.png"/><Relationship Id="rId419" Type="http://schemas.openxmlformats.org/officeDocument/2006/relationships/image" Target="../media/image386.png"/><Relationship Id="rId223" Type="http://schemas.openxmlformats.org/officeDocument/2006/relationships/image" Target="../media/image1640.png"/><Relationship Id="rId430" Type="http://schemas.openxmlformats.org/officeDocument/2006/relationships/customXml" Target="../ink/ink638.xml"/><Relationship Id="rId18" Type="http://schemas.openxmlformats.org/officeDocument/2006/relationships/customXml" Target="../ink/ink432.xml"/><Relationship Id="rId265" Type="http://schemas.openxmlformats.org/officeDocument/2006/relationships/image" Target="../media/image1850.png"/><Relationship Id="rId125" Type="http://schemas.openxmlformats.org/officeDocument/2006/relationships/image" Target="../media/image1150.png"/><Relationship Id="rId167" Type="http://schemas.openxmlformats.org/officeDocument/2006/relationships/image" Target="../media/image1360.png"/><Relationship Id="rId332" Type="http://schemas.openxmlformats.org/officeDocument/2006/relationships/customXml" Target="../ink/ink589.xml"/><Relationship Id="rId374" Type="http://schemas.openxmlformats.org/officeDocument/2006/relationships/customXml" Target="../ink/ink610.xml"/><Relationship Id="rId71" Type="http://schemas.openxmlformats.org/officeDocument/2006/relationships/image" Target="../media/image8910.png"/><Relationship Id="rId234" Type="http://schemas.openxmlformats.org/officeDocument/2006/relationships/customXml" Target="../ink/ink540.xml"/><Relationship Id="rId2" Type="http://schemas.openxmlformats.org/officeDocument/2006/relationships/customXml" Target="../ink/ink424.xml"/><Relationship Id="rId29" Type="http://schemas.openxmlformats.org/officeDocument/2006/relationships/image" Target="../media/image6810.png"/><Relationship Id="rId255" Type="http://schemas.openxmlformats.org/officeDocument/2006/relationships/image" Target="../media/image1801.png"/><Relationship Id="rId276" Type="http://schemas.openxmlformats.org/officeDocument/2006/relationships/customXml" Target="../ink/ink561.xml"/><Relationship Id="rId297" Type="http://schemas.openxmlformats.org/officeDocument/2006/relationships/image" Target="../media/image2011.png"/><Relationship Id="rId441" Type="http://schemas.openxmlformats.org/officeDocument/2006/relationships/image" Target="../media/image397.png"/><Relationship Id="rId40" Type="http://schemas.openxmlformats.org/officeDocument/2006/relationships/customXml" Target="../ink/ink443.xml"/><Relationship Id="rId115" Type="http://schemas.openxmlformats.org/officeDocument/2006/relationships/image" Target="../media/image1100.png"/><Relationship Id="rId136" Type="http://schemas.openxmlformats.org/officeDocument/2006/relationships/customXml" Target="../ink/ink491.xml"/><Relationship Id="rId157" Type="http://schemas.openxmlformats.org/officeDocument/2006/relationships/image" Target="../media/image1311.png"/><Relationship Id="rId178" Type="http://schemas.openxmlformats.org/officeDocument/2006/relationships/customXml" Target="../ink/ink512.xml"/><Relationship Id="rId301" Type="http://schemas.openxmlformats.org/officeDocument/2006/relationships/image" Target="../media/image2030.png"/><Relationship Id="rId322" Type="http://schemas.openxmlformats.org/officeDocument/2006/relationships/customXml" Target="../ink/ink584.xml"/><Relationship Id="rId343" Type="http://schemas.openxmlformats.org/officeDocument/2006/relationships/image" Target="../media/image2240.png"/><Relationship Id="rId364" Type="http://schemas.openxmlformats.org/officeDocument/2006/relationships/customXml" Target="../ink/ink605.xml"/><Relationship Id="rId61" Type="http://schemas.openxmlformats.org/officeDocument/2006/relationships/image" Target="../media/image8410.png"/><Relationship Id="rId82" Type="http://schemas.openxmlformats.org/officeDocument/2006/relationships/customXml" Target="../ink/ink464.xml"/><Relationship Id="rId199" Type="http://schemas.openxmlformats.org/officeDocument/2006/relationships/image" Target="../media/image1520.png"/><Relationship Id="rId203" Type="http://schemas.openxmlformats.org/officeDocument/2006/relationships/image" Target="../media/image1540.png"/><Relationship Id="rId385" Type="http://schemas.openxmlformats.org/officeDocument/2006/relationships/image" Target="../media/image2450.png"/><Relationship Id="rId19" Type="http://schemas.openxmlformats.org/officeDocument/2006/relationships/image" Target="../media/image6311.png"/><Relationship Id="rId224" Type="http://schemas.openxmlformats.org/officeDocument/2006/relationships/customXml" Target="../ink/ink535.xml"/><Relationship Id="rId245" Type="http://schemas.openxmlformats.org/officeDocument/2006/relationships/image" Target="../media/image1750.png"/><Relationship Id="rId266" Type="http://schemas.openxmlformats.org/officeDocument/2006/relationships/customXml" Target="../ink/ink556.xml"/><Relationship Id="rId287" Type="http://schemas.openxmlformats.org/officeDocument/2006/relationships/image" Target="../media/image1960.png"/><Relationship Id="rId410" Type="http://schemas.openxmlformats.org/officeDocument/2006/relationships/customXml" Target="../ink/ink628.xml"/><Relationship Id="rId431" Type="http://schemas.openxmlformats.org/officeDocument/2006/relationships/image" Target="../media/image392.png"/><Relationship Id="rId452" Type="http://schemas.openxmlformats.org/officeDocument/2006/relationships/customXml" Target="../ink/ink649.xml"/><Relationship Id="rId30" Type="http://schemas.openxmlformats.org/officeDocument/2006/relationships/customXml" Target="../ink/ink438.xml"/><Relationship Id="rId105" Type="http://schemas.openxmlformats.org/officeDocument/2006/relationships/image" Target="../media/image1050.png"/><Relationship Id="rId126" Type="http://schemas.openxmlformats.org/officeDocument/2006/relationships/customXml" Target="../ink/ink486.xml"/><Relationship Id="rId147" Type="http://schemas.openxmlformats.org/officeDocument/2006/relationships/image" Target="../media/image1260.png"/><Relationship Id="rId168" Type="http://schemas.openxmlformats.org/officeDocument/2006/relationships/customXml" Target="../ink/ink507.xml"/><Relationship Id="rId312" Type="http://schemas.openxmlformats.org/officeDocument/2006/relationships/customXml" Target="../ink/ink579.xml"/><Relationship Id="rId333" Type="http://schemas.openxmlformats.org/officeDocument/2006/relationships/image" Target="../media/image2190.png"/><Relationship Id="rId354" Type="http://schemas.openxmlformats.org/officeDocument/2006/relationships/customXml" Target="../ink/ink600.xml"/><Relationship Id="rId51" Type="http://schemas.openxmlformats.org/officeDocument/2006/relationships/image" Target="../media/image7910.png"/><Relationship Id="rId72" Type="http://schemas.openxmlformats.org/officeDocument/2006/relationships/customXml" Target="../ink/ink459.xml"/><Relationship Id="rId93" Type="http://schemas.openxmlformats.org/officeDocument/2006/relationships/image" Target="../media/image990.png"/><Relationship Id="rId189" Type="http://schemas.openxmlformats.org/officeDocument/2006/relationships/image" Target="../media/image1470.png"/><Relationship Id="rId375" Type="http://schemas.openxmlformats.org/officeDocument/2006/relationships/image" Target="../media/image2400.png"/><Relationship Id="rId396" Type="http://schemas.openxmlformats.org/officeDocument/2006/relationships/customXml" Target="../ink/ink621.xml"/><Relationship Id="rId3" Type="http://schemas.openxmlformats.org/officeDocument/2006/relationships/image" Target="../media/image5511.png"/><Relationship Id="rId214" Type="http://schemas.openxmlformats.org/officeDocument/2006/relationships/customXml" Target="../ink/ink530.xml"/><Relationship Id="rId235" Type="http://schemas.openxmlformats.org/officeDocument/2006/relationships/image" Target="../media/image1700.png"/><Relationship Id="rId256" Type="http://schemas.openxmlformats.org/officeDocument/2006/relationships/customXml" Target="../ink/ink551.xml"/><Relationship Id="rId277" Type="http://schemas.openxmlformats.org/officeDocument/2006/relationships/image" Target="../media/image1911.png"/><Relationship Id="rId298" Type="http://schemas.openxmlformats.org/officeDocument/2006/relationships/customXml" Target="../ink/ink572.xml"/><Relationship Id="rId400" Type="http://schemas.openxmlformats.org/officeDocument/2006/relationships/customXml" Target="../ink/ink623.xml"/><Relationship Id="rId421" Type="http://schemas.openxmlformats.org/officeDocument/2006/relationships/image" Target="../media/image387.png"/><Relationship Id="rId442" Type="http://schemas.openxmlformats.org/officeDocument/2006/relationships/customXml" Target="../ink/ink644.xml"/><Relationship Id="rId116" Type="http://schemas.openxmlformats.org/officeDocument/2006/relationships/customXml" Target="../ink/ink481.xml"/><Relationship Id="rId137" Type="http://schemas.openxmlformats.org/officeDocument/2006/relationships/image" Target="../media/image1211.png"/><Relationship Id="rId158" Type="http://schemas.openxmlformats.org/officeDocument/2006/relationships/customXml" Target="../ink/ink502.xml"/><Relationship Id="rId302" Type="http://schemas.openxmlformats.org/officeDocument/2006/relationships/customXml" Target="../ink/ink574.xml"/><Relationship Id="rId323" Type="http://schemas.openxmlformats.org/officeDocument/2006/relationships/image" Target="../media/image2140.png"/><Relationship Id="rId344" Type="http://schemas.openxmlformats.org/officeDocument/2006/relationships/customXml" Target="../ink/ink595.xml"/><Relationship Id="rId20" Type="http://schemas.openxmlformats.org/officeDocument/2006/relationships/customXml" Target="../ink/ink433.xml"/><Relationship Id="rId41" Type="http://schemas.openxmlformats.org/officeDocument/2006/relationships/image" Target="../media/image7410.png"/><Relationship Id="rId62" Type="http://schemas.openxmlformats.org/officeDocument/2006/relationships/customXml" Target="../ink/ink454.xml"/><Relationship Id="rId83" Type="http://schemas.openxmlformats.org/officeDocument/2006/relationships/image" Target="../media/image950.png"/><Relationship Id="rId179" Type="http://schemas.openxmlformats.org/officeDocument/2006/relationships/image" Target="../media/image1420.png"/><Relationship Id="rId365" Type="http://schemas.openxmlformats.org/officeDocument/2006/relationships/image" Target="../media/image2350.png"/><Relationship Id="rId386" Type="http://schemas.openxmlformats.org/officeDocument/2006/relationships/customXml" Target="../ink/ink616.xml"/><Relationship Id="rId190" Type="http://schemas.openxmlformats.org/officeDocument/2006/relationships/customXml" Target="../ink/ink518.xml"/><Relationship Id="rId204" Type="http://schemas.openxmlformats.org/officeDocument/2006/relationships/customXml" Target="../ink/ink525.xml"/><Relationship Id="rId225" Type="http://schemas.openxmlformats.org/officeDocument/2006/relationships/image" Target="../media/image1650.png"/><Relationship Id="rId246" Type="http://schemas.openxmlformats.org/officeDocument/2006/relationships/customXml" Target="../ink/ink546.xml"/><Relationship Id="rId267" Type="http://schemas.openxmlformats.org/officeDocument/2006/relationships/image" Target="../media/image1860.png"/><Relationship Id="rId288" Type="http://schemas.openxmlformats.org/officeDocument/2006/relationships/customXml" Target="../ink/ink567.xml"/><Relationship Id="rId411" Type="http://schemas.openxmlformats.org/officeDocument/2006/relationships/image" Target="../media/image2580.png"/><Relationship Id="rId432" Type="http://schemas.openxmlformats.org/officeDocument/2006/relationships/customXml" Target="../ink/ink639.xml"/><Relationship Id="rId453" Type="http://schemas.openxmlformats.org/officeDocument/2006/relationships/image" Target="../media/image403.png"/><Relationship Id="rId106" Type="http://schemas.openxmlformats.org/officeDocument/2006/relationships/customXml" Target="../ink/ink476.xml"/><Relationship Id="rId127" Type="http://schemas.openxmlformats.org/officeDocument/2006/relationships/image" Target="../media/image1160.png"/><Relationship Id="rId313" Type="http://schemas.openxmlformats.org/officeDocument/2006/relationships/image" Target="../media/image2090.png"/><Relationship Id="rId10" Type="http://schemas.openxmlformats.org/officeDocument/2006/relationships/customXml" Target="../ink/ink428.xml"/><Relationship Id="rId31" Type="http://schemas.openxmlformats.org/officeDocument/2006/relationships/image" Target="../media/image6910.png"/><Relationship Id="rId52" Type="http://schemas.openxmlformats.org/officeDocument/2006/relationships/customXml" Target="../ink/ink449.xml"/><Relationship Id="rId73" Type="http://schemas.openxmlformats.org/officeDocument/2006/relationships/image" Target="../media/image907.png"/><Relationship Id="rId94" Type="http://schemas.openxmlformats.org/officeDocument/2006/relationships/customXml" Target="../ink/ink470.xml"/><Relationship Id="rId148" Type="http://schemas.openxmlformats.org/officeDocument/2006/relationships/customXml" Target="../ink/ink497.xml"/><Relationship Id="rId169" Type="http://schemas.openxmlformats.org/officeDocument/2006/relationships/image" Target="../media/image1370.png"/><Relationship Id="rId334" Type="http://schemas.openxmlformats.org/officeDocument/2006/relationships/customXml" Target="../ink/ink590.xml"/><Relationship Id="rId355" Type="http://schemas.openxmlformats.org/officeDocument/2006/relationships/image" Target="../media/image2300.png"/><Relationship Id="rId376" Type="http://schemas.openxmlformats.org/officeDocument/2006/relationships/customXml" Target="../ink/ink611.xml"/><Relationship Id="rId397" Type="http://schemas.openxmlformats.org/officeDocument/2006/relationships/image" Target="../media/image2512.png"/><Relationship Id="rId4" Type="http://schemas.openxmlformats.org/officeDocument/2006/relationships/customXml" Target="../ink/ink425.xml"/><Relationship Id="rId180" Type="http://schemas.openxmlformats.org/officeDocument/2006/relationships/customXml" Target="../ink/ink513.xml"/><Relationship Id="rId215" Type="http://schemas.openxmlformats.org/officeDocument/2006/relationships/image" Target="../media/image1601.png"/><Relationship Id="rId236" Type="http://schemas.openxmlformats.org/officeDocument/2006/relationships/customXml" Target="../ink/ink541.xml"/><Relationship Id="rId257" Type="http://schemas.openxmlformats.org/officeDocument/2006/relationships/image" Target="../media/image1811.png"/><Relationship Id="rId278" Type="http://schemas.openxmlformats.org/officeDocument/2006/relationships/customXml" Target="../ink/ink562.xml"/><Relationship Id="rId401" Type="http://schemas.openxmlformats.org/officeDocument/2006/relationships/image" Target="../media/image2530.png"/><Relationship Id="rId422" Type="http://schemas.openxmlformats.org/officeDocument/2006/relationships/customXml" Target="../ink/ink634.xml"/><Relationship Id="rId443" Type="http://schemas.openxmlformats.org/officeDocument/2006/relationships/image" Target="../media/image398.png"/><Relationship Id="rId303" Type="http://schemas.openxmlformats.org/officeDocument/2006/relationships/image" Target="../media/image2040.png"/><Relationship Id="rId42" Type="http://schemas.openxmlformats.org/officeDocument/2006/relationships/customXml" Target="../ink/ink444.xml"/><Relationship Id="rId84" Type="http://schemas.openxmlformats.org/officeDocument/2006/relationships/customXml" Target="../ink/ink465.xml"/><Relationship Id="rId138" Type="http://schemas.openxmlformats.org/officeDocument/2006/relationships/customXml" Target="../ink/ink492.xml"/><Relationship Id="rId345" Type="http://schemas.openxmlformats.org/officeDocument/2006/relationships/image" Target="../media/image2250.png"/><Relationship Id="rId387" Type="http://schemas.openxmlformats.org/officeDocument/2006/relationships/image" Target="../media/image2460.png"/><Relationship Id="rId191" Type="http://schemas.openxmlformats.org/officeDocument/2006/relationships/image" Target="../media/image1480.png"/><Relationship Id="rId205" Type="http://schemas.openxmlformats.org/officeDocument/2006/relationships/image" Target="../media/image1550.png"/><Relationship Id="rId247" Type="http://schemas.openxmlformats.org/officeDocument/2006/relationships/image" Target="../media/image1760.png"/><Relationship Id="rId412" Type="http://schemas.openxmlformats.org/officeDocument/2006/relationships/customXml" Target="../ink/ink629.xml"/><Relationship Id="rId107" Type="http://schemas.openxmlformats.org/officeDocument/2006/relationships/image" Target="../media/image1060.png"/><Relationship Id="rId289" Type="http://schemas.openxmlformats.org/officeDocument/2006/relationships/image" Target="../media/image1970.png"/><Relationship Id="rId454" Type="http://schemas.openxmlformats.org/officeDocument/2006/relationships/customXml" Target="../ink/ink650.xml"/><Relationship Id="rId11" Type="http://schemas.openxmlformats.org/officeDocument/2006/relationships/image" Target="../media/image5911.png"/><Relationship Id="rId53" Type="http://schemas.openxmlformats.org/officeDocument/2006/relationships/image" Target="../media/image8010.png"/><Relationship Id="rId149" Type="http://schemas.openxmlformats.org/officeDocument/2006/relationships/image" Target="../media/image1270.png"/><Relationship Id="rId314" Type="http://schemas.openxmlformats.org/officeDocument/2006/relationships/customXml" Target="../ink/ink580.xml"/><Relationship Id="rId356" Type="http://schemas.openxmlformats.org/officeDocument/2006/relationships/customXml" Target="../ink/ink601.xml"/><Relationship Id="rId398" Type="http://schemas.openxmlformats.org/officeDocument/2006/relationships/customXml" Target="../ink/ink622.xml"/><Relationship Id="rId95" Type="http://schemas.openxmlformats.org/officeDocument/2006/relationships/image" Target="../media/image1000.png"/><Relationship Id="rId160" Type="http://schemas.openxmlformats.org/officeDocument/2006/relationships/customXml" Target="../ink/ink503.xml"/><Relationship Id="rId216" Type="http://schemas.openxmlformats.org/officeDocument/2006/relationships/customXml" Target="../ink/ink531.xml"/><Relationship Id="rId423" Type="http://schemas.openxmlformats.org/officeDocument/2006/relationships/image" Target="../media/image388.png"/><Relationship Id="rId258" Type="http://schemas.openxmlformats.org/officeDocument/2006/relationships/customXml" Target="../ink/ink552.xml"/><Relationship Id="rId22" Type="http://schemas.openxmlformats.org/officeDocument/2006/relationships/customXml" Target="../ink/ink434.xml"/><Relationship Id="rId64" Type="http://schemas.openxmlformats.org/officeDocument/2006/relationships/customXml" Target="../ink/ink455.xml"/><Relationship Id="rId118" Type="http://schemas.openxmlformats.org/officeDocument/2006/relationships/customXml" Target="../ink/ink482.xml"/><Relationship Id="rId325" Type="http://schemas.openxmlformats.org/officeDocument/2006/relationships/image" Target="../media/image2150.png"/><Relationship Id="rId367" Type="http://schemas.openxmlformats.org/officeDocument/2006/relationships/image" Target="../media/image2360.png"/><Relationship Id="rId171" Type="http://schemas.openxmlformats.org/officeDocument/2006/relationships/image" Target="../media/image1380.png"/><Relationship Id="rId227" Type="http://schemas.openxmlformats.org/officeDocument/2006/relationships/image" Target="../media/image1660.png"/><Relationship Id="rId269" Type="http://schemas.openxmlformats.org/officeDocument/2006/relationships/image" Target="../media/image1870.png"/><Relationship Id="rId434" Type="http://schemas.openxmlformats.org/officeDocument/2006/relationships/customXml" Target="../ink/ink640.xml"/><Relationship Id="rId33" Type="http://schemas.openxmlformats.org/officeDocument/2006/relationships/image" Target="../media/image7010.png"/><Relationship Id="rId129" Type="http://schemas.openxmlformats.org/officeDocument/2006/relationships/image" Target="../media/image1170.png"/><Relationship Id="rId280" Type="http://schemas.openxmlformats.org/officeDocument/2006/relationships/customXml" Target="../ink/ink563.xml"/><Relationship Id="rId336" Type="http://schemas.openxmlformats.org/officeDocument/2006/relationships/customXml" Target="../ink/ink591.xml"/><Relationship Id="rId75" Type="http://schemas.openxmlformats.org/officeDocument/2006/relationships/image" Target="../media/image911.png"/><Relationship Id="rId140" Type="http://schemas.openxmlformats.org/officeDocument/2006/relationships/customXml" Target="../ink/ink493.xml"/><Relationship Id="rId182" Type="http://schemas.openxmlformats.org/officeDocument/2006/relationships/customXml" Target="../ink/ink514.xml"/><Relationship Id="rId378" Type="http://schemas.openxmlformats.org/officeDocument/2006/relationships/customXml" Target="../ink/ink612.xml"/><Relationship Id="rId403" Type="http://schemas.openxmlformats.org/officeDocument/2006/relationships/image" Target="../media/image2540.png"/><Relationship Id="rId6" Type="http://schemas.openxmlformats.org/officeDocument/2006/relationships/customXml" Target="../ink/ink426.xml"/><Relationship Id="rId238" Type="http://schemas.openxmlformats.org/officeDocument/2006/relationships/customXml" Target="../ink/ink542.xml"/><Relationship Id="rId445" Type="http://schemas.openxmlformats.org/officeDocument/2006/relationships/image" Target="../media/image399.png"/><Relationship Id="rId291" Type="http://schemas.openxmlformats.org/officeDocument/2006/relationships/image" Target="../media/image1980.png"/><Relationship Id="rId305" Type="http://schemas.openxmlformats.org/officeDocument/2006/relationships/image" Target="../media/image2050.png"/><Relationship Id="rId347" Type="http://schemas.openxmlformats.org/officeDocument/2006/relationships/image" Target="../media/image2260.png"/><Relationship Id="rId44" Type="http://schemas.openxmlformats.org/officeDocument/2006/relationships/customXml" Target="../ink/ink445.xml"/><Relationship Id="rId86" Type="http://schemas.openxmlformats.org/officeDocument/2006/relationships/customXml" Target="../ink/ink466.xml"/><Relationship Id="rId151" Type="http://schemas.openxmlformats.org/officeDocument/2006/relationships/image" Target="../media/image1280.png"/><Relationship Id="rId389" Type="http://schemas.openxmlformats.org/officeDocument/2006/relationships/image" Target="../media/image2470.png"/><Relationship Id="rId193" Type="http://schemas.openxmlformats.org/officeDocument/2006/relationships/image" Target="../media/image1490.png"/><Relationship Id="rId207" Type="http://schemas.openxmlformats.org/officeDocument/2006/relationships/image" Target="../media/image1560.png"/><Relationship Id="rId249" Type="http://schemas.openxmlformats.org/officeDocument/2006/relationships/image" Target="../media/image1770.png"/><Relationship Id="rId414" Type="http://schemas.openxmlformats.org/officeDocument/2006/relationships/customXml" Target="../ink/ink630.xml"/><Relationship Id="rId456" Type="http://schemas.openxmlformats.org/officeDocument/2006/relationships/customXml" Target="../ink/ink651.xml"/><Relationship Id="rId13" Type="http://schemas.openxmlformats.org/officeDocument/2006/relationships/image" Target="../media/image6011.png"/><Relationship Id="rId109" Type="http://schemas.openxmlformats.org/officeDocument/2006/relationships/image" Target="../media/image1070.png"/><Relationship Id="rId260" Type="http://schemas.openxmlformats.org/officeDocument/2006/relationships/customXml" Target="../ink/ink553.xml"/><Relationship Id="rId316" Type="http://schemas.openxmlformats.org/officeDocument/2006/relationships/customXml" Target="../ink/ink581.xml"/><Relationship Id="rId55" Type="http://schemas.openxmlformats.org/officeDocument/2006/relationships/image" Target="../media/image8110.png"/><Relationship Id="rId97" Type="http://schemas.openxmlformats.org/officeDocument/2006/relationships/image" Target="../media/image1011.png"/><Relationship Id="rId120" Type="http://schemas.openxmlformats.org/officeDocument/2006/relationships/customXml" Target="../ink/ink483.xml"/><Relationship Id="rId358" Type="http://schemas.openxmlformats.org/officeDocument/2006/relationships/customXml" Target="../ink/ink602.xml"/><Relationship Id="rId162" Type="http://schemas.openxmlformats.org/officeDocument/2006/relationships/customXml" Target="../ink/ink504.xml"/><Relationship Id="rId218" Type="http://schemas.openxmlformats.org/officeDocument/2006/relationships/customXml" Target="../ink/ink532.xml"/><Relationship Id="rId425" Type="http://schemas.openxmlformats.org/officeDocument/2006/relationships/image" Target="../media/image389.png"/><Relationship Id="rId271" Type="http://schemas.openxmlformats.org/officeDocument/2006/relationships/image" Target="../media/image1880.png"/><Relationship Id="rId24" Type="http://schemas.openxmlformats.org/officeDocument/2006/relationships/customXml" Target="../ink/ink435.xml"/><Relationship Id="rId66" Type="http://schemas.openxmlformats.org/officeDocument/2006/relationships/customXml" Target="../ink/ink456.xml"/><Relationship Id="rId131" Type="http://schemas.openxmlformats.org/officeDocument/2006/relationships/image" Target="../media/image1180.png"/><Relationship Id="rId327" Type="http://schemas.openxmlformats.org/officeDocument/2006/relationships/image" Target="../media/image2160.png"/><Relationship Id="rId369" Type="http://schemas.openxmlformats.org/officeDocument/2006/relationships/image" Target="../media/image2370.png"/><Relationship Id="rId173" Type="http://schemas.openxmlformats.org/officeDocument/2006/relationships/image" Target="../media/image1390.png"/><Relationship Id="rId229" Type="http://schemas.openxmlformats.org/officeDocument/2006/relationships/image" Target="../media/image1670.png"/><Relationship Id="rId380" Type="http://schemas.openxmlformats.org/officeDocument/2006/relationships/customXml" Target="../ink/ink613.xml"/><Relationship Id="rId436" Type="http://schemas.openxmlformats.org/officeDocument/2006/relationships/customXml" Target="../ink/ink641.xml"/><Relationship Id="rId240" Type="http://schemas.openxmlformats.org/officeDocument/2006/relationships/customXml" Target="../ink/ink543.xml"/><Relationship Id="rId35" Type="http://schemas.openxmlformats.org/officeDocument/2006/relationships/image" Target="../media/image712.png"/><Relationship Id="rId77" Type="http://schemas.openxmlformats.org/officeDocument/2006/relationships/image" Target="../media/image920.png"/><Relationship Id="rId100" Type="http://schemas.openxmlformats.org/officeDocument/2006/relationships/customXml" Target="../ink/ink473.xml"/><Relationship Id="rId282" Type="http://schemas.openxmlformats.org/officeDocument/2006/relationships/customXml" Target="../ink/ink564.xml"/><Relationship Id="rId338" Type="http://schemas.openxmlformats.org/officeDocument/2006/relationships/customXml" Target="../ink/ink592.xml"/><Relationship Id="rId8" Type="http://schemas.openxmlformats.org/officeDocument/2006/relationships/customXml" Target="../ink/ink427.xml"/><Relationship Id="rId142" Type="http://schemas.openxmlformats.org/officeDocument/2006/relationships/customXml" Target="../ink/ink494.xml"/><Relationship Id="rId184" Type="http://schemas.openxmlformats.org/officeDocument/2006/relationships/customXml" Target="../ink/ink515.xml"/><Relationship Id="rId391" Type="http://schemas.openxmlformats.org/officeDocument/2006/relationships/image" Target="../media/image2480.png"/><Relationship Id="rId405" Type="http://schemas.openxmlformats.org/officeDocument/2006/relationships/image" Target="../media/image2550.png"/><Relationship Id="rId447" Type="http://schemas.openxmlformats.org/officeDocument/2006/relationships/image" Target="../media/image400.png"/><Relationship Id="rId251" Type="http://schemas.openxmlformats.org/officeDocument/2006/relationships/image" Target="../media/image1780.png"/><Relationship Id="rId46" Type="http://schemas.openxmlformats.org/officeDocument/2006/relationships/customXml" Target="../ink/ink446.xml"/><Relationship Id="rId293" Type="http://schemas.openxmlformats.org/officeDocument/2006/relationships/image" Target="../media/image1990.png"/><Relationship Id="rId307" Type="http://schemas.openxmlformats.org/officeDocument/2006/relationships/image" Target="../media/image2060.png"/><Relationship Id="rId349" Type="http://schemas.openxmlformats.org/officeDocument/2006/relationships/image" Target="../media/image2270.png"/><Relationship Id="rId88" Type="http://schemas.openxmlformats.org/officeDocument/2006/relationships/customXml" Target="../ink/ink467.xml"/><Relationship Id="rId111" Type="http://schemas.openxmlformats.org/officeDocument/2006/relationships/image" Target="../media/image1080.png"/><Relationship Id="rId153" Type="http://schemas.openxmlformats.org/officeDocument/2006/relationships/image" Target="../media/image1290.png"/><Relationship Id="rId195" Type="http://schemas.openxmlformats.org/officeDocument/2006/relationships/image" Target="../media/image1500.png"/><Relationship Id="rId209" Type="http://schemas.openxmlformats.org/officeDocument/2006/relationships/image" Target="../media/image1570.png"/><Relationship Id="rId360" Type="http://schemas.openxmlformats.org/officeDocument/2006/relationships/customXml" Target="../ink/ink603.xml"/><Relationship Id="rId416" Type="http://schemas.openxmlformats.org/officeDocument/2006/relationships/customXml" Target="../ink/ink631.xml"/><Relationship Id="rId220" Type="http://schemas.openxmlformats.org/officeDocument/2006/relationships/customXml" Target="../ink/ink533.xml"/><Relationship Id="rId15" Type="http://schemas.openxmlformats.org/officeDocument/2006/relationships/image" Target="../media/image6111.png"/><Relationship Id="rId57" Type="http://schemas.openxmlformats.org/officeDocument/2006/relationships/image" Target="../media/image8210.png"/><Relationship Id="rId262" Type="http://schemas.openxmlformats.org/officeDocument/2006/relationships/customXml" Target="../ink/ink554.xml"/><Relationship Id="rId318" Type="http://schemas.openxmlformats.org/officeDocument/2006/relationships/customXml" Target="../ink/ink582.xml"/><Relationship Id="rId99" Type="http://schemas.openxmlformats.org/officeDocument/2006/relationships/image" Target="../media/image1020.png"/><Relationship Id="rId122" Type="http://schemas.openxmlformats.org/officeDocument/2006/relationships/customXml" Target="../ink/ink484.xml"/><Relationship Id="rId164" Type="http://schemas.openxmlformats.org/officeDocument/2006/relationships/customXml" Target="../ink/ink505.xml"/><Relationship Id="rId371" Type="http://schemas.openxmlformats.org/officeDocument/2006/relationships/image" Target="../media/image2380.png"/><Relationship Id="rId427" Type="http://schemas.openxmlformats.org/officeDocument/2006/relationships/image" Target="../media/image390.png"/><Relationship Id="rId26" Type="http://schemas.openxmlformats.org/officeDocument/2006/relationships/customXml" Target="../ink/ink436.xml"/><Relationship Id="rId231" Type="http://schemas.openxmlformats.org/officeDocument/2006/relationships/image" Target="../media/image1680.png"/><Relationship Id="rId273" Type="http://schemas.openxmlformats.org/officeDocument/2006/relationships/image" Target="../media/image1890.png"/><Relationship Id="rId329" Type="http://schemas.openxmlformats.org/officeDocument/2006/relationships/image" Target="../media/image2170.png"/><Relationship Id="rId68" Type="http://schemas.openxmlformats.org/officeDocument/2006/relationships/customXml" Target="../ink/ink457.xml"/><Relationship Id="rId133" Type="http://schemas.openxmlformats.org/officeDocument/2006/relationships/image" Target="../media/image1190.png"/><Relationship Id="rId175" Type="http://schemas.openxmlformats.org/officeDocument/2006/relationships/image" Target="../media/image1400.png"/><Relationship Id="rId340" Type="http://schemas.openxmlformats.org/officeDocument/2006/relationships/customXml" Target="../ink/ink593.xml"/><Relationship Id="rId200" Type="http://schemas.openxmlformats.org/officeDocument/2006/relationships/customXml" Target="../ink/ink523.xml"/><Relationship Id="rId382" Type="http://schemas.openxmlformats.org/officeDocument/2006/relationships/customXml" Target="../ink/ink614.xml"/><Relationship Id="rId438" Type="http://schemas.openxmlformats.org/officeDocument/2006/relationships/customXml" Target="../ink/ink642.xml"/><Relationship Id="rId242" Type="http://schemas.openxmlformats.org/officeDocument/2006/relationships/customXml" Target="../ink/ink544.xml"/><Relationship Id="rId284" Type="http://schemas.openxmlformats.org/officeDocument/2006/relationships/customXml" Target="../ink/ink565.xml"/><Relationship Id="rId37" Type="http://schemas.openxmlformats.org/officeDocument/2006/relationships/image" Target="../media/image7210.png"/><Relationship Id="rId79" Type="http://schemas.openxmlformats.org/officeDocument/2006/relationships/image" Target="../media/image930.png"/><Relationship Id="rId102" Type="http://schemas.openxmlformats.org/officeDocument/2006/relationships/customXml" Target="../ink/ink474.xml"/><Relationship Id="rId144" Type="http://schemas.openxmlformats.org/officeDocument/2006/relationships/customXml" Target="../ink/ink495.xml"/><Relationship Id="rId90" Type="http://schemas.openxmlformats.org/officeDocument/2006/relationships/customXml" Target="../ink/ink468.xml"/><Relationship Id="rId186" Type="http://schemas.openxmlformats.org/officeDocument/2006/relationships/customXml" Target="../ink/ink516.xml"/><Relationship Id="rId351" Type="http://schemas.openxmlformats.org/officeDocument/2006/relationships/image" Target="../media/image2280.png"/><Relationship Id="rId393" Type="http://schemas.openxmlformats.org/officeDocument/2006/relationships/image" Target="../media/image2490.png"/><Relationship Id="rId407" Type="http://schemas.openxmlformats.org/officeDocument/2006/relationships/image" Target="../media/image2560.png"/><Relationship Id="rId449" Type="http://schemas.openxmlformats.org/officeDocument/2006/relationships/image" Target="../media/image401.png"/><Relationship Id="rId211" Type="http://schemas.openxmlformats.org/officeDocument/2006/relationships/image" Target="../media/image1580.png"/><Relationship Id="rId253" Type="http://schemas.openxmlformats.org/officeDocument/2006/relationships/image" Target="../media/image1790.png"/><Relationship Id="rId295" Type="http://schemas.openxmlformats.org/officeDocument/2006/relationships/image" Target="../media/image2001.png"/><Relationship Id="rId309" Type="http://schemas.openxmlformats.org/officeDocument/2006/relationships/image" Target="../media/image2070.png"/><Relationship Id="rId48" Type="http://schemas.openxmlformats.org/officeDocument/2006/relationships/customXml" Target="../ink/ink447.xml"/><Relationship Id="rId113" Type="http://schemas.openxmlformats.org/officeDocument/2006/relationships/image" Target="../media/image1090.png"/><Relationship Id="rId320" Type="http://schemas.openxmlformats.org/officeDocument/2006/relationships/customXml" Target="../ink/ink583.xml"/><Relationship Id="rId155" Type="http://schemas.openxmlformats.org/officeDocument/2006/relationships/image" Target="../media/image1300.png"/><Relationship Id="rId197" Type="http://schemas.openxmlformats.org/officeDocument/2006/relationships/image" Target="../media/image1511.png"/><Relationship Id="rId362" Type="http://schemas.openxmlformats.org/officeDocument/2006/relationships/customXml" Target="../ink/ink604.xml"/><Relationship Id="rId418" Type="http://schemas.openxmlformats.org/officeDocument/2006/relationships/customXml" Target="../ink/ink632.xml"/><Relationship Id="rId222" Type="http://schemas.openxmlformats.org/officeDocument/2006/relationships/customXml" Target="../ink/ink534.xml"/><Relationship Id="rId264" Type="http://schemas.openxmlformats.org/officeDocument/2006/relationships/customXml" Target="../ink/ink555.xml"/><Relationship Id="rId17" Type="http://schemas.openxmlformats.org/officeDocument/2006/relationships/image" Target="../media/image6210.png"/><Relationship Id="rId59" Type="http://schemas.openxmlformats.org/officeDocument/2006/relationships/image" Target="../media/image8310.png"/><Relationship Id="rId124" Type="http://schemas.openxmlformats.org/officeDocument/2006/relationships/customXml" Target="../ink/ink485.xml"/><Relationship Id="rId70" Type="http://schemas.openxmlformats.org/officeDocument/2006/relationships/customXml" Target="../ink/ink458.xml"/><Relationship Id="rId166" Type="http://schemas.openxmlformats.org/officeDocument/2006/relationships/customXml" Target="../ink/ink506.xml"/><Relationship Id="rId331" Type="http://schemas.openxmlformats.org/officeDocument/2006/relationships/image" Target="../media/image2180.png"/><Relationship Id="rId373" Type="http://schemas.openxmlformats.org/officeDocument/2006/relationships/image" Target="../media/image2390.png"/><Relationship Id="rId429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690.png"/><Relationship Id="rId440" Type="http://schemas.openxmlformats.org/officeDocument/2006/relationships/customXml" Target="../ink/ink643.xml"/><Relationship Id="rId28" Type="http://schemas.openxmlformats.org/officeDocument/2006/relationships/customXml" Target="../ink/ink437.xml"/><Relationship Id="rId275" Type="http://schemas.openxmlformats.org/officeDocument/2006/relationships/image" Target="../media/image1901.png"/><Relationship Id="rId300" Type="http://schemas.openxmlformats.org/officeDocument/2006/relationships/customXml" Target="../ink/ink573.xml"/><Relationship Id="rId81" Type="http://schemas.openxmlformats.org/officeDocument/2006/relationships/image" Target="../media/image940.png"/><Relationship Id="rId135" Type="http://schemas.openxmlformats.org/officeDocument/2006/relationships/image" Target="../media/image1200.png"/><Relationship Id="rId177" Type="http://schemas.openxmlformats.org/officeDocument/2006/relationships/image" Target="../media/image1411.png"/><Relationship Id="rId342" Type="http://schemas.openxmlformats.org/officeDocument/2006/relationships/customXml" Target="../ink/ink594.xml"/><Relationship Id="rId384" Type="http://schemas.openxmlformats.org/officeDocument/2006/relationships/customXml" Target="../ink/ink615.xml"/><Relationship Id="rId202" Type="http://schemas.openxmlformats.org/officeDocument/2006/relationships/customXml" Target="../ink/ink524.xml"/><Relationship Id="rId244" Type="http://schemas.openxmlformats.org/officeDocument/2006/relationships/customXml" Target="../ink/ink545.xml"/><Relationship Id="rId39" Type="http://schemas.openxmlformats.org/officeDocument/2006/relationships/image" Target="../media/image7310.png"/><Relationship Id="rId286" Type="http://schemas.openxmlformats.org/officeDocument/2006/relationships/customXml" Target="../ink/ink566.xml"/><Relationship Id="rId451" Type="http://schemas.openxmlformats.org/officeDocument/2006/relationships/image" Target="../media/image402.png"/><Relationship Id="rId50" Type="http://schemas.openxmlformats.org/officeDocument/2006/relationships/customXml" Target="../ink/ink448.xml"/><Relationship Id="rId104" Type="http://schemas.openxmlformats.org/officeDocument/2006/relationships/customXml" Target="../ink/ink475.xml"/><Relationship Id="rId146" Type="http://schemas.openxmlformats.org/officeDocument/2006/relationships/customXml" Target="../ink/ink496.xml"/><Relationship Id="rId188" Type="http://schemas.openxmlformats.org/officeDocument/2006/relationships/customXml" Target="../ink/ink517.xml"/><Relationship Id="rId311" Type="http://schemas.openxmlformats.org/officeDocument/2006/relationships/image" Target="../media/image2080.png"/><Relationship Id="rId353" Type="http://schemas.openxmlformats.org/officeDocument/2006/relationships/image" Target="../media/image2290.png"/><Relationship Id="rId395" Type="http://schemas.openxmlformats.org/officeDocument/2006/relationships/image" Target="../media/image2500.png"/><Relationship Id="rId409" Type="http://schemas.openxmlformats.org/officeDocument/2006/relationships/image" Target="../media/image2570.png"/><Relationship Id="rId92" Type="http://schemas.openxmlformats.org/officeDocument/2006/relationships/customXml" Target="../ink/ink469.xml"/><Relationship Id="rId213" Type="http://schemas.openxmlformats.org/officeDocument/2006/relationships/image" Target="../media/image1590.png"/><Relationship Id="rId420" Type="http://schemas.openxmlformats.org/officeDocument/2006/relationships/customXml" Target="../ink/ink633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1.png"/><Relationship Id="rId21" Type="http://schemas.openxmlformats.org/officeDocument/2006/relationships/image" Target="../media/image2712.png"/><Relationship Id="rId42" Type="http://schemas.openxmlformats.org/officeDocument/2006/relationships/customXml" Target="../ink/ink671.xml"/><Relationship Id="rId63" Type="http://schemas.openxmlformats.org/officeDocument/2006/relationships/image" Target="../media/image2920.png"/><Relationship Id="rId84" Type="http://schemas.openxmlformats.org/officeDocument/2006/relationships/customXml" Target="../ink/ink692.xml"/><Relationship Id="rId138" Type="http://schemas.openxmlformats.org/officeDocument/2006/relationships/customXml" Target="../ink/ink719.xml"/><Relationship Id="rId159" Type="http://schemas.openxmlformats.org/officeDocument/2006/relationships/image" Target="../media/image432.png"/><Relationship Id="rId170" Type="http://schemas.openxmlformats.org/officeDocument/2006/relationships/customXml" Target="../ink/ink735.xml"/><Relationship Id="rId107" Type="http://schemas.openxmlformats.org/officeDocument/2006/relationships/image" Target="../media/image3140.png"/><Relationship Id="rId11" Type="http://schemas.openxmlformats.org/officeDocument/2006/relationships/image" Target="../media/image2660.png"/><Relationship Id="rId32" Type="http://schemas.openxmlformats.org/officeDocument/2006/relationships/customXml" Target="../ink/ink666.xml"/><Relationship Id="rId53" Type="http://schemas.openxmlformats.org/officeDocument/2006/relationships/image" Target="../media/image2870.png"/><Relationship Id="rId74" Type="http://schemas.openxmlformats.org/officeDocument/2006/relationships/customXml" Target="../ink/ink687.xml"/><Relationship Id="rId128" Type="http://schemas.openxmlformats.org/officeDocument/2006/relationships/customXml" Target="../ink/ink714.xml"/><Relationship Id="rId149" Type="http://schemas.openxmlformats.org/officeDocument/2006/relationships/image" Target="../media/image427.png"/><Relationship Id="rId5" Type="http://schemas.openxmlformats.org/officeDocument/2006/relationships/image" Target="../media/image2630.png"/><Relationship Id="rId95" Type="http://schemas.openxmlformats.org/officeDocument/2006/relationships/image" Target="../media/image3080.png"/><Relationship Id="rId160" Type="http://schemas.openxmlformats.org/officeDocument/2006/relationships/customXml" Target="../ink/ink730.xml"/><Relationship Id="rId181" Type="http://schemas.openxmlformats.org/officeDocument/2006/relationships/image" Target="../media/image443.png"/><Relationship Id="rId22" Type="http://schemas.openxmlformats.org/officeDocument/2006/relationships/customXml" Target="../ink/ink661.xml"/><Relationship Id="rId43" Type="http://schemas.openxmlformats.org/officeDocument/2006/relationships/image" Target="../media/image2820.png"/><Relationship Id="rId64" Type="http://schemas.openxmlformats.org/officeDocument/2006/relationships/customXml" Target="../ink/ink682.xml"/><Relationship Id="rId118" Type="http://schemas.openxmlformats.org/officeDocument/2006/relationships/customXml" Target="../ink/ink709.xml"/><Relationship Id="rId139" Type="http://schemas.openxmlformats.org/officeDocument/2006/relationships/image" Target="../media/image422.png"/><Relationship Id="rId85" Type="http://schemas.openxmlformats.org/officeDocument/2006/relationships/image" Target="../media/image3030.png"/><Relationship Id="rId150" Type="http://schemas.openxmlformats.org/officeDocument/2006/relationships/customXml" Target="../ink/ink725.xml"/><Relationship Id="rId171" Type="http://schemas.openxmlformats.org/officeDocument/2006/relationships/image" Target="../media/image438.png"/><Relationship Id="rId12" Type="http://schemas.openxmlformats.org/officeDocument/2006/relationships/customXml" Target="../ink/ink656.xml"/><Relationship Id="rId33" Type="http://schemas.openxmlformats.org/officeDocument/2006/relationships/image" Target="../media/image2770.png"/><Relationship Id="rId108" Type="http://schemas.openxmlformats.org/officeDocument/2006/relationships/customXml" Target="../ink/ink704.xml"/><Relationship Id="rId129" Type="http://schemas.openxmlformats.org/officeDocument/2006/relationships/image" Target="../media/image417.png"/><Relationship Id="rId54" Type="http://schemas.openxmlformats.org/officeDocument/2006/relationships/customXml" Target="../ink/ink677.xml"/><Relationship Id="rId75" Type="http://schemas.openxmlformats.org/officeDocument/2006/relationships/image" Target="../media/image2980.png"/><Relationship Id="rId96" Type="http://schemas.openxmlformats.org/officeDocument/2006/relationships/customXml" Target="../ink/ink698.xml"/><Relationship Id="rId140" Type="http://schemas.openxmlformats.org/officeDocument/2006/relationships/customXml" Target="../ink/ink720.xml"/><Relationship Id="rId161" Type="http://schemas.openxmlformats.org/officeDocument/2006/relationships/image" Target="../media/image433.png"/><Relationship Id="rId6" Type="http://schemas.openxmlformats.org/officeDocument/2006/relationships/customXml" Target="../ink/ink653.xml"/><Relationship Id="rId23" Type="http://schemas.openxmlformats.org/officeDocument/2006/relationships/image" Target="../media/image2720.png"/><Relationship Id="rId119" Type="http://schemas.openxmlformats.org/officeDocument/2006/relationships/image" Target="../media/image412.png"/><Relationship Id="rId44" Type="http://schemas.openxmlformats.org/officeDocument/2006/relationships/customXml" Target="../ink/ink672.xml"/><Relationship Id="rId60" Type="http://schemas.openxmlformats.org/officeDocument/2006/relationships/customXml" Target="../ink/ink680.xml"/><Relationship Id="rId65" Type="http://schemas.openxmlformats.org/officeDocument/2006/relationships/image" Target="../media/image2930.png"/><Relationship Id="rId81" Type="http://schemas.openxmlformats.org/officeDocument/2006/relationships/image" Target="../media/image3012.png"/><Relationship Id="rId86" Type="http://schemas.openxmlformats.org/officeDocument/2006/relationships/customXml" Target="../ink/ink693.xml"/><Relationship Id="rId130" Type="http://schemas.openxmlformats.org/officeDocument/2006/relationships/customXml" Target="../ink/ink715.xml"/><Relationship Id="rId135" Type="http://schemas.openxmlformats.org/officeDocument/2006/relationships/image" Target="../media/image420.png"/><Relationship Id="rId151" Type="http://schemas.openxmlformats.org/officeDocument/2006/relationships/image" Target="../media/image428.png"/><Relationship Id="rId156" Type="http://schemas.openxmlformats.org/officeDocument/2006/relationships/customXml" Target="../ink/ink728.xml"/><Relationship Id="rId177" Type="http://schemas.openxmlformats.org/officeDocument/2006/relationships/image" Target="../media/image441.png"/><Relationship Id="rId172" Type="http://schemas.openxmlformats.org/officeDocument/2006/relationships/customXml" Target="../ink/ink736.xml"/><Relationship Id="rId13" Type="http://schemas.openxmlformats.org/officeDocument/2006/relationships/image" Target="../media/image2670.png"/><Relationship Id="rId18" Type="http://schemas.openxmlformats.org/officeDocument/2006/relationships/customXml" Target="../ink/ink659.xml"/><Relationship Id="rId39" Type="http://schemas.openxmlformats.org/officeDocument/2006/relationships/image" Target="../media/image2800.png"/><Relationship Id="rId109" Type="http://schemas.openxmlformats.org/officeDocument/2006/relationships/image" Target="../media/image407.png"/><Relationship Id="rId34" Type="http://schemas.openxmlformats.org/officeDocument/2006/relationships/customXml" Target="../ink/ink667.xml"/><Relationship Id="rId50" Type="http://schemas.openxmlformats.org/officeDocument/2006/relationships/customXml" Target="../ink/ink675.xml"/><Relationship Id="rId55" Type="http://schemas.openxmlformats.org/officeDocument/2006/relationships/image" Target="../media/image2880.png"/><Relationship Id="rId76" Type="http://schemas.openxmlformats.org/officeDocument/2006/relationships/customXml" Target="../ink/ink688.xml"/><Relationship Id="rId97" Type="http://schemas.openxmlformats.org/officeDocument/2006/relationships/image" Target="../media/image3090.png"/><Relationship Id="rId104" Type="http://schemas.openxmlformats.org/officeDocument/2006/relationships/customXml" Target="../ink/ink702.xml"/><Relationship Id="rId120" Type="http://schemas.openxmlformats.org/officeDocument/2006/relationships/customXml" Target="../ink/ink710.xml"/><Relationship Id="rId125" Type="http://schemas.openxmlformats.org/officeDocument/2006/relationships/image" Target="../media/image415.png"/><Relationship Id="rId141" Type="http://schemas.openxmlformats.org/officeDocument/2006/relationships/image" Target="../media/image423.png"/><Relationship Id="rId146" Type="http://schemas.openxmlformats.org/officeDocument/2006/relationships/customXml" Target="../ink/ink723.xml"/><Relationship Id="rId167" Type="http://schemas.openxmlformats.org/officeDocument/2006/relationships/image" Target="../media/image436.png"/><Relationship Id="rId7" Type="http://schemas.openxmlformats.org/officeDocument/2006/relationships/image" Target="../media/image2640.png"/><Relationship Id="rId71" Type="http://schemas.openxmlformats.org/officeDocument/2006/relationships/image" Target="../media/image2960.png"/><Relationship Id="rId92" Type="http://schemas.openxmlformats.org/officeDocument/2006/relationships/customXml" Target="../ink/ink696.xml"/><Relationship Id="rId162" Type="http://schemas.openxmlformats.org/officeDocument/2006/relationships/customXml" Target="../ink/ink731.xml"/><Relationship Id="rId2" Type="http://schemas.openxmlformats.org/officeDocument/2006/relationships/image" Target="../media/image406.png"/><Relationship Id="rId29" Type="http://schemas.openxmlformats.org/officeDocument/2006/relationships/image" Target="../media/image2750.png"/><Relationship Id="rId24" Type="http://schemas.openxmlformats.org/officeDocument/2006/relationships/customXml" Target="../ink/ink662.xml"/><Relationship Id="rId40" Type="http://schemas.openxmlformats.org/officeDocument/2006/relationships/customXml" Target="../ink/ink670.xml"/><Relationship Id="rId45" Type="http://schemas.openxmlformats.org/officeDocument/2006/relationships/image" Target="../media/image2830.png"/><Relationship Id="rId66" Type="http://schemas.openxmlformats.org/officeDocument/2006/relationships/customXml" Target="../ink/ink683.xml"/><Relationship Id="rId87" Type="http://schemas.openxmlformats.org/officeDocument/2006/relationships/image" Target="../media/image3040.png"/><Relationship Id="rId110" Type="http://schemas.openxmlformats.org/officeDocument/2006/relationships/customXml" Target="../ink/ink705.xml"/><Relationship Id="rId115" Type="http://schemas.openxmlformats.org/officeDocument/2006/relationships/image" Target="../media/image410.png"/><Relationship Id="rId131" Type="http://schemas.openxmlformats.org/officeDocument/2006/relationships/image" Target="../media/image418.png"/><Relationship Id="rId136" Type="http://schemas.openxmlformats.org/officeDocument/2006/relationships/customXml" Target="../ink/ink718.xml"/><Relationship Id="rId157" Type="http://schemas.openxmlformats.org/officeDocument/2006/relationships/image" Target="../media/image431.png"/><Relationship Id="rId178" Type="http://schemas.openxmlformats.org/officeDocument/2006/relationships/customXml" Target="../ink/ink739.xml"/><Relationship Id="rId61" Type="http://schemas.openxmlformats.org/officeDocument/2006/relationships/image" Target="../media/image2912.png"/><Relationship Id="rId82" Type="http://schemas.openxmlformats.org/officeDocument/2006/relationships/customXml" Target="../ink/ink691.xml"/><Relationship Id="rId152" Type="http://schemas.openxmlformats.org/officeDocument/2006/relationships/customXml" Target="../ink/ink726.xml"/><Relationship Id="rId173" Type="http://schemas.openxmlformats.org/officeDocument/2006/relationships/image" Target="../media/image439.png"/><Relationship Id="rId19" Type="http://schemas.openxmlformats.org/officeDocument/2006/relationships/image" Target="../media/image2700.png"/><Relationship Id="rId14" Type="http://schemas.openxmlformats.org/officeDocument/2006/relationships/customXml" Target="../ink/ink657.xml"/><Relationship Id="rId30" Type="http://schemas.openxmlformats.org/officeDocument/2006/relationships/customXml" Target="../ink/ink665.xml"/><Relationship Id="rId35" Type="http://schemas.openxmlformats.org/officeDocument/2006/relationships/image" Target="../media/image2780.png"/><Relationship Id="rId56" Type="http://schemas.openxmlformats.org/officeDocument/2006/relationships/customXml" Target="../ink/ink678.xml"/><Relationship Id="rId77" Type="http://schemas.openxmlformats.org/officeDocument/2006/relationships/image" Target="../media/image2990.png"/><Relationship Id="rId100" Type="http://schemas.openxmlformats.org/officeDocument/2006/relationships/customXml" Target="../ink/ink700.xml"/><Relationship Id="rId105" Type="http://schemas.openxmlformats.org/officeDocument/2006/relationships/image" Target="../media/image3130.png"/><Relationship Id="rId126" Type="http://schemas.openxmlformats.org/officeDocument/2006/relationships/customXml" Target="../ink/ink713.xml"/><Relationship Id="rId147" Type="http://schemas.openxmlformats.org/officeDocument/2006/relationships/image" Target="../media/image426.png"/><Relationship Id="rId168" Type="http://schemas.openxmlformats.org/officeDocument/2006/relationships/customXml" Target="../ink/ink734.xml"/><Relationship Id="rId8" Type="http://schemas.openxmlformats.org/officeDocument/2006/relationships/customXml" Target="../ink/ink654.xml"/><Relationship Id="rId51" Type="http://schemas.openxmlformats.org/officeDocument/2006/relationships/image" Target="../media/image2860.png"/><Relationship Id="rId72" Type="http://schemas.openxmlformats.org/officeDocument/2006/relationships/customXml" Target="../ink/ink686.xml"/><Relationship Id="rId93" Type="http://schemas.openxmlformats.org/officeDocument/2006/relationships/image" Target="../media/image3070.png"/><Relationship Id="rId98" Type="http://schemas.openxmlformats.org/officeDocument/2006/relationships/customXml" Target="../ink/ink699.xml"/><Relationship Id="rId121" Type="http://schemas.openxmlformats.org/officeDocument/2006/relationships/image" Target="../media/image413.png"/><Relationship Id="rId142" Type="http://schemas.openxmlformats.org/officeDocument/2006/relationships/customXml" Target="../ink/ink721.xml"/><Relationship Id="rId163" Type="http://schemas.openxmlformats.org/officeDocument/2006/relationships/image" Target="../media/image434.png"/><Relationship Id="rId3" Type="http://schemas.microsoft.com/office/2007/relationships/hdphoto" Target="../media/hdphoto1.wdp"/><Relationship Id="rId25" Type="http://schemas.openxmlformats.org/officeDocument/2006/relationships/image" Target="../media/image2730.png"/><Relationship Id="rId46" Type="http://schemas.openxmlformats.org/officeDocument/2006/relationships/customXml" Target="../ink/ink673.xml"/><Relationship Id="rId67" Type="http://schemas.openxmlformats.org/officeDocument/2006/relationships/image" Target="../media/image2940.png"/><Relationship Id="rId116" Type="http://schemas.openxmlformats.org/officeDocument/2006/relationships/customXml" Target="../ink/ink708.xml"/><Relationship Id="rId137" Type="http://schemas.openxmlformats.org/officeDocument/2006/relationships/image" Target="../media/image421.png"/><Relationship Id="rId158" Type="http://schemas.openxmlformats.org/officeDocument/2006/relationships/customXml" Target="../ink/ink729.xml"/><Relationship Id="rId20" Type="http://schemas.openxmlformats.org/officeDocument/2006/relationships/customXml" Target="../ink/ink660.xml"/><Relationship Id="rId41" Type="http://schemas.openxmlformats.org/officeDocument/2006/relationships/image" Target="../media/image2812.png"/><Relationship Id="rId62" Type="http://schemas.openxmlformats.org/officeDocument/2006/relationships/customXml" Target="../ink/ink681.xml"/><Relationship Id="rId83" Type="http://schemas.openxmlformats.org/officeDocument/2006/relationships/image" Target="../media/image3020.png"/><Relationship Id="rId88" Type="http://schemas.openxmlformats.org/officeDocument/2006/relationships/customXml" Target="../ink/ink694.xml"/><Relationship Id="rId111" Type="http://schemas.openxmlformats.org/officeDocument/2006/relationships/image" Target="../media/image408.png"/><Relationship Id="rId132" Type="http://schemas.openxmlformats.org/officeDocument/2006/relationships/customXml" Target="../ink/ink716.xml"/><Relationship Id="rId153" Type="http://schemas.openxmlformats.org/officeDocument/2006/relationships/image" Target="../media/image429.png"/><Relationship Id="rId174" Type="http://schemas.openxmlformats.org/officeDocument/2006/relationships/customXml" Target="../ink/ink737.xml"/><Relationship Id="rId179" Type="http://schemas.openxmlformats.org/officeDocument/2006/relationships/image" Target="../media/image442.png"/><Relationship Id="rId15" Type="http://schemas.openxmlformats.org/officeDocument/2006/relationships/image" Target="../media/image2680.png"/><Relationship Id="rId36" Type="http://schemas.openxmlformats.org/officeDocument/2006/relationships/customXml" Target="../ink/ink668.xml"/><Relationship Id="rId57" Type="http://schemas.openxmlformats.org/officeDocument/2006/relationships/image" Target="../media/image2890.png"/><Relationship Id="rId106" Type="http://schemas.openxmlformats.org/officeDocument/2006/relationships/customXml" Target="../ink/ink703.xml"/><Relationship Id="rId127" Type="http://schemas.openxmlformats.org/officeDocument/2006/relationships/image" Target="../media/image416.png"/><Relationship Id="rId10" Type="http://schemas.openxmlformats.org/officeDocument/2006/relationships/customXml" Target="../ink/ink655.xml"/><Relationship Id="rId31" Type="http://schemas.openxmlformats.org/officeDocument/2006/relationships/image" Target="../media/image2760.png"/><Relationship Id="rId52" Type="http://schemas.openxmlformats.org/officeDocument/2006/relationships/customXml" Target="../ink/ink676.xml"/><Relationship Id="rId73" Type="http://schemas.openxmlformats.org/officeDocument/2006/relationships/image" Target="../media/image2970.png"/><Relationship Id="rId78" Type="http://schemas.openxmlformats.org/officeDocument/2006/relationships/customXml" Target="../ink/ink689.xml"/><Relationship Id="rId94" Type="http://schemas.openxmlformats.org/officeDocument/2006/relationships/customXml" Target="../ink/ink697.xml"/><Relationship Id="rId99" Type="http://schemas.openxmlformats.org/officeDocument/2006/relationships/image" Target="../media/image3100.png"/><Relationship Id="rId101" Type="http://schemas.openxmlformats.org/officeDocument/2006/relationships/image" Target="../media/image3112.png"/><Relationship Id="rId122" Type="http://schemas.openxmlformats.org/officeDocument/2006/relationships/customXml" Target="../ink/ink711.xml"/><Relationship Id="rId143" Type="http://schemas.openxmlformats.org/officeDocument/2006/relationships/image" Target="../media/image424.png"/><Relationship Id="rId148" Type="http://schemas.openxmlformats.org/officeDocument/2006/relationships/customXml" Target="../ink/ink724.xml"/><Relationship Id="rId164" Type="http://schemas.openxmlformats.org/officeDocument/2006/relationships/customXml" Target="../ink/ink732.xml"/><Relationship Id="rId169" Type="http://schemas.openxmlformats.org/officeDocument/2006/relationships/image" Target="../media/image437.png"/><Relationship Id="rId4" Type="http://schemas.openxmlformats.org/officeDocument/2006/relationships/customXml" Target="../ink/ink652.xml"/><Relationship Id="rId9" Type="http://schemas.openxmlformats.org/officeDocument/2006/relationships/image" Target="../media/image2650.png"/><Relationship Id="rId180" Type="http://schemas.openxmlformats.org/officeDocument/2006/relationships/customXml" Target="../ink/ink740.xml"/><Relationship Id="rId26" Type="http://schemas.openxmlformats.org/officeDocument/2006/relationships/customXml" Target="../ink/ink663.xml"/><Relationship Id="rId47" Type="http://schemas.openxmlformats.org/officeDocument/2006/relationships/image" Target="../media/image2840.png"/><Relationship Id="rId68" Type="http://schemas.openxmlformats.org/officeDocument/2006/relationships/customXml" Target="../ink/ink684.xml"/><Relationship Id="rId89" Type="http://schemas.openxmlformats.org/officeDocument/2006/relationships/image" Target="../media/image3050.png"/><Relationship Id="rId112" Type="http://schemas.openxmlformats.org/officeDocument/2006/relationships/customXml" Target="../ink/ink706.xml"/><Relationship Id="rId133" Type="http://schemas.openxmlformats.org/officeDocument/2006/relationships/image" Target="../media/image419.png"/><Relationship Id="rId154" Type="http://schemas.openxmlformats.org/officeDocument/2006/relationships/customXml" Target="../ink/ink727.xml"/><Relationship Id="rId175" Type="http://schemas.openxmlformats.org/officeDocument/2006/relationships/image" Target="../media/image440.png"/><Relationship Id="rId16" Type="http://schemas.openxmlformats.org/officeDocument/2006/relationships/customXml" Target="../ink/ink658.xml"/><Relationship Id="rId37" Type="http://schemas.openxmlformats.org/officeDocument/2006/relationships/image" Target="../media/image2790.png"/><Relationship Id="rId58" Type="http://schemas.openxmlformats.org/officeDocument/2006/relationships/customXml" Target="../ink/ink679.xml"/><Relationship Id="rId79" Type="http://schemas.openxmlformats.org/officeDocument/2006/relationships/image" Target="../media/image3000.png"/><Relationship Id="rId102" Type="http://schemas.openxmlformats.org/officeDocument/2006/relationships/customXml" Target="../ink/ink701.xml"/><Relationship Id="rId123" Type="http://schemas.openxmlformats.org/officeDocument/2006/relationships/image" Target="../media/image414.png"/><Relationship Id="rId144" Type="http://schemas.openxmlformats.org/officeDocument/2006/relationships/customXml" Target="../ink/ink722.xml"/><Relationship Id="rId90" Type="http://schemas.openxmlformats.org/officeDocument/2006/relationships/customXml" Target="../ink/ink695.xml"/><Relationship Id="rId165" Type="http://schemas.openxmlformats.org/officeDocument/2006/relationships/image" Target="../media/image435.png"/><Relationship Id="rId27" Type="http://schemas.openxmlformats.org/officeDocument/2006/relationships/image" Target="../media/image2740.png"/><Relationship Id="rId48" Type="http://schemas.openxmlformats.org/officeDocument/2006/relationships/customXml" Target="../ink/ink674.xml"/><Relationship Id="rId69" Type="http://schemas.openxmlformats.org/officeDocument/2006/relationships/image" Target="../media/image2950.png"/><Relationship Id="rId113" Type="http://schemas.openxmlformats.org/officeDocument/2006/relationships/image" Target="../media/image409.png"/><Relationship Id="rId134" Type="http://schemas.openxmlformats.org/officeDocument/2006/relationships/customXml" Target="../ink/ink717.xml"/><Relationship Id="rId80" Type="http://schemas.openxmlformats.org/officeDocument/2006/relationships/customXml" Target="../ink/ink690.xml"/><Relationship Id="rId155" Type="http://schemas.openxmlformats.org/officeDocument/2006/relationships/image" Target="../media/image430.png"/><Relationship Id="rId176" Type="http://schemas.openxmlformats.org/officeDocument/2006/relationships/customXml" Target="../ink/ink738.xml"/><Relationship Id="rId17" Type="http://schemas.openxmlformats.org/officeDocument/2006/relationships/image" Target="../media/image2690.png"/><Relationship Id="rId38" Type="http://schemas.openxmlformats.org/officeDocument/2006/relationships/customXml" Target="../ink/ink669.xml"/><Relationship Id="rId59" Type="http://schemas.openxmlformats.org/officeDocument/2006/relationships/image" Target="../media/image2900.png"/><Relationship Id="rId103" Type="http://schemas.openxmlformats.org/officeDocument/2006/relationships/image" Target="../media/image3120.png"/><Relationship Id="rId124" Type="http://schemas.openxmlformats.org/officeDocument/2006/relationships/customXml" Target="../ink/ink712.xml"/><Relationship Id="rId70" Type="http://schemas.openxmlformats.org/officeDocument/2006/relationships/customXml" Target="../ink/ink685.xml"/><Relationship Id="rId91" Type="http://schemas.openxmlformats.org/officeDocument/2006/relationships/image" Target="../media/image3060.png"/><Relationship Id="rId145" Type="http://schemas.openxmlformats.org/officeDocument/2006/relationships/image" Target="../media/image425.png"/><Relationship Id="rId166" Type="http://schemas.openxmlformats.org/officeDocument/2006/relationships/customXml" Target="../ink/ink733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64.xml"/><Relationship Id="rId49" Type="http://schemas.openxmlformats.org/officeDocument/2006/relationships/image" Target="../media/image2850.png"/><Relationship Id="rId114" Type="http://schemas.openxmlformats.org/officeDocument/2006/relationships/customXml" Target="../ink/ink70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90.png"/><Relationship Id="rId299" Type="http://schemas.openxmlformats.org/officeDocument/2006/relationships/image" Target="../media/image467.png"/><Relationship Id="rId21" Type="http://schemas.openxmlformats.org/officeDocument/2006/relationships/image" Target="../media/image3230.png"/><Relationship Id="rId63" Type="http://schemas.openxmlformats.org/officeDocument/2006/relationships/image" Target="../media/image3440.png"/><Relationship Id="rId159" Type="http://schemas.openxmlformats.org/officeDocument/2006/relationships/image" Target="../media/image3890.png"/><Relationship Id="rId324" Type="http://schemas.openxmlformats.org/officeDocument/2006/relationships/customXml" Target="../ink/ink901.xml"/><Relationship Id="rId170" Type="http://schemas.openxmlformats.org/officeDocument/2006/relationships/customXml" Target="../ink/ink824.xml"/><Relationship Id="rId226" Type="http://schemas.openxmlformats.org/officeDocument/2006/relationships/customXml" Target="../ink/ink852.xml"/><Relationship Id="rId268" Type="http://schemas.openxmlformats.org/officeDocument/2006/relationships/customXml" Target="../ink/ink873.xml"/><Relationship Id="rId32" Type="http://schemas.openxmlformats.org/officeDocument/2006/relationships/customXml" Target="../ink/ink755.xml"/><Relationship Id="rId74" Type="http://schemas.openxmlformats.org/officeDocument/2006/relationships/customXml" Target="../ink/ink776.xml"/><Relationship Id="rId128" Type="http://schemas.openxmlformats.org/officeDocument/2006/relationships/customXml" Target="../ink/ink803.xml"/><Relationship Id="rId335" Type="http://schemas.openxmlformats.org/officeDocument/2006/relationships/image" Target="../media/image485.png"/><Relationship Id="rId5" Type="http://schemas.openxmlformats.org/officeDocument/2006/relationships/image" Target="../media/image3150.png"/><Relationship Id="rId181" Type="http://schemas.openxmlformats.org/officeDocument/2006/relationships/image" Target="../media/image4000.png"/><Relationship Id="rId237" Type="http://schemas.openxmlformats.org/officeDocument/2006/relationships/image" Target="../media/image4280.png"/><Relationship Id="rId279" Type="http://schemas.openxmlformats.org/officeDocument/2006/relationships/image" Target="../media/image457.png"/><Relationship Id="rId43" Type="http://schemas.openxmlformats.org/officeDocument/2006/relationships/image" Target="../media/image3340.png"/><Relationship Id="rId139" Type="http://schemas.openxmlformats.org/officeDocument/2006/relationships/image" Target="../media/image3800.png"/><Relationship Id="rId290" Type="http://schemas.openxmlformats.org/officeDocument/2006/relationships/customXml" Target="../ink/ink884.xml"/><Relationship Id="rId304" Type="http://schemas.openxmlformats.org/officeDocument/2006/relationships/customXml" Target="../ink/ink891.xml"/><Relationship Id="rId346" Type="http://schemas.openxmlformats.org/officeDocument/2006/relationships/customXml" Target="../ink/ink912.xml"/><Relationship Id="rId85" Type="http://schemas.openxmlformats.org/officeDocument/2006/relationships/image" Target="../media/image3030.png"/><Relationship Id="rId150" Type="http://schemas.openxmlformats.org/officeDocument/2006/relationships/customXml" Target="../ink/ink814.xml"/><Relationship Id="rId192" Type="http://schemas.openxmlformats.org/officeDocument/2006/relationships/customXml" Target="../ink/ink835.xml"/><Relationship Id="rId206" Type="http://schemas.openxmlformats.org/officeDocument/2006/relationships/customXml" Target="../ink/ink842.xml"/><Relationship Id="rId248" Type="http://schemas.openxmlformats.org/officeDocument/2006/relationships/customXml" Target="../ink/ink863.xml"/><Relationship Id="rId12" Type="http://schemas.openxmlformats.org/officeDocument/2006/relationships/customXml" Target="../ink/ink745.xml"/><Relationship Id="rId108" Type="http://schemas.openxmlformats.org/officeDocument/2006/relationships/customXml" Target="../ink/ink793.xml"/><Relationship Id="rId315" Type="http://schemas.openxmlformats.org/officeDocument/2006/relationships/image" Target="../media/image475.png"/><Relationship Id="rId54" Type="http://schemas.openxmlformats.org/officeDocument/2006/relationships/customXml" Target="../ink/ink766.xml"/><Relationship Id="rId96" Type="http://schemas.openxmlformats.org/officeDocument/2006/relationships/customXml" Target="../ink/ink787.xml"/><Relationship Id="rId161" Type="http://schemas.openxmlformats.org/officeDocument/2006/relationships/image" Target="../media/image3900.png"/><Relationship Id="rId217" Type="http://schemas.openxmlformats.org/officeDocument/2006/relationships/image" Target="../media/image4180.png"/><Relationship Id="rId259" Type="http://schemas.openxmlformats.org/officeDocument/2006/relationships/image" Target="../media/image447.png"/><Relationship Id="rId23" Type="http://schemas.openxmlformats.org/officeDocument/2006/relationships/image" Target="../media/image3240.png"/><Relationship Id="rId119" Type="http://schemas.openxmlformats.org/officeDocument/2006/relationships/image" Target="../media/image3700.png"/><Relationship Id="rId270" Type="http://schemas.openxmlformats.org/officeDocument/2006/relationships/customXml" Target="../ink/ink874.xml"/><Relationship Id="rId326" Type="http://schemas.openxmlformats.org/officeDocument/2006/relationships/customXml" Target="../ink/ink902.xml"/><Relationship Id="rId65" Type="http://schemas.openxmlformats.org/officeDocument/2006/relationships/image" Target="../media/image3450.png"/><Relationship Id="rId130" Type="http://schemas.openxmlformats.org/officeDocument/2006/relationships/customXml" Target="../ink/ink804.xml"/><Relationship Id="rId172" Type="http://schemas.openxmlformats.org/officeDocument/2006/relationships/customXml" Target="../ink/ink825.xml"/><Relationship Id="rId228" Type="http://schemas.openxmlformats.org/officeDocument/2006/relationships/customXml" Target="../ink/ink853.xml"/><Relationship Id="rId281" Type="http://schemas.openxmlformats.org/officeDocument/2006/relationships/image" Target="../media/image458.png"/><Relationship Id="rId337" Type="http://schemas.openxmlformats.org/officeDocument/2006/relationships/image" Target="../media/image486.png"/><Relationship Id="rId34" Type="http://schemas.openxmlformats.org/officeDocument/2006/relationships/customXml" Target="../ink/ink756.xml"/><Relationship Id="rId76" Type="http://schemas.openxmlformats.org/officeDocument/2006/relationships/customXml" Target="../ink/ink777.xml"/><Relationship Id="rId141" Type="http://schemas.openxmlformats.org/officeDocument/2006/relationships/image" Target="../media/image3812.png"/><Relationship Id="rId7" Type="http://schemas.openxmlformats.org/officeDocument/2006/relationships/image" Target="../media/image3160.png"/><Relationship Id="rId183" Type="http://schemas.openxmlformats.org/officeDocument/2006/relationships/image" Target="../media/image4012.png"/><Relationship Id="rId239" Type="http://schemas.openxmlformats.org/officeDocument/2006/relationships/image" Target="../media/image4290.png"/><Relationship Id="rId250" Type="http://schemas.openxmlformats.org/officeDocument/2006/relationships/customXml" Target="../ink/ink864.xml"/><Relationship Id="rId292" Type="http://schemas.openxmlformats.org/officeDocument/2006/relationships/customXml" Target="../ink/ink885.xml"/><Relationship Id="rId306" Type="http://schemas.openxmlformats.org/officeDocument/2006/relationships/customXml" Target="../ink/ink892.xml"/><Relationship Id="rId45" Type="http://schemas.openxmlformats.org/officeDocument/2006/relationships/image" Target="../media/image3350.png"/><Relationship Id="rId87" Type="http://schemas.openxmlformats.org/officeDocument/2006/relationships/image" Target="../media/image3550.png"/><Relationship Id="rId110" Type="http://schemas.openxmlformats.org/officeDocument/2006/relationships/customXml" Target="../ink/ink794.xml"/><Relationship Id="rId348" Type="http://schemas.openxmlformats.org/officeDocument/2006/relationships/customXml" Target="../ink/ink913.xml"/><Relationship Id="rId152" Type="http://schemas.openxmlformats.org/officeDocument/2006/relationships/customXml" Target="../ink/ink815.xml"/><Relationship Id="rId194" Type="http://schemas.openxmlformats.org/officeDocument/2006/relationships/customXml" Target="../ink/ink836.xml"/><Relationship Id="rId208" Type="http://schemas.openxmlformats.org/officeDocument/2006/relationships/customXml" Target="../ink/ink843.xml"/><Relationship Id="rId261" Type="http://schemas.openxmlformats.org/officeDocument/2006/relationships/image" Target="../media/image448.png"/><Relationship Id="rId14" Type="http://schemas.openxmlformats.org/officeDocument/2006/relationships/customXml" Target="../ink/ink746.xml"/><Relationship Id="rId56" Type="http://schemas.openxmlformats.org/officeDocument/2006/relationships/customXml" Target="../ink/ink767.xml"/><Relationship Id="rId317" Type="http://schemas.openxmlformats.org/officeDocument/2006/relationships/image" Target="../media/image476.png"/><Relationship Id="rId8" Type="http://schemas.openxmlformats.org/officeDocument/2006/relationships/customXml" Target="../ink/ink743.xml"/><Relationship Id="rId98" Type="http://schemas.openxmlformats.org/officeDocument/2006/relationships/customXml" Target="../ink/ink788.xml"/><Relationship Id="rId121" Type="http://schemas.openxmlformats.org/officeDocument/2006/relationships/image" Target="../media/image3712.png"/><Relationship Id="rId142" Type="http://schemas.openxmlformats.org/officeDocument/2006/relationships/customXml" Target="../ink/ink810.xml"/><Relationship Id="rId163" Type="http://schemas.openxmlformats.org/officeDocument/2006/relationships/image" Target="../media/image3912.png"/><Relationship Id="rId184" Type="http://schemas.openxmlformats.org/officeDocument/2006/relationships/customXml" Target="../ink/ink831.xml"/><Relationship Id="rId219" Type="http://schemas.openxmlformats.org/officeDocument/2006/relationships/image" Target="../media/image4190.png"/><Relationship Id="rId230" Type="http://schemas.openxmlformats.org/officeDocument/2006/relationships/customXml" Target="../ink/ink854.xml"/><Relationship Id="rId251" Type="http://schemas.openxmlformats.org/officeDocument/2006/relationships/image" Target="../media/image4350.png"/><Relationship Id="rId25" Type="http://schemas.openxmlformats.org/officeDocument/2006/relationships/image" Target="../media/image3250.png"/><Relationship Id="rId46" Type="http://schemas.openxmlformats.org/officeDocument/2006/relationships/customXml" Target="../ink/ink762.xml"/><Relationship Id="rId67" Type="http://schemas.openxmlformats.org/officeDocument/2006/relationships/image" Target="../media/image3460.png"/><Relationship Id="rId272" Type="http://schemas.openxmlformats.org/officeDocument/2006/relationships/customXml" Target="../ink/ink875.xml"/><Relationship Id="rId293" Type="http://schemas.openxmlformats.org/officeDocument/2006/relationships/image" Target="../media/image464.png"/><Relationship Id="rId307" Type="http://schemas.openxmlformats.org/officeDocument/2006/relationships/image" Target="../media/image471.png"/><Relationship Id="rId328" Type="http://schemas.openxmlformats.org/officeDocument/2006/relationships/customXml" Target="../ink/ink903.xml"/><Relationship Id="rId349" Type="http://schemas.openxmlformats.org/officeDocument/2006/relationships/image" Target="../media/image492.png"/><Relationship Id="rId88" Type="http://schemas.openxmlformats.org/officeDocument/2006/relationships/customXml" Target="../ink/ink783.xml"/><Relationship Id="rId111" Type="http://schemas.openxmlformats.org/officeDocument/2006/relationships/image" Target="../media/image3660.png"/><Relationship Id="rId132" Type="http://schemas.openxmlformats.org/officeDocument/2006/relationships/customXml" Target="../ink/ink805.xml"/><Relationship Id="rId153" Type="http://schemas.openxmlformats.org/officeDocument/2006/relationships/image" Target="../media/image3112.png"/><Relationship Id="rId174" Type="http://schemas.openxmlformats.org/officeDocument/2006/relationships/customXml" Target="../ink/ink826.xml"/><Relationship Id="rId195" Type="http://schemas.openxmlformats.org/officeDocument/2006/relationships/image" Target="../media/image4070.png"/><Relationship Id="rId209" Type="http://schemas.openxmlformats.org/officeDocument/2006/relationships/image" Target="../media/image4140.png"/><Relationship Id="rId220" Type="http://schemas.openxmlformats.org/officeDocument/2006/relationships/customXml" Target="../ink/ink849.xml"/><Relationship Id="rId241" Type="http://schemas.openxmlformats.org/officeDocument/2006/relationships/image" Target="../media/image4300.png"/><Relationship Id="rId15" Type="http://schemas.openxmlformats.org/officeDocument/2006/relationships/image" Target="../media/image3200.png"/><Relationship Id="rId36" Type="http://schemas.openxmlformats.org/officeDocument/2006/relationships/customXml" Target="../ink/ink757.xml"/><Relationship Id="rId57" Type="http://schemas.openxmlformats.org/officeDocument/2006/relationships/image" Target="../media/image3412.png"/><Relationship Id="rId262" Type="http://schemas.openxmlformats.org/officeDocument/2006/relationships/customXml" Target="../ink/ink870.xml"/><Relationship Id="rId283" Type="http://schemas.openxmlformats.org/officeDocument/2006/relationships/image" Target="../media/image459.png"/><Relationship Id="rId318" Type="http://schemas.openxmlformats.org/officeDocument/2006/relationships/customXml" Target="../ink/ink898.xml"/><Relationship Id="rId339" Type="http://schemas.openxmlformats.org/officeDocument/2006/relationships/image" Target="../media/image487.png"/><Relationship Id="rId78" Type="http://schemas.openxmlformats.org/officeDocument/2006/relationships/customXml" Target="../ink/ink778.xml"/><Relationship Id="rId99" Type="http://schemas.openxmlformats.org/officeDocument/2006/relationships/image" Target="../media/image3600.png"/><Relationship Id="rId101" Type="http://schemas.openxmlformats.org/officeDocument/2006/relationships/image" Target="../media/image3612.png"/><Relationship Id="rId122" Type="http://schemas.openxmlformats.org/officeDocument/2006/relationships/customXml" Target="../ink/ink800.xml"/><Relationship Id="rId143" Type="http://schemas.openxmlformats.org/officeDocument/2006/relationships/image" Target="../media/image3820.png"/><Relationship Id="rId164" Type="http://schemas.openxmlformats.org/officeDocument/2006/relationships/customXml" Target="../ink/ink821.xml"/><Relationship Id="rId185" Type="http://schemas.openxmlformats.org/officeDocument/2006/relationships/image" Target="../media/image4020.png"/><Relationship Id="rId9" Type="http://schemas.openxmlformats.org/officeDocument/2006/relationships/image" Target="../media/image3170.png"/><Relationship Id="rId210" Type="http://schemas.openxmlformats.org/officeDocument/2006/relationships/customXml" Target="../ink/ink844.xml"/><Relationship Id="rId26" Type="http://schemas.openxmlformats.org/officeDocument/2006/relationships/customXml" Target="../ink/ink752.xml"/><Relationship Id="rId231" Type="http://schemas.openxmlformats.org/officeDocument/2006/relationships/image" Target="../media/image4250.png"/><Relationship Id="rId252" Type="http://schemas.openxmlformats.org/officeDocument/2006/relationships/customXml" Target="../ink/ink865.xml"/><Relationship Id="rId273" Type="http://schemas.openxmlformats.org/officeDocument/2006/relationships/image" Target="../media/image454.png"/><Relationship Id="rId294" Type="http://schemas.openxmlformats.org/officeDocument/2006/relationships/customXml" Target="../ink/ink886.xml"/><Relationship Id="rId308" Type="http://schemas.openxmlformats.org/officeDocument/2006/relationships/customXml" Target="../ink/ink893.xml"/><Relationship Id="rId329" Type="http://schemas.openxmlformats.org/officeDocument/2006/relationships/image" Target="../media/image482.png"/><Relationship Id="rId47" Type="http://schemas.openxmlformats.org/officeDocument/2006/relationships/image" Target="../media/image3360.png"/><Relationship Id="rId68" Type="http://schemas.openxmlformats.org/officeDocument/2006/relationships/customXml" Target="../ink/ink773.xml"/><Relationship Id="rId89" Type="http://schemas.openxmlformats.org/officeDocument/2006/relationships/image" Target="../media/image3050.png"/><Relationship Id="rId112" Type="http://schemas.openxmlformats.org/officeDocument/2006/relationships/customXml" Target="../ink/ink795.xml"/><Relationship Id="rId133" Type="http://schemas.openxmlformats.org/officeDocument/2006/relationships/image" Target="../media/image3770.png"/><Relationship Id="rId154" Type="http://schemas.openxmlformats.org/officeDocument/2006/relationships/customXml" Target="../ink/ink816.xml"/><Relationship Id="rId175" Type="http://schemas.openxmlformats.org/officeDocument/2006/relationships/image" Target="../media/image3970.png"/><Relationship Id="rId340" Type="http://schemas.openxmlformats.org/officeDocument/2006/relationships/customXml" Target="../ink/ink909.xml"/><Relationship Id="rId196" Type="http://schemas.openxmlformats.org/officeDocument/2006/relationships/customXml" Target="../ink/ink837.xml"/><Relationship Id="rId200" Type="http://schemas.openxmlformats.org/officeDocument/2006/relationships/customXml" Target="../ink/ink839.xml"/><Relationship Id="rId16" Type="http://schemas.openxmlformats.org/officeDocument/2006/relationships/customXml" Target="../ink/ink747.xml"/><Relationship Id="rId221" Type="http://schemas.openxmlformats.org/officeDocument/2006/relationships/image" Target="../media/image4200.png"/><Relationship Id="rId242" Type="http://schemas.openxmlformats.org/officeDocument/2006/relationships/customXml" Target="../ink/ink860.xml"/><Relationship Id="rId263" Type="http://schemas.openxmlformats.org/officeDocument/2006/relationships/image" Target="../media/image449.png"/><Relationship Id="rId284" Type="http://schemas.openxmlformats.org/officeDocument/2006/relationships/customXml" Target="../ink/ink881.xml"/><Relationship Id="rId319" Type="http://schemas.openxmlformats.org/officeDocument/2006/relationships/image" Target="../media/image477.png"/><Relationship Id="rId37" Type="http://schemas.openxmlformats.org/officeDocument/2006/relationships/image" Target="../media/image3311.png"/><Relationship Id="rId58" Type="http://schemas.openxmlformats.org/officeDocument/2006/relationships/customXml" Target="../ink/ink768.xml"/><Relationship Id="rId79" Type="http://schemas.openxmlformats.org/officeDocument/2006/relationships/image" Target="../media/image3520.png"/><Relationship Id="rId102" Type="http://schemas.openxmlformats.org/officeDocument/2006/relationships/customXml" Target="../ink/ink790.xml"/><Relationship Id="rId123" Type="http://schemas.openxmlformats.org/officeDocument/2006/relationships/image" Target="../media/image3720.png"/><Relationship Id="rId144" Type="http://schemas.openxmlformats.org/officeDocument/2006/relationships/customXml" Target="../ink/ink811.xml"/><Relationship Id="rId330" Type="http://schemas.openxmlformats.org/officeDocument/2006/relationships/customXml" Target="../ink/ink904.xml"/><Relationship Id="rId90" Type="http://schemas.openxmlformats.org/officeDocument/2006/relationships/customXml" Target="../ink/ink784.xml"/><Relationship Id="rId165" Type="http://schemas.openxmlformats.org/officeDocument/2006/relationships/image" Target="../media/image3920.png"/><Relationship Id="rId186" Type="http://schemas.openxmlformats.org/officeDocument/2006/relationships/customXml" Target="../ink/ink832.xml"/><Relationship Id="rId211" Type="http://schemas.openxmlformats.org/officeDocument/2006/relationships/image" Target="../media/image4150.png"/><Relationship Id="rId232" Type="http://schemas.openxmlformats.org/officeDocument/2006/relationships/customXml" Target="../ink/ink855.xml"/><Relationship Id="rId253" Type="http://schemas.openxmlformats.org/officeDocument/2006/relationships/image" Target="../media/image444.png"/><Relationship Id="rId274" Type="http://schemas.openxmlformats.org/officeDocument/2006/relationships/customXml" Target="../ink/ink876.xml"/><Relationship Id="rId295" Type="http://schemas.openxmlformats.org/officeDocument/2006/relationships/image" Target="../media/image465.png"/><Relationship Id="rId309" Type="http://schemas.openxmlformats.org/officeDocument/2006/relationships/image" Target="../media/image472.png"/><Relationship Id="rId27" Type="http://schemas.openxmlformats.org/officeDocument/2006/relationships/image" Target="../media/image3260.png"/><Relationship Id="rId48" Type="http://schemas.openxmlformats.org/officeDocument/2006/relationships/customXml" Target="../ink/ink763.xml"/><Relationship Id="rId69" Type="http://schemas.openxmlformats.org/officeDocument/2006/relationships/image" Target="../media/image3470.png"/><Relationship Id="rId113" Type="http://schemas.openxmlformats.org/officeDocument/2006/relationships/image" Target="../media/image3670.png"/><Relationship Id="rId134" Type="http://schemas.openxmlformats.org/officeDocument/2006/relationships/customXml" Target="../ink/ink806.xml"/><Relationship Id="rId320" Type="http://schemas.openxmlformats.org/officeDocument/2006/relationships/customXml" Target="../ink/ink899.xml"/><Relationship Id="rId80" Type="http://schemas.openxmlformats.org/officeDocument/2006/relationships/customXml" Target="../ink/ink779.xml"/><Relationship Id="rId155" Type="http://schemas.openxmlformats.org/officeDocument/2006/relationships/image" Target="../media/image3870.png"/><Relationship Id="rId176" Type="http://schemas.openxmlformats.org/officeDocument/2006/relationships/customXml" Target="../ink/ink827.xml"/><Relationship Id="rId197" Type="http://schemas.openxmlformats.org/officeDocument/2006/relationships/image" Target="../media/image4080.png"/><Relationship Id="rId341" Type="http://schemas.openxmlformats.org/officeDocument/2006/relationships/image" Target="../media/image488.png"/><Relationship Id="rId201" Type="http://schemas.openxmlformats.org/officeDocument/2006/relationships/image" Target="../media/image4100.png"/><Relationship Id="rId222" Type="http://schemas.openxmlformats.org/officeDocument/2006/relationships/customXml" Target="../ink/ink850.xml"/><Relationship Id="rId243" Type="http://schemas.openxmlformats.org/officeDocument/2006/relationships/image" Target="../media/image4311.png"/><Relationship Id="rId264" Type="http://schemas.openxmlformats.org/officeDocument/2006/relationships/customXml" Target="../ink/ink871.xml"/><Relationship Id="rId285" Type="http://schemas.openxmlformats.org/officeDocument/2006/relationships/image" Target="../media/image460.png"/><Relationship Id="rId17" Type="http://schemas.openxmlformats.org/officeDocument/2006/relationships/image" Target="../media/image3212.png"/><Relationship Id="rId38" Type="http://schemas.openxmlformats.org/officeDocument/2006/relationships/customXml" Target="../ink/ink758.xml"/><Relationship Id="rId59" Type="http://schemas.openxmlformats.org/officeDocument/2006/relationships/image" Target="../media/image3420.png"/><Relationship Id="rId103" Type="http://schemas.openxmlformats.org/officeDocument/2006/relationships/image" Target="../media/image3620.png"/><Relationship Id="rId124" Type="http://schemas.openxmlformats.org/officeDocument/2006/relationships/customXml" Target="../ink/ink801.xml"/><Relationship Id="rId310" Type="http://schemas.openxmlformats.org/officeDocument/2006/relationships/customXml" Target="../ink/ink894.xml"/><Relationship Id="rId70" Type="http://schemas.openxmlformats.org/officeDocument/2006/relationships/customXml" Target="../ink/ink774.xml"/><Relationship Id="rId91" Type="http://schemas.openxmlformats.org/officeDocument/2006/relationships/image" Target="../media/image3560.png"/><Relationship Id="rId145" Type="http://schemas.openxmlformats.org/officeDocument/2006/relationships/image" Target="../media/image3830.png"/><Relationship Id="rId166" Type="http://schemas.openxmlformats.org/officeDocument/2006/relationships/customXml" Target="../ink/ink822.xml"/><Relationship Id="rId187" Type="http://schemas.openxmlformats.org/officeDocument/2006/relationships/image" Target="../media/image4030.png"/><Relationship Id="rId331" Type="http://schemas.openxmlformats.org/officeDocument/2006/relationships/image" Target="../media/image48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45.xml"/><Relationship Id="rId233" Type="http://schemas.openxmlformats.org/officeDocument/2006/relationships/image" Target="../media/image4260.png"/><Relationship Id="rId254" Type="http://schemas.openxmlformats.org/officeDocument/2006/relationships/customXml" Target="../ink/ink866.xml"/><Relationship Id="rId28" Type="http://schemas.openxmlformats.org/officeDocument/2006/relationships/customXml" Target="../ink/ink753.xml"/><Relationship Id="rId49" Type="http://schemas.openxmlformats.org/officeDocument/2006/relationships/image" Target="../media/image3370.png"/><Relationship Id="rId114" Type="http://schemas.openxmlformats.org/officeDocument/2006/relationships/customXml" Target="../ink/ink796.xml"/><Relationship Id="rId275" Type="http://schemas.openxmlformats.org/officeDocument/2006/relationships/image" Target="../media/image455.png"/><Relationship Id="rId296" Type="http://schemas.openxmlformats.org/officeDocument/2006/relationships/customXml" Target="../ink/ink887.xml"/><Relationship Id="rId300" Type="http://schemas.openxmlformats.org/officeDocument/2006/relationships/customXml" Target="../ink/ink889.xml"/><Relationship Id="rId60" Type="http://schemas.openxmlformats.org/officeDocument/2006/relationships/customXml" Target="../ink/ink769.xml"/><Relationship Id="rId81" Type="http://schemas.openxmlformats.org/officeDocument/2006/relationships/image" Target="../media/image3530.png"/><Relationship Id="rId135" Type="http://schemas.openxmlformats.org/officeDocument/2006/relationships/image" Target="../media/image3780.png"/><Relationship Id="rId156" Type="http://schemas.openxmlformats.org/officeDocument/2006/relationships/customXml" Target="../ink/ink817.xml"/><Relationship Id="rId177" Type="http://schemas.openxmlformats.org/officeDocument/2006/relationships/image" Target="../media/image3980.png"/><Relationship Id="rId198" Type="http://schemas.openxmlformats.org/officeDocument/2006/relationships/customXml" Target="../ink/ink838.xml"/><Relationship Id="rId321" Type="http://schemas.openxmlformats.org/officeDocument/2006/relationships/image" Target="../media/image478.png"/><Relationship Id="rId342" Type="http://schemas.openxmlformats.org/officeDocument/2006/relationships/customXml" Target="../ink/ink910.xml"/><Relationship Id="rId202" Type="http://schemas.openxmlformats.org/officeDocument/2006/relationships/customXml" Target="../ink/ink840.xml"/><Relationship Id="rId223" Type="http://schemas.openxmlformats.org/officeDocument/2006/relationships/image" Target="../media/image4212.png"/><Relationship Id="rId244" Type="http://schemas.openxmlformats.org/officeDocument/2006/relationships/customXml" Target="../ink/ink861.xml"/><Relationship Id="rId18" Type="http://schemas.openxmlformats.org/officeDocument/2006/relationships/customXml" Target="../ink/ink748.xml"/><Relationship Id="rId39" Type="http://schemas.openxmlformats.org/officeDocument/2006/relationships/image" Target="../media/image3320.png"/><Relationship Id="rId265" Type="http://schemas.openxmlformats.org/officeDocument/2006/relationships/image" Target="../media/image450.png"/><Relationship Id="rId286" Type="http://schemas.openxmlformats.org/officeDocument/2006/relationships/customXml" Target="../ink/ink882.xml"/><Relationship Id="rId50" Type="http://schemas.openxmlformats.org/officeDocument/2006/relationships/customXml" Target="../ink/ink764.xml"/><Relationship Id="rId104" Type="http://schemas.openxmlformats.org/officeDocument/2006/relationships/customXml" Target="../ink/ink791.xml"/><Relationship Id="rId125" Type="http://schemas.openxmlformats.org/officeDocument/2006/relationships/image" Target="../media/image3730.png"/><Relationship Id="rId146" Type="http://schemas.openxmlformats.org/officeDocument/2006/relationships/customXml" Target="../ink/ink812.xml"/><Relationship Id="rId167" Type="http://schemas.openxmlformats.org/officeDocument/2006/relationships/image" Target="../media/image3930.png"/><Relationship Id="rId188" Type="http://schemas.openxmlformats.org/officeDocument/2006/relationships/customXml" Target="../ink/ink833.xml"/><Relationship Id="rId311" Type="http://schemas.openxmlformats.org/officeDocument/2006/relationships/image" Target="../media/image473.png"/><Relationship Id="rId332" Type="http://schemas.openxmlformats.org/officeDocument/2006/relationships/customXml" Target="../ink/ink905.xml"/><Relationship Id="rId71" Type="http://schemas.openxmlformats.org/officeDocument/2006/relationships/image" Target="../media/image3480.png"/><Relationship Id="rId92" Type="http://schemas.openxmlformats.org/officeDocument/2006/relationships/customXml" Target="../ink/ink785.xml"/><Relationship Id="rId213" Type="http://schemas.openxmlformats.org/officeDocument/2006/relationships/image" Target="../media/image4160.png"/><Relationship Id="rId234" Type="http://schemas.openxmlformats.org/officeDocument/2006/relationships/customXml" Target="../ink/ink856.xml"/><Relationship Id="rId2" Type="http://schemas.openxmlformats.org/officeDocument/2006/relationships/image" Target="../media/image406.png"/><Relationship Id="rId29" Type="http://schemas.openxmlformats.org/officeDocument/2006/relationships/image" Target="../media/image3270.png"/><Relationship Id="rId255" Type="http://schemas.openxmlformats.org/officeDocument/2006/relationships/image" Target="../media/image445.png"/><Relationship Id="rId276" Type="http://schemas.openxmlformats.org/officeDocument/2006/relationships/customXml" Target="../ink/ink877.xml"/><Relationship Id="rId297" Type="http://schemas.openxmlformats.org/officeDocument/2006/relationships/image" Target="../media/image466.png"/><Relationship Id="rId40" Type="http://schemas.openxmlformats.org/officeDocument/2006/relationships/customXml" Target="../ink/ink759.xml"/><Relationship Id="rId115" Type="http://schemas.openxmlformats.org/officeDocument/2006/relationships/image" Target="../media/image3680.png"/><Relationship Id="rId136" Type="http://schemas.openxmlformats.org/officeDocument/2006/relationships/customXml" Target="../ink/ink807.xml"/><Relationship Id="rId157" Type="http://schemas.openxmlformats.org/officeDocument/2006/relationships/image" Target="../media/image3880.png"/><Relationship Id="rId178" Type="http://schemas.openxmlformats.org/officeDocument/2006/relationships/customXml" Target="../ink/ink828.xml"/><Relationship Id="rId301" Type="http://schemas.openxmlformats.org/officeDocument/2006/relationships/image" Target="../media/image468.png"/><Relationship Id="rId322" Type="http://schemas.openxmlformats.org/officeDocument/2006/relationships/customXml" Target="../ink/ink900.xml"/><Relationship Id="rId343" Type="http://schemas.openxmlformats.org/officeDocument/2006/relationships/image" Target="../media/image489.png"/><Relationship Id="rId61" Type="http://schemas.openxmlformats.org/officeDocument/2006/relationships/image" Target="../media/image3430.png"/><Relationship Id="rId82" Type="http://schemas.openxmlformats.org/officeDocument/2006/relationships/customXml" Target="../ink/ink780.xml"/><Relationship Id="rId199" Type="http://schemas.openxmlformats.org/officeDocument/2006/relationships/image" Target="../media/image4090.png"/><Relationship Id="rId203" Type="http://schemas.openxmlformats.org/officeDocument/2006/relationships/image" Target="../media/image4112.png"/><Relationship Id="rId19" Type="http://schemas.openxmlformats.org/officeDocument/2006/relationships/image" Target="../media/image3220.png"/><Relationship Id="rId224" Type="http://schemas.openxmlformats.org/officeDocument/2006/relationships/customXml" Target="../ink/ink851.xml"/><Relationship Id="rId245" Type="http://schemas.openxmlformats.org/officeDocument/2006/relationships/image" Target="../media/image4320.png"/><Relationship Id="rId266" Type="http://schemas.openxmlformats.org/officeDocument/2006/relationships/customXml" Target="../ink/ink872.xml"/><Relationship Id="rId287" Type="http://schemas.openxmlformats.org/officeDocument/2006/relationships/image" Target="../media/image461.png"/><Relationship Id="rId30" Type="http://schemas.openxmlformats.org/officeDocument/2006/relationships/customXml" Target="../ink/ink754.xml"/><Relationship Id="rId105" Type="http://schemas.openxmlformats.org/officeDocument/2006/relationships/image" Target="../media/image3630.png"/><Relationship Id="rId126" Type="http://schemas.openxmlformats.org/officeDocument/2006/relationships/customXml" Target="../ink/ink802.xml"/><Relationship Id="rId147" Type="http://schemas.openxmlformats.org/officeDocument/2006/relationships/image" Target="../media/image3840.png"/><Relationship Id="rId168" Type="http://schemas.openxmlformats.org/officeDocument/2006/relationships/customXml" Target="../ink/ink823.xml"/><Relationship Id="rId312" Type="http://schemas.openxmlformats.org/officeDocument/2006/relationships/customXml" Target="../ink/ink895.xml"/><Relationship Id="rId333" Type="http://schemas.openxmlformats.org/officeDocument/2006/relationships/image" Target="../media/image484.png"/><Relationship Id="rId51" Type="http://schemas.openxmlformats.org/officeDocument/2006/relationships/image" Target="../media/image3380.png"/><Relationship Id="rId72" Type="http://schemas.openxmlformats.org/officeDocument/2006/relationships/customXml" Target="../ink/ink775.xml"/><Relationship Id="rId93" Type="http://schemas.openxmlformats.org/officeDocument/2006/relationships/image" Target="../media/image3570.png"/><Relationship Id="rId189" Type="http://schemas.openxmlformats.org/officeDocument/2006/relationships/image" Target="../media/image4040.png"/><Relationship Id="rId3" Type="http://schemas.microsoft.com/office/2007/relationships/hdphoto" Target="../media/hdphoto1.wdp"/><Relationship Id="rId214" Type="http://schemas.openxmlformats.org/officeDocument/2006/relationships/customXml" Target="../ink/ink846.xml"/><Relationship Id="rId235" Type="http://schemas.openxmlformats.org/officeDocument/2006/relationships/image" Target="../media/image4270.png"/><Relationship Id="rId256" Type="http://schemas.openxmlformats.org/officeDocument/2006/relationships/customXml" Target="../ink/ink867.xml"/><Relationship Id="rId277" Type="http://schemas.openxmlformats.org/officeDocument/2006/relationships/image" Target="../media/image456.png"/><Relationship Id="rId298" Type="http://schemas.openxmlformats.org/officeDocument/2006/relationships/customXml" Target="../ink/ink888.xml"/><Relationship Id="rId116" Type="http://schemas.openxmlformats.org/officeDocument/2006/relationships/customXml" Target="../ink/ink797.xml"/><Relationship Id="rId137" Type="http://schemas.openxmlformats.org/officeDocument/2006/relationships/image" Target="../media/image3790.png"/><Relationship Id="rId158" Type="http://schemas.openxmlformats.org/officeDocument/2006/relationships/customXml" Target="../ink/ink818.xml"/><Relationship Id="rId302" Type="http://schemas.openxmlformats.org/officeDocument/2006/relationships/customXml" Target="../ink/ink890.xml"/><Relationship Id="rId323" Type="http://schemas.openxmlformats.org/officeDocument/2006/relationships/image" Target="../media/image479.png"/><Relationship Id="rId344" Type="http://schemas.openxmlformats.org/officeDocument/2006/relationships/customXml" Target="../ink/ink911.xml"/><Relationship Id="rId20" Type="http://schemas.openxmlformats.org/officeDocument/2006/relationships/customXml" Target="../ink/ink749.xml"/><Relationship Id="rId41" Type="http://schemas.openxmlformats.org/officeDocument/2006/relationships/image" Target="../media/image3330.png"/><Relationship Id="rId62" Type="http://schemas.openxmlformats.org/officeDocument/2006/relationships/customXml" Target="../ink/ink770.xml"/><Relationship Id="rId83" Type="http://schemas.openxmlformats.org/officeDocument/2006/relationships/image" Target="../media/image3540.png"/><Relationship Id="rId179" Type="http://schemas.openxmlformats.org/officeDocument/2006/relationships/image" Target="../media/image3990.png"/><Relationship Id="rId190" Type="http://schemas.openxmlformats.org/officeDocument/2006/relationships/customXml" Target="../ink/ink834.xml"/><Relationship Id="rId204" Type="http://schemas.openxmlformats.org/officeDocument/2006/relationships/customXml" Target="../ink/ink841.xml"/><Relationship Id="rId225" Type="http://schemas.openxmlformats.org/officeDocument/2006/relationships/image" Target="../media/image4220.png"/><Relationship Id="rId246" Type="http://schemas.openxmlformats.org/officeDocument/2006/relationships/customXml" Target="../ink/ink862.xml"/><Relationship Id="rId267" Type="http://schemas.openxmlformats.org/officeDocument/2006/relationships/image" Target="../media/image451.png"/><Relationship Id="rId288" Type="http://schemas.openxmlformats.org/officeDocument/2006/relationships/customXml" Target="../ink/ink883.xml"/><Relationship Id="rId106" Type="http://schemas.openxmlformats.org/officeDocument/2006/relationships/customXml" Target="../ink/ink792.xml"/><Relationship Id="rId127" Type="http://schemas.openxmlformats.org/officeDocument/2006/relationships/image" Target="../media/image3740.png"/><Relationship Id="rId313" Type="http://schemas.openxmlformats.org/officeDocument/2006/relationships/image" Target="../media/image474.png"/><Relationship Id="rId10" Type="http://schemas.openxmlformats.org/officeDocument/2006/relationships/customXml" Target="../ink/ink744.xml"/><Relationship Id="rId31" Type="http://schemas.openxmlformats.org/officeDocument/2006/relationships/image" Target="../media/image3280.png"/><Relationship Id="rId52" Type="http://schemas.openxmlformats.org/officeDocument/2006/relationships/customXml" Target="../ink/ink765.xml"/><Relationship Id="rId73" Type="http://schemas.openxmlformats.org/officeDocument/2006/relationships/image" Target="../media/image3490.png"/><Relationship Id="rId94" Type="http://schemas.openxmlformats.org/officeDocument/2006/relationships/customXml" Target="../ink/ink786.xml"/><Relationship Id="rId148" Type="http://schemas.openxmlformats.org/officeDocument/2006/relationships/customXml" Target="../ink/ink813.xml"/><Relationship Id="rId169" Type="http://schemas.openxmlformats.org/officeDocument/2006/relationships/image" Target="../media/image3940.png"/><Relationship Id="rId334" Type="http://schemas.openxmlformats.org/officeDocument/2006/relationships/customXml" Target="../ink/ink906.xml"/><Relationship Id="rId4" Type="http://schemas.openxmlformats.org/officeDocument/2006/relationships/customXml" Target="../ink/ink741.xml"/><Relationship Id="rId180" Type="http://schemas.openxmlformats.org/officeDocument/2006/relationships/customXml" Target="../ink/ink829.xml"/><Relationship Id="rId215" Type="http://schemas.openxmlformats.org/officeDocument/2006/relationships/image" Target="../media/image4170.png"/><Relationship Id="rId236" Type="http://schemas.openxmlformats.org/officeDocument/2006/relationships/customXml" Target="../ink/ink857.xml"/><Relationship Id="rId257" Type="http://schemas.openxmlformats.org/officeDocument/2006/relationships/image" Target="../media/image446.png"/><Relationship Id="rId278" Type="http://schemas.openxmlformats.org/officeDocument/2006/relationships/customXml" Target="../ink/ink878.xml"/><Relationship Id="rId303" Type="http://schemas.openxmlformats.org/officeDocument/2006/relationships/image" Target="../media/image469.png"/><Relationship Id="rId42" Type="http://schemas.openxmlformats.org/officeDocument/2006/relationships/customXml" Target="../ink/ink760.xml"/><Relationship Id="rId84" Type="http://schemas.openxmlformats.org/officeDocument/2006/relationships/customXml" Target="../ink/ink781.xml"/><Relationship Id="rId138" Type="http://schemas.openxmlformats.org/officeDocument/2006/relationships/customXml" Target="../ink/ink808.xml"/><Relationship Id="rId345" Type="http://schemas.openxmlformats.org/officeDocument/2006/relationships/image" Target="../media/image490.png"/><Relationship Id="rId191" Type="http://schemas.openxmlformats.org/officeDocument/2006/relationships/image" Target="../media/image4050.png"/><Relationship Id="rId205" Type="http://schemas.openxmlformats.org/officeDocument/2006/relationships/image" Target="../media/image4120.png"/><Relationship Id="rId247" Type="http://schemas.openxmlformats.org/officeDocument/2006/relationships/image" Target="../media/image4330.png"/><Relationship Id="rId107" Type="http://schemas.openxmlformats.org/officeDocument/2006/relationships/image" Target="../media/image3640.png"/><Relationship Id="rId289" Type="http://schemas.openxmlformats.org/officeDocument/2006/relationships/image" Target="../media/image462.png"/><Relationship Id="rId11" Type="http://schemas.openxmlformats.org/officeDocument/2006/relationships/image" Target="../media/image3180.png"/><Relationship Id="rId53" Type="http://schemas.openxmlformats.org/officeDocument/2006/relationships/image" Target="../media/image3390.png"/><Relationship Id="rId149" Type="http://schemas.openxmlformats.org/officeDocument/2006/relationships/image" Target="../media/image3850.png"/><Relationship Id="rId314" Type="http://schemas.openxmlformats.org/officeDocument/2006/relationships/customXml" Target="../ink/ink896.xml"/><Relationship Id="rId95" Type="http://schemas.openxmlformats.org/officeDocument/2006/relationships/image" Target="../media/image3580.png"/><Relationship Id="rId160" Type="http://schemas.openxmlformats.org/officeDocument/2006/relationships/customXml" Target="../ink/ink819.xml"/><Relationship Id="rId216" Type="http://schemas.openxmlformats.org/officeDocument/2006/relationships/customXml" Target="../ink/ink847.xml"/><Relationship Id="rId258" Type="http://schemas.openxmlformats.org/officeDocument/2006/relationships/customXml" Target="../ink/ink868.xml"/><Relationship Id="rId22" Type="http://schemas.openxmlformats.org/officeDocument/2006/relationships/customXml" Target="../ink/ink750.xml"/><Relationship Id="rId64" Type="http://schemas.openxmlformats.org/officeDocument/2006/relationships/customXml" Target="../ink/ink771.xml"/><Relationship Id="rId118" Type="http://schemas.openxmlformats.org/officeDocument/2006/relationships/customXml" Target="../ink/ink798.xml"/><Relationship Id="rId325" Type="http://schemas.openxmlformats.org/officeDocument/2006/relationships/image" Target="../media/image480.png"/><Relationship Id="rId171" Type="http://schemas.openxmlformats.org/officeDocument/2006/relationships/image" Target="../media/image3950.png"/><Relationship Id="rId227" Type="http://schemas.openxmlformats.org/officeDocument/2006/relationships/image" Target="../media/image4230.png"/><Relationship Id="rId269" Type="http://schemas.openxmlformats.org/officeDocument/2006/relationships/image" Target="../media/image452.png"/><Relationship Id="rId33" Type="http://schemas.openxmlformats.org/officeDocument/2006/relationships/image" Target="../media/image3290.png"/><Relationship Id="rId129" Type="http://schemas.openxmlformats.org/officeDocument/2006/relationships/image" Target="../media/image3750.png"/><Relationship Id="rId280" Type="http://schemas.openxmlformats.org/officeDocument/2006/relationships/customXml" Target="../ink/ink879.xml"/><Relationship Id="rId336" Type="http://schemas.openxmlformats.org/officeDocument/2006/relationships/customXml" Target="../ink/ink907.xml"/><Relationship Id="rId75" Type="http://schemas.openxmlformats.org/officeDocument/2006/relationships/image" Target="../media/image3500.png"/><Relationship Id="rId140" Type="http://schemas.openxmlformats.org/officeDocument/2006/relationships/customXml" Target="../ink/ink809.xml"/><Relationship Id="rId182" Type="http://schemas.openxmlformats.org/officeDocument/2006/relationships/customXml" Target="../ink/ink830.xml"/><Relationship Id="rId6" Type="http://schemas.openxmlformats.org/officeDocument/2006/relationships/customXml" Target="../ink/ink742.xml"/><Relationship Id="rId238" Type="http://schemas.openxmlformats.org/officeDocument/2006/relationships/customXml" Target="../ink/ink858.xml"/><Relationship Id="rId291" Type="http://schemas.openxmlformats.org/officeDocument/2006/relationships/image" Target="../media/image463.png"/><Relationship Id="rId305" Type="http://schemas.openxmlformats.org/officeDocument/2006/relationships/image" Target="../media/image470.png"/><Relationship Id="rId347" Type="http://schemas.openxmlformats.org/officeDocument/2006/relationships/image" Target="../media/image491.png"/><Relationship Id="rId44" Type="http://schemas.openxmlformats.org/officeDocument/2006/relationships/customXml" Target="../ink/ink761.xml"/><Relationship Id="rId86" Type="http://schemas.openxmlformats.org/officeDocument/2006/relationships/customXml" Target="../ink/ink782.xml"/><Relationship Id="rId151" Type="http://schemas.openxmlformats.org/officeDocument/2006/relationships/image" Target="../media/image3860.png"/><Relationship Id="rId193" Type="http://schemas.openxmlformats.org/officeDocument/2006/relationships/image" Target="../media/image4060.png"/><Relationship Id="rId207" Type="http://schemas.openxmlformats.org/officeDocument/2006/relationships/image" Target="../media/image4130.png"/><Relationship Id="rId249" Type="http://schemas.openxmlformats.org/officeDocument/2006/relationships/image" Target="../media/image4340.png"/><Relationship Id="rId13" Type="http://schemas.openxmlformats.org/officeDocument/2006/relationships/image" Target="../media/image3190.png"/><Relationship Id="rId109" Type="http://schemas.openxmlformats.org/officeDocument/2006/relationships/image" Target="../media/image3650.png"/><Relationship Id="rId260" Type="http://schemas.openxmlformats.org/officeDocument/2006/relationships/customXml" Target="../ink/ink869.xml"/><Relationship Id="rId316" Type="http://schemas.openxmlformats.org/officeDocument/2006/relationships/customXml" Target="../ink/ink897.xml"/><Relationship Id="rId55" Type="http://schemas.openxmlformats.org/officeDocument/2006/relationships/image" Target="../media/image3400.png"/><Relationship Id="rId97" Type="http://schemas.openxmlformats.org/officeDocument/2006/relationships/image" Target="../media/image3590.png"/><Relationship Id="rId120" Type="http://schemas.openxmlformats.org/officeDocument/2006/relationships/customXml" Target="../ink/ink799.xml"/><Relationship Id="rId162" Type="http://schemas.openxmlformats.org/officeDocument/2006/relationships/customXml" Target="../ink/ink820.xml"/><Relationship Id="rId218" Type="http://schemas.openxmlformats.org/officeDocument/2006/relationships/customXml" Target="../ink/ink848.xml"/><Relationship Id="rId271" Type="http://schemas.openxmlformats.org/officeDocument/2006/relationships/image" Target="../media/image453.png"/><Relationship Id="rId24" Type="http://schemas.openxmlformats.org/officeDocument/2006/relationships/customXml" Target="../ink/ink751.xml"/><Relationship Id="rId66" Type="http://schemas.openxmlformats.org/officeDocument/2006/relationships/customXml" Target="../ink/ink772.xml"/><Relationship Id="rId131" Type="http://schemas.openxmlformats.org/officeDocument/2006/relationships/image" Target="../media/image3760.png"/><Relationship Id="rId327" Type="http://schemas.openxmlformats.org/officeDocument/2006/relationships/image" Target="../media/image481.png"/><Relationship Id="rId173" Type="http://schemas.openxmlformats.org/officeDocument/2006/relationships/image" Target="../media/image3960.png"/><Relationship Id="rId229" Type="http://schemas.openxmlformats.org/officeDocument/2006/relationships/image" Target="../media/image4240.png"/><Relationship Id="rId240" Type="http://schemas.openxmlformats.org/officeDocument/2006/relationships/customXml" Target="../ink/ink859.xml"/><Relationship Id="rId35" Type="http://schemas.openxmlformats.org/officeDocument/2006/relationships/image" Target="../media/image3300.png"/><Relationship Id="rId77" Type="http://schemas.openxmlformats.org/officeDocument/2006/relationships/image" Target="../media/image3512.png"/><Relationship Id="rId100" Type="http://schemas.openxmlformats.org/officeDocument/2006/relationships/customXml" Target="../ink/ink789.xml"/><Relationship Id="rId282" Type="http://schemas.openxmlformats.org/officeDocument/2006/relationships/customXml" Target="../ink/ink880.xml"/><Relationship Id="rId338" Type="http://schemas.openxmlformats.org/officeDocument/2006/relationships/customXml" Target="../ink/ink90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0.png"/><Relationship Id="rId21" Type="http://schemas.openxmlformats.org/officeDocument/2006/relationships/image" Target="../media/image502.png"/><Relationship Id="rId42" Type="http://schemas.openxmlformats.org/officeDocument/2006/relationships/customXml" Target="../ink/ink934.xml"/><Relationship Id="rId63" Type="http://schemas.openxmlformats.org/officeDocument/2006/relationships/image" Target="../media/image523.png"/><Relationship Id="rId84" Type="http://schemas.openxmlformats.org/officeDocument/2006/relationships/customXml" Target="../ink/ink955.xml"/><Relationship Id="rId16" Type="http://schemas.openxmlformats.org/officeDocument/2006/relationships/customXml" Target="../ink/ink921.xml"/><Relationship Id="rId107" Type="http://schemas.openxmlformats.org/officeDocument/2006/relationships/image" Target="../media/image545.png"/><Relationship Id="rId11" Type="http://schemas.openxmlformats.org/officeDocument/2006/relationships/image" Target="../media/image497.png"/><Relationship Id="rId32" Type="http://schemas.openxmlformats.org/officeDocument/2006/relationships/customXml" Target="../ink/ink929.xml"/><Relationship Id="rId37" Type="http://schemas.openxmlformats.org/officeDocument/2006/relationships/image" Target="../media/image510.png"/><Relationship Id="rId53" Type="http://schemas.openxmlformats.org/officeDocument/2006/relationships/image" Target="../media/image518.png"/><Relationship Id="rId58" Type="http://schemas.openxmlformats.org/officeDocument/2006/relationships/customXml" Target="../ink/ink942.xml"/><Relationship Id="rId74" Type="http://schemas.openxmlformats.org/officeDocument/2006/relationships/customXml" Target="../ink/ink950.xml"/><Relationship Id="rId79" Type="http://schemas.openxmlformats.org/officeDocument/2006/relationships/image" Target="../media/image531.png"/><Relationship Id="rId102" Type="http://schemas.openxmlformats.org/officeDocument/2006/relationships/customXml" Target="../ink/ink964.xml"/><Relationship Id="rId123" Type="http://schemas.openxmlformats.org/officeDocument/2006/relationships/image" Target="../media/image553.png"/><Relationship Id="rId128" Type="http://schemas.openxmlformats.org/officeDocument/2006/relationships/customXml" Target="../ink/ink977.xml"/><Relationship Id="rId5" Type="http://schemas.openxmlformats.org/officeDocument/2006/relationships/image" Target="../media/image494.png"/><Relationship Id="rId90" Type="http://schemas.openxmlformats.org/officeDocument/2006/relationships/customXml" Target="../ink/ink958.xml"/><Relationship Id="rId95" Type="http://schemas.openxmlformats.org/officeDocument/2006/relationships/image" Target="../media/image539.png"/><Relationship Id="rId22" Type="http://schemas.openxmlformats.org/officeDocument/2006/relationships/customXml" Target="../ink/ink924.xml"/><Relationship Id="rId27" Type="http://schemas.openxmlformats.org/officeDocument/2006/relationships/image" Target="../media/image505.png"/><Relationship Id="rId43" Type="http://schemas.openxmlformats.org/officeDocument/2006/relationships/image" Target="../media/image513.png"/><Relationship Id="rId48" Type="http://schemas.openxmlformats.org/officeDocument/2006/relationships/customXml" Target="../ink/ink937.xml"/><Relationship Id="rId64" Type="http://schemas.openxmlformats.org/officeDocument/2006/relationships/customXml" Target="../ink/ink945.xml"/><Relationship Id="rId69" Type="http://schemas.openxmlformats.org/officeDocument/2006/relationships/image" Target="../media/image526.png"/><Relationship Id="rId113" Type="http://schemas.openxmlformats.org/officeDocument/2006/relationships/image" Target="../media/image548.png"/><Relationship Id="rId118" Type="http://schemas.openxmlformats.org/officeDocument/2006/relationships/customXml" Target="../ink/ink972.xml"/><Relationship Id="rId134" Type="http://schemas.openxmlformats.org/officeDocument/2006/relationships/customXml" Target="../ink/ink980.xml"/><Relationship Id="rId80" Type="http://schemas.openxmlformats.org/officeDocument/2006/relationships/customXml" Target="../ink/ink953.xml"/><Relationship Id="rId85" Type="http://schemas.openxmlformats.org/officeDocument/2006/relationships/image" Target="../media/image534.png"/><Relationship Id="rId12" Type="http://schemas.openxmlformats.org/officeDocument/2006/relationships/customXml" Target="../ink/ink919.xml"/><Relationship Id="rId17" Type="http://schemas.openxmlformats.org/officeDocument/2006/relationships/image" Target="../media/image500.png"/><Relationship Id="rId33" Type="http://schemas.openxmlformats.org/officeDocument/2006/relationships/image" Target="../media/image508.png"/><Relationship Id="rId38" Type="http://schemas.openxmlformats.org/officeDocument/2006/relationships/customXml" Target="../ink/ink932.xml"/><Relationship Id="rId59" Type="http://schemas.openxmlformats.org/officeDocument/2006/relationships/image" Target="../media/image521.png"/><Relationship Id="rId103" Type="http://schemas.openxmlformats.org/officeDocument/2006/relationships/image" Target="../media/image543.png"/><Relationship Id="rId108" Type="http://schemas.openxmlformats.org/officeDocument/2006/relationships/customXml" Target="../ink/ink967.xml"/><Relationship Id="rId124" Type="http://schemas.openxmlformats.org/officeDocument/2006/relationships/customXml" Target="../ink/ink975.xml"/><Relationship Id="rId129" Type="http://schemas.openxmlformats.org/officeDocument/2006/relationships/image" Target="../media/image556.png"/><Relationship Id="rId54" Type="http://schemas.openxmlformats.org/officeDocument/2006/relationships/customXml" Target="../ink/ink940.xml"/><Relationship Id="rId70" Type="http://schemas.openxmlformats.org/officeDocument/2006/relationships/customXml" Target="../ink/ink948.xml"/><Relationship Id="rId75" Type="http://schemas.openxmlformats.org/officeDocument/2006/relationships/image" Target="../media/image529.png"/><Relationship Id="rId91" Type="http://schemas.openxmlformats.org/officeDocument/2006/relationships/image" Target="../media/image537.png"/><Relationship Id="rId96" Type="http://schemas.openxmlformats.org/officeDocument/2006/relationships/customXml" Target="../ink/ink96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16.xml"/><Relationship Id="rId23" Type="http://schemas.openxmlformats.org/officeDocument/2006/relationships/image" Target="../media/image503.png"/><Relationship Id="rId28" Type="http://schemas.openxmlformats.org/officeDocument/2006/relationships/customXml" Target="../ink/ink927.xml"/><Relationship Id="rId49" Type="http://schemas.openxmlformats.org/officeDocument/2006/relationships/image" Target="../media/image516.png"/><Relationship Id="rId114" Type="http://schemas.openxmlformats.org/officeDocument/2006/relationships/customXml" Target="../ink/ink970.xml"/><Relationship Id="rId119" Type="http://schemas.openxmlformats.org/officeDocument/2006/relationships/image" Target="../media/image551.png"/><Relationship Id="rId44" Type="http://schemas.openxmlformats.org/officeDocument/2006/relationships/customXml" Target="../ink/ink935.xml"/><Relationship Id="rId60" Type="http://schemas.openxmlformats.org/officeDocument/2006/relationships/customXml" Target="../ink/ink943.xml"/><Relationship Id="rId65" Type="http://schemas.openxmlformats.org/officeDocument/2006/relationships/image" Target="../media/image524.png"/><Relationship Id="rId81" Type="http://schemas.openxmlformats.org/officeDocument/2006/relationships/image" Target="../media/image532.png"/><Relationship Id="rId86" Type="http://schemas.openxmlformats.org/officeDocument/2006/relationships/customXml" Target="../ink/ink956.xml"/><Relationship Id="rId130" Type="http://schemas.openxmlformats.org/officeDocument/2006/relationships/customXml" Target="../ink/ink978.xml"/><Relationship Id="rId135" Type="http://schemas.openxmlformats.org/officeDocument/2006/relationships/image" Target="../media/image559.png"/><Relationship Id="rId13" Type="http://schemas.openxmlformats.org/officeDocument/2006/relationships/image" Target="../media/image498.png"/><Relationship Id="rId18" Type="http://schemas.openxmlformats.org/officeDocument/2006/relationships/customXml" Target="../ink/ink922.xml"/><Relationship Id="rId39" Type="http://schemas.openxmlformats.org/officeDocument/2006/relationships/image" Target="../media/image511.png"/><Relationship Id="rId109" Type="http://schemas.openxmlformats.org/officeDocument/2006/relationships/image" Target="../media/image546.png"/><Relationship Id="rId34" Type="http://schemas.openxmlformats.org/officeDocument/2006/relationships/customXml" Target="../ink/ink930.xml"/><Relationship Id="rId50" Type="http://schemas.openxmlformats.org/officeDocument/2006/relationships/customXml" Target="../ink/ink938.xml"/><Relationship Id="rId55" Type="http://schemas.openxmlformats.org/officeDocument/2006/relationships/image" Target="../media/image519.png"/><Relationship Id="rId76" Type="http://schemas.openxmlformats.org/officeDocument/2006/relationships/customXml" Target="../ink/ink951.xml"/><Relationship Id="rId97" Type="http://schemas.openxmlformats.org/officeDocument/2006/relationships/image" Target="../media/image540.png"/><Relationship Id="rId104" Type="http://schemas.openxmlformats.org/officeDocument/2006/relationships/customXml" Target="../ink/ink965.xml"/><Relationship Id="rId120" Type="http://schemas.openxmlformats.org/officeDocument/2006/relationships/customXml" Target="../ink/ink973.xml"/><Relationship Id="rId125" Type="http://schemas.openxmlformats.org/officeDocument/2006/relationships/image" Target="../media/image554.png"/><Relationship Id="rId7" Type="http://schemas.openxmlformats.org/officeDocument/2006/relationships/image" Target="../media/image495.png"/><Relationship Id="rId71" Type="http://schemas.openxmlformats.org/officeDocument/2006/relationships/image" Target="../media/image527.png"/><Relationship Id="rId92" Type="http://schemas.openxmlformats.org/officeDocument/2006/relationships/customXml" Target="../ink/ink959.xml"/><Relationship Id="rId2" Type="http://schemas.openxmlformats.org/officeDocument/2006/relationships/customXml" Target="../ink/ink914.xml"/><Relationship Id="rId29" Type="http://schemas.openxmlformats.org/officeDocument/2006/relationships/image" Target="../media/image506.png"/><Relationship Id="rId24" Type="http://schemas.openxmlformats.org/officeDocument/2006/relationships/customXml" Target="../ink/ink925.xml"/><Relationship Id="rId40" Type="http://schemas.openxmlformats.org/officeDocument/2006/relationships/customXml" Target="../ink/ink933.xml"/><Relationship Id="rId45" Type="http://schemas.openxmlformats.org/officeDocument/2006/relationships/image" Target="../media/image514.png"/><Relationship Id="rId66" Type="http://schemas.openxmlformats.org/officeDocument/2006/relationships/customXml" Target="../ink/ink946.xml"/><Relationship Id="rId87" Type="http://schemas.openxmlformats.org/officeDocument/2006/relationships/image" Target="../media/image535.png"/><Relationship Id="rId110" Type="http://schemas.openxmlformats.org/officeDocument/2006/relationships/customXml" Target="../ink/ink968.xml"/><Relationship Id="rId115" Type="http://schemas.openxmlformats.org/officeDocument/2006/relationships/image" Target="../media/image549.png"/><Relationship Id="rId131" Type="http://schemas.openxmlformats.org/officeDocument/2006/relationships/image" Target="../media/image557.png"/><Relationship Id="rId136" Type="http://schemas.openxmlformats.org/officeDocument/2006/relationships/customXml" Target="../ink/ink981.xml"/><Relationship Id="rId61" Type="http://schemas.openxmlformats.org/officeDocument/2006/relationships/image" Target="../media/image522.png"/><Relationship Id="rId82" Type="http://schemas.openxmlformats.org/officeDocument/2006/relationships/customXml" Target="../ink/ink954.xml"/><Relationship Id="rId19" Type="http://schemas.openxmlformats.org/officeDocument/2006/relationships/image" Target="../media/image501.png"/><Relationship Id="rId14" Type="http://schemas.openxmlformats.org/officeDocument/2006/relationships/customXml" Target="../ink/ink920.xml"/><Relationship Id="rId30" Type="http://schemas.openxmlformats.org/officeDocument/2006/relationships/customXml" Target="../ink/ink928.xml"/><Relationship Id="rId35" Type="http://schemas.openxmlformats.org/officeDocument/2006/relationships/image" Target="../media/image509.png"/><Relationship Id="rId56" Type="http://schemas.openxmlformats.org/officeDocument/2006/relationships/customXml" Target="../ink/ink941.xml"/><Relationship Id="rId77" Type="http://schemas.openxmlformats.org/officeDocument/2006/relationships/image" Target="../media/image530.png"/><Relationship Id="rId100" Type="http://schemas.openxmlformats.org/officeDocument/2006/relationships/customXml" Target="../ink/ink963.xml"/><Relationship Id="rId105" Type="http://schemas.openxmlformats.org/officeDocument/2006/relationships/image" Target="../media/image544.png"/><Relationship Id="rId126" Type="http://schemas.openxmlformats.org/officeDocument/2006/relationships/customXml" Target="../ink/ink976.xml"/><Relationship Id="rId8" Type="http://schemas.openxmlformats.org/officeDocument/2006/relationships/customXml" Target="../ink/ink917.xml"/><Relationship Id="rId51" Type="http://schemas.openxmlformats.org/officeDocument/2006/relationships/image" Target="../media/image517.png"/><Relationship Id="rId72" Type="http://schemas.openxmlformats.org/officeDocument/2006/relationships/customXml" Target="../ink/ink949.xml"/><Relationship Id="rId93" Type="http://schemas.openxmlformats.org/officeDocument/2006/relationships/image" Target="../media/image538.png"/><Relationship Id="rId98" Type="http://schemas.openxmlformats.org/officeDocument/2006/relationships/customXml" Target="../ink/ink962.xml"/><Relationship Id="rId121" Type="http://schemas.openxmlformats.org/officeDocument/2006/relationships/image" Target="../media/image552.png"/><Relationship Id="rId3" Type="http://schemas.openxmlformats.org/officeDocument/2006/relationships/image" Target="../media/image493.png"/><Relationship Id="rId25" Type="http://schemas.openxmlformats.org/officeDocument/2006/relationships/image" Target="../media/image504.png"/><Relationship Id="rId46" Type="http://schemas.openxmlformats.org/officeDocument/2006/relationships/customXml" Target="../ink/ink936.xml"/><Relationship Id="rId67" Type="http://schemas.openxmlformats.org/officeDocument/2006/relationships/image" Target="../media/image525.png"/><Relationship Id="rId116" Type="http://schemas.openxmlformats.org/officeDocument/2006/relationships/customXml" Target="../ink/ink971.xml"/><Relationship Id="rId137" Type="http://schemas.openxmlformats.org/officeDocument/2006/relationships/image" Target="../media/image560.png"/><Relationship Id="rId20" Type="http://schemas.openxmlformats.org/officeDocument/2006/relationships/customXml" Target="../ink/ink923.xml"/><Relationship Id="rId41" Type="http://schemas.openxmlformats.org/officeDocument/2006/relationships/image" Target="../media/image512.png"/><Relationship Id="rId62" Type="http://schemas.openxmlformats.org/officeDocument/2006/relationships/customXml" Target="../ink/ink944.xml"/><Relationship Id="rId83" Type="http://schemas.openxmlformats.org/officeDocument/2006/relationships/image" Target="../media/image533.png"/><Relationship Id="rId88" Type="http://schemas.openxmlformats.org/officeDocument/2006/relationships/customXml" Target="../ink/ink957.xml"/><Relationship Id="rId111" Type="http://schemas.openxmlformats.org/officeDocument/2006/relationships/image" Target="../media/image547.png"/><Relationship Id="rId132" Type="http://schemas.openxmlformats.org/officeDocument/2006/relationships/customXml" Target="../ink/ink979.xml"/><Relationship Id="rId15" Type="http://schemas.openxmlformats.org/officeDocument/2006/relationships/image" Target="../media/image499.png"/><Relationship Id="rId36" Type="http://schemas.openxmlformats.org/officeDocument/2006/relationships/customXml" Target="../ink/ink931.xml"/><Relationship Id="rId57" Type="http://schemas.openxmlformats.org/officeDocument/2006/relationships/image" Target="../media/image520.png"/><Relationship Id="rId106" Type="http://schemas.openxmlformats.org/officeDocument/2006/relationships/customXml" Target="../ink/ink966.xml"/><Relationship Id="rId127" Type="http://schemas.openxmlformats.org/officeDocument/2006/relationships/image" Target="../media/image555.png"/><Relationship Id="rId10" Type="http://schemas.openxmlformats.org/officeDocument/2006/relationships/customXml" Target="../ink/ink918.xml"/><Relationship Id="rId31" Type="http://schemas.openxmlformats.org/officeDocument/2006/relationships/image" Target="../media/image507.png"/><Relationship Id="rId52" Type="http://schemas.openxmlformats.org/officeDocument/2006/relationships/customXml" Target="../ink/ink939.xml"/><Relationship Id="rId73" Type="http://schemas.openxmlformats.org/officeDocument/2006/relationships/image" Target="../media/image528.png"/><Relationship Id="rId78" Type="http://schemas.openxmlformats.org/officeDocument/2006/relationships/customXml" Target="../ink/ink952.xml"/><Relationship Id="rId94" Type="http://schemas.openxmlformats.org/officeDocument/2006/relationships/customXml" Target="../ink/ink960.xml"/><Relationship Id="rId99" Type="http://schemas.openxmlformats.org/officeDocument/2006/relationships/image" Target="../media/image541.png"/><Relationship Id="rId101" Type="http://schemas.openxmlformats.org/officeDocument/2006/relationships/image" Target="../media/image542.png"/><Relationship Id="rId122" Type="http://schemas.openxmlformats.org/officeDocument/2006/relationships/customXml" Target="../ink/ink974.xml"/><Relationship Id="rId4" Type="http://schemas.openxmlformats.org/officeDocument/2006/relationships/customXml" Target="../ink/ink915.xml"/><Relationship Id="rId9" Type="http://schemas.openxmlformats.org/officeDocument/2006/relationships/image" Target="../media/image496.png"/><Relationship Id="rId26" Type="http://schemas.openxmlformats.org/officeDocument/2006/relationships/customXml" Target="../ink/ink926.xml"/><Relationship Id="rId47" Type="http://schemas.openxmlformats.org/officeDocument/2006/relationships/image" Target="../media/image515.png"/><Relationship Id="rId68" Type="http://schemas.openxmlformats.org/officeDocument/2006/relationships/customXml" Target="../ink/ink947.xml"/><Relationship Id="rId89" Type="http://schemas.openxmlformats.org/officeDocument/2006/relationships/image" Target="../media/image536.png"/><Relationship Id="rId112" Type="http://schemas.openxmlformats.org/officeDocument/2006/relationships/customXml" Target="../ink/ink969.xml"/><Relationship Id="rId133" Type="http://schemas.openxmlformats.org/officeDocument/2006/relationships/image" Target="../media/image558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72.png"/><Relationship Id="rId117" Type="http://schemas.openxmlformats.org/officeDocument/2006/relationships/customXml" Target="../ink/ink1038.xml"/><Relationship Id="rId21" Type="http://schemas.openxmlformats.org/officeDocument/2006/relationships/customXml" Target="../ink/ink990.xml"/><Relationship Id="rId42" Type="http://schemas.openxmlformats.org/officeDocument/2006/relationships/image" Target="../media/image580.png"/><Relationship Id="rId47" Type="http://schemas.openxmlformats.org/officeDocument/2006/relationships/customXml" Target="../ink/ink1003.xml"/><Relationship Id="rId63" Type="http://schemas.openxmlformats.org/officeDocument/2006/relationships/customXml" Target="../ink/ink1011.xml"/><Relationship Id="rId68" Type="http://schemas.openxmlformats.org/officeDocument/2006/relationships/image" Target="../media/image593.png"/><Relationship Id="rId84" Type="http://schemas.openxmlformats.org/officeDocument/2006/relationships/image" Target="../media/image601.png"/><Relationship Id="rId89" Type="http://schemas.openxmlformats.org/officeDocument/2006/relationships/customXml" Target="../ink/ink1024.xml"/><Relationship Id="rId112" Type="http://schemas.openxmlformats.org/officeDocument/2006/relationships/image" Target="../media/image615.png"/><Relationship Id="rId16" Type="http://schemas.openxmlformats.org/officeDocument/2006/relationships/image" Target="../media/image567.png"/><Relationship Id="rId107" Type="http://schemas.openxmlformats.org/officeDocument/2006/relationships/customXml" Target="../ink/ink1033.xml"/><Relationship Id="rId11" Type="http://schemas.openxmlformats.org/officeDocument/2006/relationships/customXml" Target="../ink/ink985.xml"/><Relationship Id="rId32" Type="http://schemas.openxmlformats.org/officeDocument/2006/relationships/image" Target="../media/image575.png"/><Relationship Id="rId37" Type="http://schemas.openxmlformats.org/officeDocument/2006/relationships/customXml" Target="../ink/ink998.xml"/><Relationship Id="rId53" Type="http://schemas.openxmlformats.org/officeDocument/2006/relationships/customXml" Target="../ink/ink1006.xml"/><Relationship Id="rId58" Type="http://schemas.openxmlformats.org/officeDocument/2006/relationships/image" Target="../media/image588.png"/><Relationship Id="rId74" Type="http://schemas.openxmlformats.org/officeDocument/2006/relationships/image" Target="../media/image596.png"/><Relationship Id="rId79" Type="http://schemas.openxmlformats.org/officeDocument/2006/relationships/customXml" Target="../ink/ink1019.xml"/><Relationship Id="rId102" Type="http://schemas.openxmlformats.org/officeDocument/2006/relationships/image" Target="../media/image610.png"/><Relationship Id="rId123" Type="http://schemas.openxmlformats.org/officeDocument/2006/relationships/customXml" Target="../ink/ink1041.xml"/><Relationship Id="rId5" Type="http://schemas.openxmlformats.org/officeDocument/2006/relationships/customXml" Target="../ink/ink982.xml"/><Relationship Id="rId90" Type="http://schemas.openxmlformats.org/officeDocument/2006/relationships/image" Target="../media/image604.png"/><Relationship Id="rId95" Type="http://schemas.openxmlformats.org/officeDocument/2006/relationships/customXml" Target="../ink/ink1027.xml"/><Relationship Id="rId22" Type="http://schemas.openxmlformats.org/officeDocument/2006/relationships/image" Target="../media/image570.png"/><Relationship Id="rId27" Type="http://schemas.openxmlformats.org/officeDocument/2006/relationships/customXml" Target="../ink/ink993.xml"/><Relationship Id="rId43" Type="http://schemas.openxmlformats.org/officeDocument/2006/relationships/customXml" Target="../ink/ink1001.xml"/><Relationship Id="rId48" Type="http://schemas.openxmlformats.org/officeDocument/2006/relationships/image" Target="../media/image583.png"/><Relationship Id="rId64" Type="http://schemas.openxmlformats.org/officeDocument/2006/relationships/image" Target="../media/image591.png"/><Relationship Id="rId69" Type="http://schemas.openxmlformats.org/officeDocument/2006/relationships/customXml" Target="../ink/ink1014.xml"/><Relationship Id="rId113" Type="http://schemas.openxmlformats.org/officeDocument/2006/relationships/customXml" Target="../ink/ink1036.xml"/><Relationship Id="rId118" Type="http://schemas.openxmlformats.org/officeDocument/2006/relationships/image" Target="../media/image618.png"/><Relationship Id="rId80" Type="http://schemas.openxmlformats.org/officeDocument/2006/relationships/image" Target="../media/image599.png"/><Relationship Id="rId85" Type="http://schemas.openxmlformats.org/officeDocument/2006/relationships/customXml" Target="../ink/ink1022.xml"/><Relationship Id="rId12" Type="http://schemas.openxmlformats.org/officeDocument/2006/relationships/image" Target="../media/image565.png"/><Relationship Id="rId17" Type="http://schemas.openxmlformats.org/officeDocument/2006/relationships/customXml" Target="../ink/ink988.xml"/><Relationship Id="rId33" Type="http://schemas.openxmlformats.org/officeDocument/2006/relationships/customXml" Target="../ink/ink996.xml"/><Relationship Id="rId38" Type="http://schemas.openxmlformats.org/officeDocument/2006/relationships/image" Target="../media/image578.png"/><Relationship Id="rId59" Type="http://schemas.openxmlformats.org/officeDocument/2006/relationships/customXml" Target="../ink/ink1009.xml"/><Relationship Id="rId103" Type="http://schemas.openxmlformats.org/officeDocument/2006/relationships/customXml" Target="../ink/ink1031.xml"/><Relationship Id="rId108" Type="http://schemas.openxmlformats.org/officeDocument/2006/relationships/image" Target="../media/image613.png"/><Relationship Id="rId124" Type="http://schemas.openxmlformats.org/officeDocument/2006/relationships/image" Target="../media/image621.png"/><Relationship Id="rId54" Type="http://schemas.openxmlformats.org/officeDocument/2006/relationships/image" Target="../media/image586.png"/><Relationship Id="rId70" Type="http://schemas.openxmlformats.org/officeDocument/2006/relationships/image" Target="../media/image594.png"/><Relationship Id="rId75" Type="http://schemas.openxmlformats.org/officeDocument/2006/relationships/customXml" Target="../ink/ink1017.xml"/><Relationship Id="rId91" Type="http://schemas.openxmlformats.org/officeDocument/2006/relationships/customXml" Target="../ink/ink1025.xml"/><Relationship Id="rId96" Type="http://schemas.openxmlformats.org/officeDocument/2006/relationships/image" Target="../media/image6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2.png"/><Relationship Id="rId23" Type="http://schemas.openxmlformats.org/officeDocument/2006/relationships/customXml" Target="../ink/ink991.xml"/><Relationship Id="rId28" Type="http://schemas.openxmlformats.org/officeDocument/2006/relationships/image" Target="../media/image573.png"/><Relationship Id="rId49" Type="http://schemas.openxmlformats.org/officeDocument/2006/relationships/customXml" Target="../ink/ink1004.xml"/><Relationship Id="rId114" Type="http://schemas.openxmlformats.org/officeDocument/2006/relationships/image" Target="../media/image616.png"/><Relationship Id="rId119" Type="http://schemas.openxmlformats.org/officeDocument/2006/relationships/customXml" Target="../ink/ink1039.xml"/><Relationship Id="rId44" Type="http://schemas.openxmlformats.org/officeDocument/2006/relationships/image" Target="../media/image581.png"/><Relationship Id="rId60" Type="http://schemas.openxmlformats.org/officeDocument/2006/relationships/image" Target="../media/image589.png"/><Relationship Id="rId65" Type="http://schemas.openxmlformats.org/officeDocument/2006/relationships/customXml" Target="../ink/ink1012.xml"/><Relationship Id="rId81" Type="http://schemas.openxmlformats.org/officeDocument/2006/relationships/customXml" Target="../ink/ink1020.xml"/><Relationship Id="rId86" Type="http://schemas.openxmlformats.org/officeDocument/2006/relationships/image" Target="../media/image602.png"/><Relationship Id="rId4" Type="http://schemas.microsoft.com/office/2007/relationships/hdphoto" Target="../media/hdphoto1.wdp"/><Relationship Id="rId9" Type="http://schemas.openxmlformats.org/officeDocument/2006/relationships/customXml" Target="../ink/ink984.xml"/><Relationship Id="rId13" Type="http://schemas.openxmlformats.org/officeDocument/2006/relationships/customXml" Target="../ink/ink986.xml"/><Relationship Id="rId18" Type="http://schemas.openxmlformats.org/officeDocument/2006/relationships/image" Target="../media/image568.png"/><Relationship Id="rId39" Type="http://schemas.openxmlformats.org/officeDocument/2006/relationships/customXml" Target="../ink/ink999.xml"/><Relationship Id="rId109" Type="http://schemas.openxmlformats.org/officeDocument/2006/relationships/customXml" Target="../ink/ink1034.xml"/><Relationship Id="rId34" Type="http://schemas.openxmlformats.org/officeDocument/2006/relationships/image" Target="../media/image576.png"/><Relationship Id="rId50" Type="http://schemas.openxmlformats.org/officeDocument/2006/relationships/image" Target="../media/image584.png"/><Relationship Id="rId55" Type="http://schemas.openxmlformats.org/officeDocument/2006/relationships/customXml" Target="../ink/ink1007.xml"/><Relationship Id="rId76" Type="http://schemas.openxmlformats.org/officeDocument/2006/relationships/image" Target="../media/image597.png"/><Relationship Id="rId97" Type="http://schemas.openxmlformats.org/officeDocument/2006/relationships/customXml" Target="../ink/ink1028.xml"/><Relationship Id="rId104" Type="http://schemas.openxmlformats.org/officeDocument/2006/relationships/image" Target="../media/image611.png"/><Relationship Id="rId120" Type="http://schemas.openxmlformats.org/officeDocument/2006/relationships/image" Target="../media/image619.png"/><Relationship Id="rId7" Type="http://schemas.openxmlformats.org/officeDocument/2006/relationships/customXml" Target="../ink/ink983.xml"/><Relationship Id="rId71" Type="http://schemas.openxmlformats.org/officeDocument/2006/relationships/customXml" Target="../ink/ink1015.xml"/><Relationship Id="rId92" Type="http://schemas.openxmlformats.org/officeDocument/2006/relationships/image" Target="../media/image605.png"/><Relationship Id="rId2" Type="http://schemas.openxmlformats.org/officeDocument/2006/relationships/image" Target="../media/image407.gif"/><Relationship Id="rId29" Type="http://schemas.openxmlformats.org/officeDocument/2006/relationships/customXml" Target="../ink/ink994.xml"/><Relationship Id="rId24" Type="http://schemas.openxmlformats.org/officeDocument/2006/relationships/image" Target="../media/image571.png"/><Relationship Id="rId40" Type="http://schemas.openxmlformats.org/officeDocument/2006/relationships/image" Target="../media/image579.png"/><Relationship Id="rId45" Type="http://schemas.openxmlformats.org/officeDocument/2006/relationships/customXml" Target="../ink/ink1002.xml"/><Relationship Id="rId66" Type="http://schemas.openxmlformats.org/officeDocument/2006/relationships/image" Target="../media/image592.png"/><Relationship Id="rId87" Type="http://schemas.openxmlformats.org/officeDocument/2006/relationships/customXml" Target="../ink/ink1023.xml"/><Relationship Id="rId110" Type="http://schemas.openxmlformats.org/officeDocument/2006/relationships/image" Target="../media/image614.png"/><Relationship Id="rId115" Type="http://schemas.openxmlformats.org/officeDocument/2006/relationships/customXml" Target="../ink/ink1037.xml"/><Relationship Id="rId61" Type="http://schemas.openxmlformats.org/officeDocument/2006/relationships/customXml" Target="../ink/ink1010.xml"/><Relationship Id="rId82" Type="http://schemas.openxmlformats.org/officeDocument/2006/relationships/image" Target="../media/image600.png"/><Relationship Id="rId19" Type="http://schemas.openxmlformats.org/officeDocument/2006/relationships/customXml" Target="../ink/ink989.xml"/><Relationship Id="rId14" Type="http://schemas.openxmlformats.org/officeDocument/2006/relationships/image" Target="../media/image566.png"/><Relationship Id="rId30" Type="http://schemas.openxmlformats.org/officeDocument/2006/relationships/image" Target="../media/image574.png"/><Relationship Id="rId35" Type="http://schemas.openxmlformats.org/officeDocument/2006/relationships/customXml" Target="../ink/ink997.xml"/><Relationship Id="rId56" Type="http://schemas.openxmlformats.org/officeDocument/2006/relationships/image" Target="../media/image587.png"/><Relationship Id="rId77" Type="http://schemas.openxmlformats.org/officeDocument/2006/relationships/customXml" Target="../ink/ink1018.xml"/><Relationship Id="rId100" Type="http://schemas.openxmlformats.org/officeDocument/2006/relationships/image" Target="../media/image609.png"/><Relationship Id="rId105" Type="http://schemas.openxmlformats.org/officeDocument/2006/relationships/customXml" Target="../ink/ink1032.xml"/><Relationship Id="rId8" Type="http://schemas.openxmlformats.org/officeDocument/2006/relationships/image" Target="../media/image563.png"/><Relationship Id="rId51" Type="http://schemas.openxmlformats.org/officeDocument/2006/relationships/customXml" Target="../ink/ink1005.xml"/><Relationship Id="rId72" Type="http://schemas.openxmlformats.org/officeDocument/2006/relationships/image" Target="../media/image595.png"/><Relationship Id="rId93" Type="http://schemas.openxmlformats.org/officeDocument/2006/relationships/customXml" Target="../ink/ink1026.xml"/><Relationship Id="rId98" Type="http://schemas.openxmlformats.org/officeDocument/2006/relationships/image" Target="../media/image608.png"/><Relationship Id="rId121" Type="http://schemas.openxmlformats.org/officeDocument/2006/relationships/customXml" Target="../ink/ink1040.xml"/><Relationship Id="rId3" Type="http://schemas.openxmlformats.org/officeDocument/2006/relationships/image" Target="../media/image406.png"/><Relationship Id="rId25" Type="http://schemas.openxmlformats.org/officeDocument/2006/relationships/customXml" Target="../ink/ink992.xml"/><Relationship Id="rId46" Type="http://schemas.openxmlformats.org/officeDocument/2006/relationships/image" Target="../media/image582.png"/><Relationship Id="rId67" Type="http://schemas.openxmlformats.org/officeDocument/2006/relationships/customXml" Target="../ink/ink1013.xml"/><Relationship Id="rId116" Type="http://schemas.openxmlformats.org/officeDocument/2006/relationships/image" Target="../media/image617.png"/><Relationship Id="rId20" Type="http://schemas.openxmlformats.org/officeDocument/2006/relationships/image" Target="../media/image569.png"/><Relationship Id="rId41" Type="http://schemas.openxmlformats.org/officeDocument/2006/relationships/customXml" Target="../ink/ink1000.xml"/><Relationship Id="rId62" Type="http://schemas.openxmlformats.org/officeDocument/2006/relationships/image" Target="../media/image590.png"/><Relationship Id="rId83" Type="http://schemas.openxmlformats.org/officeDocument/2006/relationships/customXml" Target="../ink/ink1021.xml"/><Relationship Id="rId88" Type="http://schemas.openxmlformats.org/officeDocument/2006/relationships/image" Target="../media/image603.png"/><Relationship Id="rId111" Type="http://schemas.openxmlformats.org/officeDocument/2006/relationships/customXml" Target="../ink/ink1035.xml"/><Relationship Id="rId15" Type="http://schemas.openxmlformats.org/officeDocument/2006/relationships/customXml" Target="../ink/ink987.xml"/><Relationship Id="rId36" Type="http://schemas.openxmlformats.org/officeDocument/2006/relationships/image" Target="../media/image577.png"/><Relationship Id="rId57" Type="http://schemas.openxmlformats.org/officeDocument/2006/relationships/customXml" Target="../ink/ink1008.xml"/><Relationship Id="rId106" Type="http://schemas.openxmlformats.org/officeDocument/2006/relationships/image" Target="../media/image612.png"/><Relationship Id="rId10" Type="http://schemas.openxmlformats.org/officeDocument/2006/relationships/image" Target="../media/image564.png"/><Relationship Id="rId31" Type="http://schemas.openxmlformats.org/officeDocument/2006/relationships/customXml" Target="../ink/ink995.xml"/><Relationship Id="rId52" Type="http://schemas.openxmlformats.org/officeDocument/2006/relationships/image" Target="../media/image585.png"/><Relationship Id="rId73" Type="http://schemas.openxmlformats.org/officeDocument/2006/relationships/customXml" Target="../ink/ink1016.xml"/><Relationship Id="rId78" Type="http://schemas.openxmlformats.org/officeDocument/2006/relationships/image" Target="../media/image598.png"/><Relationship Id="rId94" Type="http://schemas.openxmlformats.org/officeDocument/2006/relationships/image" Target="../media/image606.png"/><Relationship Id="rId99" Type="http://schemas.openxmlformats.org/officeDocument/2006/relationships/customXml" Target="../ink/ink1029.xml"/><Relationship Id="rId101" Type="http://schemas.openxmlformats.org/officeDocument/2006/relationships/customXml" Target="../ink/ink1030.xml"/><Relationship Id="rId122" Type="http://schemas.openxmlformats.org/officeDocument/2006/relationships/image" Target="../media/image620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470.png"/><Relationship Id="rId21" Type="http://schemas.openxmlformats.org/officeDocument/2006/relationships/customXml" Target="../ink/ink1050.xml"/><Relationship Id="rId42" Type="http://schemas.openxmlformats.org/officeDocument/2006/relationships/image" Target="../media/image4550.png"/><Relationship Id="rId47" Type="http://schemas.openxmlformats.org/officeDocument/2006/relationships/customXml" Target="../ink/ink1063.xml"/><Relationship Id="rId63" Type="http://schemas.openxmlformats.org/officeDocument/2006/relationships/customXml" Target="../ink/ink1071.xml"/><Relationship Id="rId68" Type="http://schemas.openxmlformats.org/officeDocument/2006/relationships/image" Target="../media/image4680.png"/><Relationship Id="rId84" Type="http://schemas.openxmlformats.org/officeDocument/2006/relationships/image" Target="../media/image4760.png"/><Relationship Id="rId89" Type="http://schemas.openxmlformats.org/officeDocument/2006/relationships/customXml" Target="../ink/ink1084.xml"/><Relationship Id="rId16" Type="http://schemas.openxmlformats.org/officeDocument/2006/relationships/image" Target="../media/image4420.png"/><Relationship Id="rId11" Type="http://schemas.openxmlformats.org/officeDocument/2006/relationships/customXml" Target="../ink/ink1045.xml"/><Relationship Id="rId32" Type="http://schemas.openxmlformats.org/officeDocument/2006/relationships/image" Target="../media/image4500.png"/><Relationship Id="rId37" Type="http://schemas.openxmlformats.org/officeDocument/2006/relationships/customXml" Target="../ink/ink1058.xml"/><Relationship Id="rId53" Type="http://schemas.openxmlformats.org/officeDocument/2006/relationships/customXml" Target="../ink/ink1066.xml"/><Relationship Id="rId58" Type="http://schemas.openxmlformats.org/officeDocument/2006/relationships/image" Target="../media/image4630.png"/><Relationship Id="rId74" Type="http://schemas.openxmlformats.org/officeDocument/2006/relationships/image" Target="../media/image4712.png"/><Relationship Id="rId79" Type="http://schemas.openxmlformats.org/officeDocument/2006/relationships/customXml" Target="../ink/ink1079.xml"/><Relationship Id="rId102" Type="http://schemas.openxmlformats.org/officeDocument/2006/relationships/image" Target="../media/image4850.png"/><Relationship Id="rId5" Type="http://schemas.openxmlformats.org/officeDocument/2006/relationships/customXml" Target="../ink/ink1042.xml"/><Relationship Id="rId90" Type="http://schemas.openxmlformats.org/officeDocument/2006/relationships/image" Target="../media/image4790.png"/><Relationship Id="rId95" Type="http://schemas.openxmlformats.org/officeDocument/2006/relationships/customXml" Target="../ink/ink1087.xml"/><Relationship Id="rId22" Type="http://schemas.openxmlformats.org/officeDocument/2006/relationships/image" Target="../media/image4450.png"/><Relationship Id="rId27" Type="http://schemas.openxmlformats.org/officeDocument/2006/relationships/customXml" Target="../ink/ink1053.xml"/><Relationship Id="rId43" Type="http://schemas.openxmlformats.org/officeDocument/2006/relationships/customXml" Target="../ink/ink1061.xml"/><Relationship Id="rId48" Type="http://schemas.openxmlformats.org/officeDocument/2006/relationships/image" Target="../media/image4580.png"/><Relationship Id="rId64" Type="http://schemas.openxmlformats.org/officeDocument/2006/relationships/image" Target="../media/image4660.png"/><Relationship Id="rId69" Type="http://schemas.openxmlformats.org/officeDocument/2006/relationships/customXml" Target="../ink/ink1074.xml"/><Relationship Id="rId80" Type="http://schemas.openxmlformats.org/officeDocument/2006/relationships/image" Target="../media/image4740.png"/><Relationship Id="rId85" Type="http://schemas.openxmlformats.org/officeDocument/2006/relationships/customXml" Target="../ink/ink1082.xml"/><Relationship Id="rId12" Type="http://schemas.openxmlformats.org/officeDocument/2006/relationships/image" Target="../media/image4400.png"/><Relationship Id="rId17" Type="http://schemas.openxmlformats.org/officeDocument/2006/relationships/customXml" Target="../ink/ink1048.xml"/><Relationship Id="rId33" Type="http://schemas.openxmlformats.org/officeDocument/2006/relationships/customXml" Target="../ink/ink1056.xml"/><Relationship Id="rId38" Type="http://schemas.openxmlformats.org/officeDocument/2006/relationships/image" Target="../media/image4530.png"/><Relationship Id="rId59" Type="http://schemas.openxmlformats.org/officeDocument/2006/relationships/customXml" Target="../ink/ink1069.xml"/><Relationship Id="rId103" Type="http://schemas.openxmlformats.org/officeDocument/2006/relationships/customXml" Target="../ink/ink1091.xml"/><Relationship Id="rId20" Type="http://schemas.openxmlformats.org/officeDocument/2006/relationships/image" Target="../media/image4440.png"/><Relationship Id="rId41" Type="http://schemas.openxmlformats.org/officeDocument/2006/relationships/customXml" Target="../ink/ink1060.xml"/><Relationship Id="rId54" Type="http://schemas.openxmlformats.org/officeDocument/2006/relationships/image" Target="../media/image4612.png"/><Relationship Id="rId62" Type="http://schemas.openxmlformats.org/officeDocument/2006/relationships/image" Target="../media/image4650.png"/><Relationship Id="rId70" Type="http://schemas.openxmlformats.org/officeDocument/2006/relationships/image" Target="../media/image4690.png"/><Relationship Id="rId75" Type="http://schemas.openxmlformats.org/officeDocument/2006/relationships/customXml" Target="../ink/ink1077.xml"/><Relationship Id="rId83" Type="http://schemas.openxmlformats.org/officeDocument/2006/relationships/customXml" Target="../ink/ink1081.xml"/><Relationship Id="rId88" Type="http://schemas.openxmlformats.org/officeDocument/2006/relationships/image" Target="../media/image4780.png"/><Relationship Id="rId91" Type="http://schemas.openxmlformats.org/officeDocument/2006/relationships/customXml" Target="../ink/ink1085.xml"/><Relationship Id="rId96" Type="http://schemas.openxmlformats.org/officeDocument/2006/relationships/image" Target="../media/image48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0.png"/><Relationship Id="rId15" Type="http://schemas.openxmlformats.org/officeDocument/2006/relationships/customXml" Target="../ink/ink1047.xml"/><Relationship Id="rId23" Type="http://schemas.openxmlformats.org/officeDocument/2006/relationships/customXml" Target="../ink/ink1051.xml"/><Relationship Id="rId28" Type="http://schemas.openxmlformats.org/officeDocument/2006/relationships/image" Target="../media/image4480.png"/><Relationship Id="rId36" Type="http://schemas.openxmlformats.org/officeDocument/2006/relationships/image" Target="../media/image4520.png"/><Relationship Id="rId49" Type="http://schemas.openxmlformats.org/officeDocument/2006/relationships/customXml" Target="../ink/ink1064.xml"/><Relationship Id="rId57" Type="http://schemas.openxmlformats.org/officeDocument/2006/relationships/customXml" Target="../ink/ink1068.xml"/><Relationship Id="rId106" Type="http://schemas.openxmlformats.org/officeDocument/2006/relationships/image" Target="../media/image4870.png"/><Relationship Id="rId10" Type="http://schemas.openxmlformats.org/officeDocument/2006/relationships/image" Target="../media/image4390.png"/><Relationship Id="rId31" Type="http://schemas.openxmlformats.org/officeDocument/2006/relationships/customXml" Target="../ink/ink1055.xml"/><Relationship Id="rId44" Type="http://schemas.openxmlformats.org/officeDocument/2006/relationships/image" Target="../media/image4560.png"/><Relationship Id="rId52" Type="http://schemas.openxmlformats.org/officeDocument/2006/relationships/image" Target="../media/image4600.png"/><Relationship Id="rId60" Type="http://schemas.openxmlformats.org/officeDocument/2006/relationships/image" Target="../media/image4640.png"/><Relationship Id="rId65" Type="http://schemas.openxmlformats.org/officeDocument/2006/relationships/customXml" Target="../ink/ink1072.xml"/><Relationship Id="rId73" Type="http://schemas.openxmlformats.org/officeDocument/2006/relationships/customXml" Target="../ink/ink1076.xml"/><Relationship Id="rId78" Type="http://schemas.openxmlformats.org/officeDocument/2006/relationships/image" Target="../media/image4730.png"/><Relationship Id="rId81" Type="http://schemas.openxmlformats.org/officeDocument/2006/relationships/customXml" Target="../ink/ink1080.xml"/><Relationship Id="rId86" Type="http://schemas.openxmlformats.org/officeDocument/2006/relationships/image" Target="../media/image4770.png"/><Relationship Id="rId94" Type="http://schemas.openxmlformats.org/officeDocument/2006/relationships/image" Target="../media/image4811.png"/><Relationship Id="rId99" Type="http://schemas.openxmlformats.org/officeDocument/2006/relationships/customXml" Target="../ink/ink1089.xml"/><Relationship Id="rId101" Type="http://schemas.openxmlformats.org/officeDocument/2006/relationships/customXml" Target="../ink/ink1090.xml"/><Relationship Id="rId4" Type="http://schemas.microsoft.com/office/2007/relationships/hdphoto" Target="../media/hdphoto1.wdp"/><Relationship Id="rId9" Type="http://schemas.openxmlformats.org/officeDocument/2006/relationships/customXml" Target="../ink/ink1044.xml"/><Relationship Id="rId13" Type="http://schemas.openxmlformats.org/officeDocument/2006/relationships/customXml" Target="../ink/ink1046.xml"/><Relationship Id="rId18" Type="http://schemas.openxmlformats.org/officeDocument/2006/relationships/image" Target="../media/image4430.png"/><Relationship Id="rId39" Type="http://schemas.openxmlformats.org/officeDocument/2006/relationships/customXml" Target="../ink/ink1059.xml"/><Relationship Id="rId34" Type="http://schemas.openxmlformats.org/officeDocument/2006/relationships/image" Target="../media/image4512.png"/><Relationship Id="rId50" Type="http://schemas.openxmlformats.org/officeDocument/2006/relationships/image" Target="../media/image4590.png"/><Relationship Id="rId55" Type="http://schemas.openxmlformats.org/officeDocument/2006/relationships/customXml" Target="../ink/ink1067.xml"/><Relationship Id="rId76" Type="http://schemas.openxmlformats.org/officeDocument/2006/relationships/image" Target="../media/image4720.png"/><Relationship Id="rId97" Type="http://schemas.openxmlformats.org/officeDocument/2006/relationships/customXml" Target="../ink/ink1088.xml"/><Relationship Id="rId104" Type="http://schemas.openxmlformats.org/officeDocument/2006/relationships/image" Target="../media/image4860.png"/><Relationship Id="rId7" Type="http://schemas.openxmlformats.org/officeDocument/2006/relationships/customXml" Target="../ink/ink1043.xml"/><Relationship Id="rId71" Type="http://schemas.openxmlformats.org/officeDocument/2006/relationships/customXml" Target="../ink/ink1075.xml"/><Relationship Id="rId92" Type="http://schemas.openxmlformats.org/officeDocument/2006/relationships/image" Target="../media/image4800.png"/><Relationship Id="rId2" Type="http://schemas.openxmlformats.org/officeDocument/2006/relationships/image" Target="../media/image407.gif"/><Relationship Id="rId29" Type="http://schemas.openxmlformats.org/officeDocument/2006/relationships/customXml" Target="../ink/ink1054.xml"/><Relationship Id="rId24" Type="http://schemas.openxmlformats.org/officeDocument/2006/relationships/image" Target="../media/image4460.png"/><Relationship Id="rId40" Type="http://schemas.openxmlformats.org/officeDocument/2006/relationships/image" Target="../media/image4540.png"/><Relationship Id="rId45" Type="http://schemas.openxmlformats.org/officeDocument/2006/relationships/customXml" Target="../ink/ink1062.xml"/><Relationship Id="rId66" Type="http://schemas.openxmlformats.org/officeDocument/2006/relationships/image" Target="../media/image4670.png"/><Relationship Id="rId87" Type="http://schemas.openxmlformats.org/officeDocument/2006/relationships/customXml" Target="../ink/ink1083.xml"/><Relationship Id="rId61" Type="http://schemas.openxmlformats.org/officeDocument/2006/relationships/customXml" Target="../ink/ink1070.xml"/><Relationship Id="rId82" Type="http://schemas.openxmlformats.org/officeDocument/2006/relationships/image" Target="../media/image4750.png"/><Relationship Id="rId19" Type="http://schemas.openxmlformats.org/officeDocument/2006/relationships/customXml" Target="../ink/ink1049.xml"/><Relationship Id="rId14" Type="http://schemas.openxmlformats.org/officeDocument/2006/relationships/image" Target="../media/image4412.png"/><Relationship Id="rId30" Type="http://schemas.openxmlformats.org/officeDocument/2006/relationships/image" Target="../media/image4490.png"/><Relationship Id="rId35" Type="http://schemas.openxmlformats.org/officeDocument/2006/relationships/customXml" Target="../ink/ink1057.xml"/><Relationship Id="rId56" Type="http://schemas.openxmlformats.org/officeDocument/2006/relationships/image" Target="../media/image4620.png"/><Relationship Id="rId77" Type="http://schemas.openxmlformats.org/officeDocument/2006/relationships/customXml" Target="../ink/ink1078.xml"/><Relationship Id="rId100" Type="http://schemas.openxmlformats.org/officeDocument/2006/relationships/image" Target="../media/image4840.png"/><Relationship Id="rId105" Type="http://schemas.openxmlformats.org/officeDocument/2006/relationships/customXml" Target="../ink/ink1092.xml"/><Relationship Id="rId8" Type="http://schemas.openxmlformats.org/officeDocument/2006/relationships/image" Target="../media/image4380.png"/><Relationship Id="rId51" Type="http://schemas.openxmlformats.org/officeDocument/2006/relationships/customXml" Target="../ink/ink1065.xml"/><Relationship Id="rId72" Type="http://schemas.openxmlformats.org/officeDocument/2006/relationships/image" Target="../media/image4700.png"/><Relationship Id="rId93" Type="http://schemas.openxmlformats.org/officeDocument/2006/relationships/customXml" Target="../ink/ink1086.xml"/><Relationship Id="rId98" Type="http://schemas.openxmlformats.org/officeDocument/2006/relationships/image" Target="../media/image4830.png"/><Relationship Id="rId3" Type="http://schemas.openxmlformats.org/officeDocument/2006/relationships/image" Target="../media/image406.png"/><Relationship Id="rId25" Type="http://schemas.openxmlformats.org/officeDocument/2006/relationships/customXml" Target="../ink/ink1052.xml"/><Relationship Id="rId46" Type="http://schemas.openxmlformats.org/officeDocument/2006/relationships/image" Target="../media/image4570.png"/><Relationship Id="rId67" Type="http://schemas.openxmlformats.org/officeDocument/2006/relationships/customXml" Target="../ink/ink1073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50.xml"/><Relationship Id="rId299" Type="http://schemas.openxmlformats.org/officeDocument/2006/relationships/customXml" Target="../ink/ink1241.xml"/><Relationship Id="rId21" Type="http://schemas.openxmlformats.org/officeDocument/2006/relationships/customXml" Target="../ink/ink1102.xml"/><Relationship Id="rId63" Type="http://schemas.openxmlformats.org/officeDocument/2006/relationships/customXml" Target="../ink/ink1123.xml"/><Relationship Id="rId159" Type="http://schemas.openxmlformats.org/officeDocument/2006/relationships/customXml" Target="../ink/ink1171.xml"/><Relationship Id="rId324" Type="http://schemas.openxmlformats.org/officeDocument/2006/relationships/image" Target="../media/image654.png"/><Relationship Id="rId366" Type="http://schemas.openxmlformats.org/officeDocument/2006/relationships/image" Target="../media/image675.png"/><Relationship Id="rId170" Type="http://schemas.openxmlformats.org/officeDocument/2006/relationships/image" Target="../media/image5720.png"/><Relationship Id="rId226" Type="http://schemas.openxmlformats.org/officeDocument/2006/relationships/image" Target="../media/image6000.png"/><Relationship Id="rId268" Type="http://schemas.openxmlformats.org/officeDocument/2006/relationships/image" Target="../media/image626.png"/><Relationship Id="rId32" Type="http://schemas.openxmlformats.org/officeDocument/2006/relationships/image" Target="../media/image5030.png"/><Relationship Id="rId74" Type="http://schemas.openxmlformats.org/officeDocument/2006/relationships/image" Target="../media/image5240.png"/><Relationship Id="rId128" Type="http://schemas.openxmlformats.org/officeDocument/2006/relationships/image" Target="../media/image5512.png"/><Relationship Id="rId335" Type="http://schemas.openxmlformats.org/officeDocument/2006/relationships/customXml" Target="../ink/ink1259.xml"/><Relationship Id="rId5" Type="http://schemas.openxmlformats.org/officeDocument/2006/relationships/customXml" Target="../ink/ink1094.xml"/><Relationship Id="rId181" Type="http://schemas.openxmlformats.org/officeDocument/2006/relationships/customXml" Target="../ink/ink1182.xml"/><Relationship Id="rId237" Type="http://schemas.openxmlformats.org/officeDocument/2006/relationships/customXml" Target="../ink/ink1210.xml"/><Relationship Id="rId279" Type="http://schemas.openxmlformats.org/officeDocument/2006/relationships/customXml" Target="../ink/ink1231.xml"/><Relationship Id="rId43" Type="http://schemas.openxmlformats.org/officeDocument/2006/relationships/customXml" Target="../ink/ink1113.xml"/><Relationship Id="rId139" Type="http://schemas.openxmlformats.org/officeDocument/2006/relationships/customXml" Target="../ink/ink1161.xml"/><Relationship Id="rId290" Type="http://schemas.openxmlformats.org/officeDocument/2006/relationships/image" Target="../media/image637.png"/><Relationship Id="rId304" Type="http://schemas.openxmlformats.org/officeDocument/2006/relationships/image" Target="../media/image644.png"/><Relationship Id="rId346" Type="http://schemas.openxmlformats.org/officeDocument/2006/relationships/image" Target="../media/image665.png"/><Relationship Id="rId85" Type="http://schemas.openxmlformats.org/officeDocument/2006/relationships/customXml" Target="../ink/ink1134.xml"/><Relationship Id="rId150" Type="http://schemas.openxmlformats.org/officeDocument/2006/relationships/image" Target="../media/image5620.png"/><Relationship Id="rId192" Type="http://schemas.openxmlformats.org/officeDocument/2006/relationships/image" Target="../media/image5830.png"/><Relationship Id="rId206" Type="http://schemas.openxmlformats.org/officeDocument/2006/relationships/image" Target="../media/image5900.png"/><Relationship Id="rId248" Type="http://schemas.openxmlformats.org/officeDocument/2006/relationships/image" Target="../media/image6112.png"/><Relationship Id="rId12" Type="http://schemas.openxmlformats.org/officeDocument/2006/relationships/image" Target="../media/image4930.png"/><Relationship Id="rId108" Type="http://schemas.openxmlformats.org/officeDocument/2006/relationships/image" Target="../media/image5412.png"/><Relationship Id="rId315" Type="http://schemas.openxmlformats.org/officeDocument/2006/relationships/customXml" Target="../ink/ink1249.xml"/><Relationship Id="rId357" Type="http://schemas.openxmlformats.org/officeDocument/2006/relationships/customXml" Target="../ink/ink1270.xml"/><Relationship Id="rId54" Type="http://schemas.openxmlformats.org/officeDocument/2006/relationships/image" Target="../media/image5140.png"/><Relationship Id="rId96" Type="http://schemas.openxmlformats.org/officeDocument/2006/relationships/image" Target="../media/image5350.png"/><Relationship Id="rId161" Type="http://schemas.openxmlformats.org/officeDocument/2006/relationships/customXml" Target="../ink/ink1172.xml"/><Relationship Id="rId217" Type="http://schemas.openxmlformats.org/officeDocument/2006/relationships/customXml" Target="../ink/ink1200.xml"/><Relationship Id="rId259" Type="http://schemas.openxmlformats.org/officeDocument/2006/relationships/customXml" Target="../ink/ink1221.xml"/><Relationship Id="rId23" Type="http://schemas.openxmlformats.org/officeDocument/2006/relationships/customXml" Target="../ink/ink1103.xml"/><Relationship Id="rId119" Type="http://schemas.openxmlformats.org/officeDocument/2006/relationships/customXml" Target="../ink/ink1151.xml"/><Relationship Id="rId270" Type="http://schemas.openxmlformats.org/officeDocument/2006/relationships/image" Target="../media/image627.png"/><Relationship Id="rId326" Type="http://schemas.openxmlformats.org/officeDocument/2006/relationships/image" Target="../media/image655.png"/><Relationship Id="rId65" Type="http://schemas.openxmlformats.org/officeDocument/2006/relationships/customXml" Target="../ink/ink1124.xml"/><Relationship Id="rId130" Type="http://schemas.openxmlformats.org/officeDocument/2006/relationships/image" Target="../media/image5520.png"/><Relationship Id="rId368" Type="http://schemas.openxmlformats.org/officeDocument/2006/relationships/image" Target="../media/image676.png"/><Relationship Id="rId172" Type="http://schemas.openxmlformats.org/officeDocument/2006/relationships/image" Target="../media/image5730.png"/><Relationship Id="rId228" Type="http://schemas.openxmlformats.org/officeDocument/2006/relationships/image" Target="../media/image6012.png"/><Relationship Id="rId281" Type="http://schemas.openxmlformats.org/officeDocument/2006/relationships/customXml" Target="../ink/ink1232.xml"/><Relationship Id="rId337" Type="http://schemas.openxmlformats.org/officeDocument/2006/relationships/customXml" Target="../ink/ink1260.xml"/><Relationship Id="rId34" Type="http://schemas.openxmlformats.org/officeDocument/2006/relationships/image" Target="../media/image5040.png"/><Relationship Id="rId76" Type="http://schemas.openxmlformats.org/officeDocument/2006/relationships/image" Target="../media/image5250.png"/><Relationship Id="rId141" Type="http://schemas.openxmlformats.org/officeDocument/2006/relationships/customXml" Target="../ink/ink1162.xml"/><Relationship Id="rId7" Type="http://schemas.openxmlformats.org/officeDocument/2006/relationships/customXml" Target="../ink/ink1095.xml"/><Relationship Id="rId183" Type="http://schemas.openxmlformats.org/officeDocument/2006/relationships/customXml" Target="../ink/ink1183.xml"/><Relationship Id="rId239" Type="http://schemas.openxmlformats.org/officeDocument/2006/relationships/customXml" Target="../ink/ink1211.xml"/><Relationship Id="rId250" Type="http://schemas.openxmlformats.org/officeDocument/2006/relationships/image" Target="../media/image6120.png"/><Relationship Id="rId292" Type="http://schemas.openxmlformats.org/officeDocument/2006/relationships/image" Target="../media/image638.png"/><Relationship Id="rId306" Type="http://schemas.openxmlformats.org/officeDocument/2006/relationships/image" Target="../media/image645.png"/><Relationship Id="rId45" Type="http://schemas.openxmlformats.org/officeDocument/2006/relationships/customXml" Target="../ink/ink1114.xml"/><Relationship Id="rId87" Type="http://schemas.openxmlformats.org/officeDocument/2006/relationships/customXml" Target="../ink/ink1135.xml"/><Relationship Id="rId110" Type="http://schemas.openxmlformats.org/officeDocument/2006/relationships/image" Target="../media/image5420.png"/><Relationship Id="rId348" Type="http://schemas.openxmlformats.org/officeDocument/2006/relationships/image" Target="../media/image666.png"/><Relationship Id="rId152" Type="http://schemas.openxmlformats.org/officeDocument/2006/relationships/image" Target="../media/image5630.png"/><Relationship Id="rId194" Type="http://schemas.openxmlformats.org/officeDocument/2006/relationships/image" Target="../media/image5840.png"/><Relationship Id="rId208" Type="http://schemas.openxmlformats.org/officeDocument/2006/relationships/image" Target="../media/image5912.png"/><Relationship Id="rId261" Type="http://schemas.openxmlformats.org/officeDocument/2006/relationships/customXml" Target="../ink/ink1222.xml"/><Relationship Id="rId14" Type="http://schemas.openxmlformats.org/officeDocument/2006/relationships/image" Target="../media/image4940.png"/><Relationship Id="rId56" Type="http://schemas.openxmlformats.org/officeDocument/2006/relationships/image" Target="../media/image5150.png"/><Relationship Id="rId317" Type="http://schemas.openxmlformats.org/officeDocument/2006/relationships/customXml" Target="../ink/ink1250.xml"/><Relationship Id="rId359" Type="http://schemas.openxmlformats.org/officeDocument/2006/relationships/customXml" Target="../ink/ink1271.xml"/><Relationship Id="rId98" Type="http://schemas.openxmlformats.org/officeDocument/2006/relationships/image" Target="../media/image5360.png"/><Relationship Id="rId121" Type="http://schemas.openxmlformats.org/officeDocument/2006/relationships/customXml" Target="../ink/ink1152.xml"/><Relationship Id="rId163" Type="http://schemas.openxmlformats.org/officeDocument/2006/relationships/customXml" Target="../ink/ink1173.xml"/><Relationship Id="rId219" Type="http://schemas.openxmlformats.org/officeDocument/2006/relationships/customXml" Target="../ink/ink1201.xml"/><Relationship Id="rId230" Type="http://schemas.openxmlformats.org/officeDocument/2006/relationships/image" Target="../media/image6020.png"/><Relationship Id="rId25" Type="http://schemas.openxmlformats.org/officeDocument/2006/relationships/customXml" Target="../ink/ink1104.xml"/><Relationship Id="rId67" Type="http://schemas.openxmlformats.org/officeDocument/2006/relationships/customXml" Target="../ink/ink1125.xml"/><Relationship Id="rId272" Type="http://schemas.openxmlformats.org/officeDocument/2006/relationships/image" Target="../media/image628.png"/><Relationship Id="rId328" Type="http://schemas.openxmlformats.org/officeDocument/2006/relationships/image" Target="../media/image656.png"/><Relationship Id="rId132" Type="http://schemas.openxmlformats.org/officeDocument/2006/relationships/image" Target="../media/image5530.png"/><Relationship Id="rId174" Type="http://schemas.openxmlformats.org/officeDocument/2006/relationships/image" Target="../media/image5740.png"/><Relationship Id="rId220" Type="http://schemas.openxmlformats.org/officeDocument/2006/relationships/image" Target="../media/image5970.png"/><Relationship Id="rId241" Type="http://schemas.openxmlformats.org/officeDocument/2006/relationships/customXml" Target="../ink/ink1212.xml"/><Relationship Id="rId15" Type="http://schemas.openxmlformats.org/officeDocument/2006/relationships/customXml" Target="../ink/ink1099.xml"/><Relationship Id="rId36" Type="http://schemas.openxmlformats.org/officeDocument/2006/relationships/image" Target="../media/image5050.png"/><Relationship Id="rId57" Type="http://schemas.openxmlformats.org/officeDocument/2006/relationships/customXml" Target="../ink/ink1120.xml"/><Relationship Id="rId262" Type="http://schemas.openxmlformats.org/officeDocument/2006/relationships/image" Target="../media/image623.png"/><Relationship Id="rId283" Type="http://schemas.openxmlformats.org/officeDocument/2006/relationships/customXml" Target="../ink/ink1233.xml"/><Relationship Id="rId318" Type="http://schemas.openxmlformats.org/officeDocument/2006/relationships/image" Target="../media/image651.png"/><Relationship Id="rId339" Type="http://schemas.openxmlformats.org/officeDocument/2006/relationships/customXml" Target="../ink/ink1261.xml"/><Relationship Id="rId78" Type="http://schemas.openxmlformats.org/officeDocument/2006/relationships/image" Target="../media/image5260.png"/><Relationship Id="rId99" Type="http://schemas.openxmlformats.org/officeDocument/2006/relationships/customXml" Target="../ink/ink1141.xml"/><Relationship Id="rId101" Type="http://schemas.openxmlformats.org/officeDocument/2006/relationships/customXml" Target="../ink/ink1142.xml"/><Relationship Id="rId122" Type="http://schemas.openxmlformats.org/officeDocument/2006/relationships/image" Target="../media/image5480.png"/><Relationship Id="rId143" Type="http://schemas.openxmlformats.org/officeDocument/2006/relationships/customXml" Target="../ink/ink1163.xml"/><Relationship Id="rId164" Type="http://schemas.openxmlformats.org/officeDocument/2006/relationships/image" Target="../media/image5690.png"/><Relationship Id="rId185" Type="http://schemas.openxmlformats.org/officeDocument/2006/relationships/customXml" Target="../ink/ink1184.xml"/><Relationship Id="rId350" Type="http://schemas.openxmlformats.org/officeDocument/2006/relationships/image" Target="../media/image667.png"/><Relationship Id="rId9" Type="http://schemas.openxmlformats.org/officeDocument/2006/relationships/customXml" Target="../ink/ink1096.xml"/><Relationship Id="rId210" Type="http://schemas.openxmlformats.org/officeDocument/2006/relationships/image" Target="../media/image5920.png"/><Relationship Id="rId26" Type="http://schemas.openxmlformats.org/officeDocument/2006/relationships/image" Target="../media/image5000.png"/><Relationship Id="rId231" Type="http://schemas.openxmlformats.org/officeDocument/2006/relationships/customXml" Target="../ink/ink1207.xml"/><Relationship Id="rId252" Type="http://schemas.openxmlformats.org/officeDocument/2006/relationships/image" Target="../media/image6130.png"/><Relationship Id="rId273" Type="http://schemas.openxmlformats.org/officeDocument/2006/relationships/customXml" Target="../ink/ink1228.xml"/><Relationship Id="rId294" Type="http://schemas.openxmlformats.org/officeDocument/2006/relationships/image" Target="../media/image639.png"/><Relationship Id="rId308" Type="http://schemas.openxmlformats.org/officeDocument/2006/relationships/image" Target="../media/image646.png"/><Relationship Id="rId329" Type="http://schemas.openxmlformats.org/officeDocument/2006/relationships/customXml" Target="../ink/ink1256.xml"/><Relationship Id="rId47" Type="http://schemas.openxmlformats.org/officeDocument/2006/relationships/customXml" Target="../ink/ink1115.xml"/><Relationship Id="rId68" Type="http://schemas.openxmlformats.org/officeDocument/2006/relationships/image" Target="../media/image5212.png"/><Relationship Id="rId89" Type="http://schemas.openxmlformats.org/officeDocument/2006/relationships/customXml" Target="../ink/ink1136.xml"/><Relationship Id="rId112" Type="http://schemas.openxmlformats.org/officeDocument/2006/relationships/image" Target="../media/image5430.png"/><Relationship Id="rId133" Type="http://schemas.openxmlformats.org/officeDocument/2006/relationships/customXml" Target="../ink/ink1158.xml"/><Relationship Id="rId154" Type="http://schemas.openxmlformats.org/officeDocument/2006/relationships/image" Target="../media/image5640.png"/><Relationship Id="rId175" Type="http://schemas.openxmlformats.org/officeDocument/2006/relationships/customXml" Target="../ink/ink1179.xml"/><Relationship Id="rId340" Type="http://schemas.openxmlformats.org/officeDocument/2006/relationships/image" Target="../media/image662.png"/><Relationship Id="rId361" Type="http://schemas.openxmlformats.org/officeDocument/2006/relationships/customXml" Target="../ink/ink1272.xml"/><Relationship Id="rId196" Type="http://schemas.openxmlformats.org/officeDocument/2006/relationships/image" Target="../media/image5850.png"/><Relationship Id="rId200" Type="http://schemas.openxmlformats.org/officeDocument/2006/relationships/image" Target="../media/image5870.png"/><Relationship Id="rId16" Type="http://schemas.openxmlformats.org/officeDocument/2006/relationships/image" Target="../media/image4950.png"/><Relationship Id="rId221" Type="http://schemas.openxmlformats.org/officeDocument/2006/relationships/customXml" Target="../ink/ink1202.xml"/><Relationship Id="rId242" Type="http://schemas.openxmlformats.org/officeDocument/2006/relationships/image" Target="../media/image6080.png"/><Relationship Id="rId263" Type="http://schemas.openxmlformats.org/officeDocument/2006/relationships/customXml" Target="../ink/ink1223.xml"/><Relationship Id="rId284" Type="http://schemas.openxmlformats.org/officeDocument/2006/relationships/image" Target="../media/image634.png"/><Relationship Id="rId319" Type="http://schemas.openxmlformats.org/officeDocument/2006/relationships/customXml" Target="../ink/ink1251.xml"/><Relationship Id="rId37" Type="http://schemas.openxmlformats.org/officeDocument/2006/relationships/customXml" Target="../ink/ink1110.xml"/><Relationship Id="rId58" Type="http://schemas.openxmlformats.org/officeDocument/2006/relationships/image" Target="../media/image5160.png"/><Relationship Id="rId79" Type="http://schemas.openxmlformats.org/officeDocument/2006/relationships/customXml" Target="../ink/ink1131.xml"/><Relationship Id="rId102" Type="http://schemas.openxmlformats.org/officeDocument/2006/relationships/image" Target="../media/image5380.png"/><Relationship Id="rId123" Type="http://schemas.openxmlformats.org/officeDocument/2006/relationships/customXml" Target="../ink/ink1153.xml"/><Relationship Id="rId144" Type="http://schemas.openxmlformats.org/officeDocument/2006/relationships/image" Target="../media/image5590.png"/><Relationship Id="rId330" Type="http://schemas.openxmlformats.org/officeDocument/2006/relationships/image" Target="../media/image657.png"/><Relationship Id="rId90" Type="http://schemas.openxmlformats.org/officeDocument/2006/relationships/image" Target="../media/image5320.png"/><Relationship Id="rId165" Type="http://schemas.openxmlformats.org/officeDocument/2006/relationships/customXml" Target="../ink/ink1174.xml"/><Relationship Id="rId186" Type="http://schemas.openxmlformats.org/officeDocument/2006/relationships/image" Target="../media/image5800.png"/><Relationship Id="rId351" Type="http://schemas.openxmlformats.org/officeDocument/2006/relationships/customXml" Target="../ink/ink1267.xml"/><Relationship Id="rId211" Type="http://schemas.openxmlformats.org/officeDocument/2006/relationships/customXml" Target="../ink/ink1197.xml"/><Relationship Id="rId232" Type="http://schemas.openxmlformats.org/officeDocument/2006/relationships/image" Target="../media/image6030.png"/><Relationship Id="rId253" Type="http://schemas.openxmlformats.org/officeDocument/2006/relationships/customXml" Target="../ink/ink1218.xml"/><Relationship Id="rId274" Type="http://schemas.openxmlformats.org/officeDocument/2006/relationships/image" Target="../media/image629.png"/><Relationship Id="rId295" Type="http://schemas.openxmlformats.org/officeDocument/2006/relationships/customXml" Target="../ink/ink1239.xml"/><Relationship Id="rId309" Type="http://schemas.openxmlformats.org/officeDocument/2006/relationships/customXml" Target="../ink/ink1246.xml"/><Relationship Id="rId27" Type="http://schemas.openxmlformats.org/officeDocument/2006/relationships/customXml" Target="../ink/ink1105.xml"/><Relationship Id="rId48" Type="http://schemas.openxmlformats.org/officeDocument/2006/relationships/image" Target="../media/image5112.png"/><Relationship Id="rId69" Type="http://schemas.openxmlformats.org/officeDocument/2006/relationships/customXml" Target="../ink/ink1126.xml"/><Relationship Id="rId113" Type="http://schemas.openxmlformats.org/officeDocument/2006/relationships/customXml" Target="../ink/ink1148.xml"/><Relationship Id="rId134" Type="http://schemas.openxmlformats.org/officeDocument/2006/relationships/image" Target="../media/image5540.png"/><Relationship Id="rId320" Type="http://schemas.openxmlformats.org/officeDocument/2006/relationships/image" Target="../media/image652.png"/><Relationship Id="rId80" Type="http://schemas.openxmlformats.org/officeDocument/2006/relationships/image" Target="../media/image5270.png"/><Relationship Id="rId155" Type="http://schemas.openxmlformats.org/officeDocument/2006/relationships/customXml" Target="../ink/ink1169.xml"/><Relationship Id="rId176" Type="http://schemas.openxmlformats.org/officeDocument/2006/relationships/image" Target="../media/image5750.png"/><Relationship Id="rId197" Type="http://schemas.openxmlformats.org/officeDocument/2006/relationships/customXml" Target="../ink/ink1190.xml"/><Relationship Id="rId341" Type="http://schemas.openxmlformats.org/officeDocument/2006/relationships/customXml" Target="../ink/ink1262.xml"/><Relationship Id="rId362" Type="http://schemas.openxmlformats.org/officeDocument/2006/relationships/image" Target="../media/image673.png"/><Relationship Id="rId201" Type="http://schemas.openxmlformats.org/officeDocument/2006/relationships/customXml" Target="../ink/ink1192.xml"/><Relationship Id="rId222" Type="http://schemas.openxmlformats.org/officeDocument/2006/relationships/image" Target="../media/image5980.png"/><Relationship Id="rId243" Type="http://schemas.openxmlformats.org/officeDocument/2006/relationships/customXml" Target="../ink/ink1213.xml"/><Relationship Id="rId264" Type="http://schemas.openxmlformats.org/officeDocument/2006/relationships/image" Target="../media/image624.png"/><Relationship Id="rId285" Type="http://schemas.openxmlformats.org/officeDocument/2006/relationships/customXml" Target="../ink/ink1234.xml"/><Relationship Id="rId17" Type="http://schemas.openxmlformats.org/officeDocument/2006/relationships/customXml" Target="../ink/ink1100.xml"/><Relationship Id="rId38" Type="http://schemas.openxmlformats.org/officeDocument/2006/relationships/image" Target="../media/image5060.png"/><Relationship Id="rId59" Type="http://schemas.openxmlformats.org/officeDocument/2006/relationships/customXml" Target="../ink/ink1121.xml"/><Relationship Id="rId103" Type="http://schemas.openxmlformats.org/officeDocument/2006/relationships/customXml" Target="../ink/ink1143.xml"/><Relationship Id="rId124" Type="http://schemas.openxmlformats.org/officeDocument/2006/relationships/image" Target="../media/image5490.png"/><Relationship Id="rId310" Type="http://schemas.openxmlformats.org/officeDocument/2006/relationships/image" Target="../media/image647.png"/><Relationship Id="rId70" Type="http://schemas.openxmlformats.org/officeDocument/2006/relationships/image" Target="../media/image5220.png"/><Relationship Id="rId91" Type="http://schemas.openxmlformats.org/officeDocument/2006/relationships/customXml" Target="../ink/ink1137.xml"/><Relationship Id="rId145" Type="http://schemas.openxmlformats.org/officeDocument/2006/relationships/customXml" Target="../ink/ink1164.xml"/><Relationship Id="rId166" Type="http://schemas.openxmlformats.org/officeDocument/2006/relationships/image" Target="../media/image5700.png"/><Relationship Id="rId187" Type="http://schemas.openxmlformats.org/officeDocument/2006/relationships/customXml" Target="../ink/ink1185.xml"/><Relationship Id="rId331" Type="http://schemas.openxmlformats.org/officeDocument/2006/relationships/customXml" Target="../ink/ink1257.xml"/><Relationship Id="rId352" Type="http://schemas.openxmlformats.org/officeDocument/2006/relationships/image" Target="../media/image668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930.png"/><Relationship Id="rId233" Type="http://schemas.openxmlformats.org/officeDocument/2006/relationships/customXml" Target="../ink/ink1208.xml"/><Relationship Id="rId254" Type="http://schemas.openxmlformats.org/officeDocument/2006/relationships/image" Target="../media/image6140.png"/><Relationship Id="rId28" Type="http://schemas.openxmlformats.org/officeDocument/2006/relationships/image" Target="../media/image5012.png"/><Relationship Id="rId49" Type="http://schemas.openxmlformats.org/officeDocument/2006/relationships/customXml" Target="../ink/ink1116.xml"/><Relationship Id="rId114" Type="http://schemas.openxmlformats.org/officeDocument/2006/relationships/image" Target="../media/image5440.png"/><Relationship Id="rId275" Type="http://schemas.openxmlformats.org/officeDocument/2006/relationships/customXml" Target="../ink/ink1229.xml"/><Relationship Id="rId296" Type="http://schemas.openxmlformats.org/officeDocument/2006/relationships/image" Target="../media/image640.png"/><Relationship Id="rId300" Type="http://schemas.openxmlformats.org/officeDocument/2006/relationships/image" Target="../media/image642.png"/><Relationship Id="rId60" Type="http://schemas.openxmlformats.org/officeDocument/2006/relationships/image" Target="../media/image5170.png"/><Relationship Id="rId81" Type="http://schemas.openxmlformats.org/officeDocument/2006/relationships/customXml" Target="../ink/ink1132.xml"/><Relationship Id="rId135" Type="http://schemas.openxmlformats.org/officeDocument/2006/relationships/customXml" Target="../ink/ink1159.xml"/><Relationship Id="rId156" Type="http://schemas.openxmlformats.org/officeDocument/2006/relationships/image" Target="../media/image5650.png"/><Relationship Id="rId177" Type="http://schemas.openxmlformats.org/officeDocument/2006/relationships/customXml" Target="../ink/ink1180.xml"/><Relationship Id="rId198" Type="http://schemas.openxmlformats.org/officeDocument/2006/relationships/image" Target="../media/image5860.png"/><Relationship Id="rId321" Type="http://schemas.openxmlformats.org/officeDocument/2006/relationships/customXml" Target="../ink/ink1252.xml"/><Relationship Id="rId342" Type="http://schemas.openxmlformats.org/officeDocument/2006/relationships/image" Target="../media/image663.png"/><Relationship Id="rId363" Type="http://schemas.openxmlformats.org/officeDocument/2006/relationships/customXml" Target="../ink/ink1273.xml"/><Relationship Id="rId202" Type="http://schemas.openxmlformats.org/officeDocument/2006/relationships/image" Target="../media/image5880.png"/><Relationship Id="rId223" Type="http://schemas.openxmlformats.org/officeDocument/2006/relationships/customXml" Target="../ink/ink1203.xml"/><Relationship Id="rId244" Type="http://schemas.openxmlformats.org/officeDocument/2006/relationships/image" Target="../media/image6090.png"/><Relationship Id="rId18" Type="http://schemas.openxmlformats.org/officeDocument/2006/relationships/image" Target="../media/image4960.png"/><Relationship Id="rId39" Type="http://schemas.openxmlformats.org/officeDocument/2006/relationships/customXml" Target="../ink/ink1111.xml"/><Relationship Id="rId265" Type="http://schemas.openxmlformats.org/officeDocument/2006/relationships/customXml" Target="../ink/ink1224.xml"/><Relationship Id="rId286" Type="http://schemas.openxmlformats.org/officeDocument/2006/relationships/image" Target="../media/image635.png"/><Relationship Id="rId50" Type="http://schemas.openxmlformats.org/officeDocument/2006/relationships/image" Target="../media/image5120.png"/><Relationship Id="rId104" Type="http://schemas.openxmlformats.org/officeDocument/2006/relationships/image" Target="../media/image5390.png"/><Relationship Id="rId125" Type="http://schemas.openxmlformats.org/officeDocument/2006/relationships/customXml" Target="../ink/ink1154.xml"/><Relationship Id="rId146" Type="http://schemas.openxmlformats.org/officeDocument/2006/relationships/image" Target="../media/image5600.png"/><Relationship Id="rId167" Type="http://schemas.openxmlformats.org/officeDocument/2006/relationships/customXml" Target="../ink/ink1175.xml"/><Relationship Id="rId188" Type="http://schemas.openxmlformats.org/officeDocument/2006/relationships/image" Target="../media/image5812.png"/><Relationship Id="rId311" Type="http://schemas.openxmlformats.org/officeDocument/2006/relationships/customXml" Target="../ink/ink1247.xml"/><Relationship Id="rId332" Type="http://schemas.openxmlformats.org/officeDocument/2006/relationships/image" Target="../media/image658.png"/><Relationship Id="rId353" Type="http://schemas.openxmlformats.org/officeDocument/2006/relationships/customXml" Target="../ink/ink1268.xml"/><Relationship Id="rId71" Type="http://schemas.openxmlformats.org/officeDocument/2006/relationships/customXml" Target="../ink/ink1127.xml"/><Relationship Id="rId92" Type="http://schemas.openxmlformats.org/officeDocument/2006/relationships/image" Target="../media/image5330.png"/><Relationship Id="rId213" Type="http://schemas.openxmlformats.org/officeDocument/2006/relationships/customXml" Target="../ink/ink1198.xml"/><Relationship Id="rId234" Type="http://schemas.openxmlformats.org/officeDocument/2006/relationships/image" Target="../media/image6040.png"/><Relationship Id="rId2" Type="http://schemas.openxmlformats.org/officeDocument/2006/relationships/image" Target="../media/image408.gif"/><Relationship Id="rId29" Type="http://schemas.openxmlformats.org/officeDocument/2006/relationships/customXml" Target="../ink/ink1106.xml"/><Relationship Id="rId255" Type="http://schemas.openxmlformats.org/officeDocument/2006/relationships/customXml" Target="../ink/ink1219.xml"/><Relationship Id="rId276" Type="http://schemas.openxmlformats.org/officeDocument/2006/relationships/image" Target="../media/image630.png"/><Relationship Id="rId297" Type="http://schemas.openxmlformats.org/officeDocument/2006/relationships/customXml" Target="../ink/ink1240.xml"/><Relationship Id="rId40" Type="http://schemas.openxmlformats.org/officeDocument/2006/relationships/image" Target="../media/image5070.png"/><Relationship Id="rId115" Type="http://schemas.openxmlformats.org/officeDocument/2006/relationships/customXml" Target="../ink/ink1149.xml"/><Relationship Id="rId136" Type="http://schemas.openxmlformats.org/officeDocument/2006/relationships/image" Target="../media/image5550.png"/><Relationship Id="rId157" Type="http://schemas.openxmlformats.org/officeDocument/2006/relationships/customXml" Target="../ink/ink1170.xml"/><Relationship Id="rId178" Type="http://schemas.openxmlformats.org/officeDocument/2006/relationships/image" Target="../media/image5760.png"/><Relationship Id="rId301" Type="http://schemas.openxmlformats.org/officeDocument/2006/relationships/customXml" Target="../ink/ink1242.xml"/><Relationship Id="rId322" Type="http://schemas.openxmlformats.org/officeDocument/2006/relationships/image" Target="../media/image653.png"/><Relationship Id="rId343" Type="http://schemas.openxmlformats.org/officeDocument/2006/relationships/customXml" Target="../ink/ink1263.xml"/><Relationship Id="rId364" Type="http://schemas.openxmlformats.org/officeDocument/2006/relationships/image" Target="../media/image674.png"/><Relationship Id="rId61" Type="http://schemas.openxmlformats.org/officeDocument/2006/relationships/customXml" Target="../ink/ink1122.xml"/><Relationship Id="rId82" Type="http://schemas.openxmlformats.org/officeDocument/2006/relationships/image" Target="../media/image5280.png"/><Relationship Id="rId199" Type="http://schemas.openxmlformats.org/officeDocument/2006/relationships/customXml" Target="../ink/ink1191.xml"/><Relationship Id="rId203" Type="http://schemas.openxmlformats.org/officeDocument/2006/relationships/customXml" Target="../ink/ink1193.xml"/><Relationship Id="rId19" Type="http://schemas.openxmlformats.org/officeDocument/2006/relationships/customXml" Target="../ink/ink1101.xml"/><Relationship Id="rId224" Type="http://schemas.openxmlformats.org/officeDocument/2006/relationships/image" Target="../media/image5990.png"/><Relationship Id="rId245" Type="http://schemas.openxmlformats.org/officeDocument/2006/relationships/customXml" Target="../ink/ink1214.xml"/><Relationship Id="rId266" Type="http://schemas.openxmlformats.org/officeDocument/2006/relationships/image" Target="../media/image625.png"/><Relationship Id="rId287" Type="http://schemas.openxmlformats.org/officeDocument/2006/relationships/customXml" Target="../ink/ink1235.xml"/><Relationship Id="rId30" Type="http://schemas.openxmlformats.org/officeDocument/2006/relationships/image" Target="../media/image5020.png"/><Relationship Id="rId105" Type="http://schemas.openxmlformats.org/officeDocument/2006/relationships/customXml" Target="../ink/ink1144.xml"/><Relationship Id="rId126" Type="http://schemas.openxmlformats.org/officeDocument/2006/relationships/image" Target="../media/image5500.png"/><Relationship Id="rId147" Type="http://schemas.openxmlformats.org/officeDocument/2006/relationships/customXml" Target="../ink/ink1165.xml"/><Relationship Id="rId168" Type="http://schemas.openxmlformats.org/officeDocument/2006/relationships/image" Target="../media/image5712.png"/><Relationship Id="rId312" Type="http://schemas.openxmlformats.org/officeDocument/2006/relationships/image" Target="../media/image648.png"/><Relationship Id="rId333" Type="http://schemas.openxmlformats.org/officeDocument/2006/relationships/customXml" Target="../ink/ink1258.xml"/><Relationship Id="rId354" Type="http://schemas.openxmlformats.org/officeDocument/2006/relationships/image" Target="../media/image669.png"/><Relationship Id="rId51" Type="http://schemas.openxmlformats.org/officeDocument/2006/relationships/customXml" Target="../ink/ink1117.xml"/><Relationship Id="rId72" Type="http://schemas.openxmlformats.org/officeDocument/2006/relationships/image" Target="../media/image5230.png"/><Relationship Id="rId93" Type="http://schemas.openxmlformats.org/officeDocument/2006/relationships/customXml" Target="../ink/ink1138.xml"/><Relationship Id="rId189" Type="http://schemas.openxmlformats.org/officeDocument/2006/relationships/customXml" Target="../ink/ink1186.xml"/><Relationship Id="rId3" Type="http://schemas.openxmlformats.org/officeDocument/2006/relationships/customXml" Target="../ink/ink1093.xml"/><Relationship Id="rId214" Type="http://schemas.openxmlformats.org/officeDocument/2006/relationships/image" Target="../media/image5940.png"/><Relationship Id="rId235" Type="http://schemas.openxmlformats.org/officeDocument/2006/relationships/customXml" Target="../ink/ink1209.xml"/><Relationship Id="rId256" Type="http://schemas.openxmlformats.org/officeDocument/2006/relationships/image" Target="../media/image6150.png"/><Relationship Id="rId277" Type="http://schemas.openxmlformats.org/officeDocument/2006/relationships/customXml" Target="../ink/ink1230.xml"/><Relationship Id="rId298" Type="http://schemas.openxmlformats.org/officeDocument/2006/relationships/image" Target="../media/image641.png"/><Relationship Id="rId116" Type="http://schemas.openxmlformats.org/officeDocument/2006/relationships/image" Target="../media/image5450.png"/><Relationship Id="rId137" Type="http://schemas.openxmlformats.org/officeDocument/2006/relationships/customXml" Target="../ink/ink1160.xml"/><Relationship Id="rId158" Type="http://schemas.openxmlformats.org/officeDocument/2006/relationships/image" Target="../media/image5660.png"/><Relationship Id="rId302" Type="http://schemas.openxmlformats.org/officeDocument/2006/relationships/image" Target="../media/image643.png"/><Relationship Id="rId323" Type="http://schemas.openxmlformats.org/officeDocument/2006/relationships/customXml" Target="../ink/ink1253.xml"/><Relationship Id="rId344" Type="http://schemas.openxmlformats.org/officeDocument/2006/relationships/image" Target="../media/image664.png"/><Relationship Id="rId20" Type="http://schemas.openxmlformats.org/officeDocument/2006/relationships/image" Target="../media/image4970.png"/><Relationship Id="rId41" Type="http://schemas.openxmlformats.org/officeDocument/2006/relationships/customXml" Target="../ink/ink1112.xml"/><Relationship Id="rId62" Type="http://schemas.openxmlformats.org/officeDocument/2006/relationships/image" Target="../media/image5180.png"/><Relationship Id="rId83" Type="http://schemas.openxmlformats.org/officeDocument/2006/relationships/customXml" Target="../ink/ink1133.xml"/><Relationship Id="rId179" Type="http://schemas.openxmlformats.org/officeDocument/2006/relationships/customXml" Target="../ink/ink1181.xml"/><Relationship Id="rId365" Type="http://schemas.openxmlformats.org/officeDocument/2006/relationships/customXml" Target="../ink/ink1274.xml"/><Relationship Id="rId190" Type="http://schemas.openxmlformats.org/officeDocument/2006/relationships/image" Target="../media/image5820.png"/><Relationship Id="rId204" Type="http://schemas.openxmlformats.org/officeDocument/2006/relationships/image" Target="../media/image5890.png"/><Relationship Id="rId225" Type="http://schemas.openxmlformats.org/officeDocument/2006/relationships/customXml" Target="../ink/ink1204.xml"/><Relationship Id="rId246" Type="http://schemas.openxmlformats.org/officeDocument/2006/relationships/image" Target="../media/image6100.png"/><Relationship Id="rId267" Type="http://schemas.openxmlformats.org/officeDocument/2006/relationships/customXml" Target="../ink/ink1225.xml"/><Relationship Id="rId288" Type="http://schemas.openxmlformats.org/officeDocument/2006/relationships/image" Target="../media/image636.png"/><Relationship Id="rId106" Type="http://schemas.openxmlformats.org/officeDocument/2006/relationships/image" Target="../media/image5400.png"/><Relationship Id="rId127" Type="http://schemas.openxmlformats.org/officeDocument/2006/relationships/customXml" Target="../ink/ink1155.xml"/><Relationship Id="rId313" Type="http://schemas.openxmlformats.org/officeDocument/2006/relationships/customXml" Target="../ink/ink1248.xml"/><Relationship Id="rId10" Type="http://schemas.openxmlformats.org/officeDocument/2006/relationships/image" Target="../media/image4920.png"/><Relationship Id="rId31" Type="http://schemas.openxmlformats.org/officeDocument/2006/relationships/customXml" Target="../ink/ink1107.xml"/><Relationship Id="rId52" Type="http://schemas.openxmlformats.org/officeDocument/2006/relationships/image" Target="../media/image5130.png"/><Relationship Id="rId73" Type="http://schemas.openxmlformats.org/officeDocument/2006/relationships/customXml" Target="../ink/ink1128.xml"/><Relationship Id="rId94" Type="http://schemas.openxmlformats.org/officeDocument/2006/relationships/image" Target="../media/image5340.png"/><Relationship Id="rId148" Type="http://schemas.openxmlformats.org/officeDocument/2006/relationships/image" Target="../media/image561.png"/><Relationship Id="rId169" Type="http://schemas.openxmlformats.org/officeDocument/2006/relationships/customXml" Target="../ink/ink1176.xml"/><Relationship Id="rId334" Type="http://schemas.openxmlformats.org/officeDocument/2006/relationships/image" Target="../media/image659.png"/><Relationship Id="rId355" Type="http://schemas.openxmlformats.org/officeDocument/2006/relationships/customXml" Target="../ink/ink1269.xml"/><Relationship Id="rId4" Type="http://schemas.openxmlformats.org/officeDocument/2006/relationships/image" Target="../media/image4890.png"/><Relationship Id="rId180" Type="http://schemas.openxmlformats.org/officeDocument/2006/relationships/image" Target="../media/image5770.png"/><Relationship Id="rId215" Type="http://schemas.openxmlformats.org/officeDocument/2006/relationships/customXml" Target="../ink/ink1199.xml"/><Relationship Id="rId236" Type="http://schemas.openxmlformats.org/officeDocument/2006/relationships/image" Target="../media/image6050.png"/><Relationship Id="rId257" Type="http://schemas.openxmlformats.org/officeDocument/2006/relationships/customXml" Target="../ink/ink1220.xml"/><Relationship Id="rId278" Type="http://schemas.openxmlformats.org/officeDocument/2006/relationships/image" Target="../media/image631.png"/><Relationship Id="rId303" Type="http://schemas.openxmlformats.org/officeDocument/2006/relationships/customXml" Target="../ink/ink1243.xml"/><Relationship Id="rId42" Type="http://schemas.openxmlformats.org/officeDocument/2006/relationships/image" Target="../media/image5080.png"/><Relationship Id="rId84" Type="http://schemas.openxmlformats.org/officeDocument/2006/relationships/image" Target="../media/image5290.png"/><Relationship Id="rId138" Type="http://schemas.openxmlformats.org/officeDocument/2006/relationships/image" Target="../media/image5560.png"/><Relationship Id="rId345" Type="http://schemas.openxmlformats.org/officeDocument/2006/relationships/customXml" Target="../ink/ink1264.xml"/><Relationship Id="rId191" Type="http://schemas.openxmlformats.org/officeDocument/2006/relationships/customXml" Target="../ink/ink1187.xml"/><Relationship Id="rId205" Type="http://schemas.openxmlformats.org/officeDocument/2006/relationships/customXml" Target="../ink/ink1194.xml"/><Relationship Id="rId247" Type="http://schemas.openxmlformats.org/officeDocument/2006/relationships/customXml" Target="../ink/ink1215.xml"/><Relationship Id="rId107" Type="http://schemas.openxmlformats.org/officeDocument/2006/relationships/customXml" Target="../ink/ink1145.xml"/><Relationship Id="rId289" Type="http://schemas.openxmlformats.org/officeDocument/2006/relationships/customXml" Target="../ink/ink1236.xml"/><Relationship Id="rId11" Type="http://schemas.openxmlformats.org/officeDocument/2006/relationships/customXml" Target="../ink/ink1097.xml"/><Relationship Id="rId53" Type="http://schemas.openxmlformats.org/officeDocument/2006/relationships/customXml" Target="../ink/ink1118.xml"/><Relationship Id="rId149" Type="http://schemas.openxmlformats.org/officeDocument/2006/relationships/customXml" Target="../ink/ink1166.xml"/><Relationship Id="rId314" Type="http://schemas.openxmlformats.org/officeDocument/2006/relationships/image" Target="../media/image649.png"/><Relationship Id="rId356" Type="http://schemas.openxmlformats.org/officeDocument/2006/relationships/image" Target="../media/image670.png"/><Relationship Id="rId95" Type="http://schemas.openxmlformats.org/officeDocument/2006/relationships/customXml" Target="../ink/ink1139.xml"/><Relationship Id="rId160" Type="http://schemas.openxmlformats.org/officeDocument/2006/relationships/image" Target="../media/image5670.png"/><Relationship Id="rId216" Type="http://schemas.openxmlformats.org/officeDocument/2006/relationships/image" Target="../media/image5950.png"/><Relationship Id="rId258" Type="http://schemas.openxmlformats.org/officeDocument/2006/relationships/image" Target="../media/image6160.png"/><Relationship Id="rId22" Type="http://schemas.openxmlformats.org/officeDocument/2006/relationships/image" Target="../media/image4980.png"/><Relationship Id="rId64" Type="http://schemas.openxmlformats.org/officeDocument/2006/relationships/image" Target="../media/image5190.png"/><Relationship Id="rId118" Type="http://schemas.openxmlformats.org/officeDocument/2006/relationships/image" Target="../media/image5460.png"/><Relationship Id="rId325" Type="http://schemas.openxmlformats.org/officeDocument/2006/relationships/customXml" Target="../ink/ink1254.xml"/><Relationship Id="rId367" Type="http://schemas.openxmlformats.org/officeDocument/2006/relationships/customXml" Target="../ink/ink1275.xml"/><Relationship Id="rId171" Type="http://schemas.openxmlformats.org/officeDocument/2006/relationships/customXml" Target="../ink/ink1177.xml"/><Relationship Id="rId227" Type="http://schemas.openxmlformats.org/officeDocument/2006/relationships/customXml" Target="../ink/ink1205.xml"/><Relationship Id="rId269" Type="http://schemas.openxmlformats.org/officeDocument/2006/relationships/customXml" Target="../ink/ink1226.xml"/><Relationship Id="rId33" Type="http://schemas.openxmlformats.org/officeDocument/2006/relationships/customXml" Target="../ink/ink1108.xml"/><Relationship Id="rId129" Type="http://schemas.openxmlformats.org/officeDocument/2006/relationships/customXml" Target="../ink/ink1156.xml"/><Relationship Id="rId280" Type="http://schemas.openxmlformats.org/officeDocument/2006/relationships/image" Target="../media/image632.png"/><Relationship Id="rId336" Type="http://schemas.openxmlformats.org/officeDocument/2006/relationships/image" Target="../media/image660.png"/><Relationship Id="rId75" Type="http://schemas.openxmlformats.org/officeDocument/2006/relationships/customXml" Target="../ink/ink1129.xml"/><Relationship Id="rId140" Type="http://schemas.openxmlformats.org/officeDocument/2006/relationships/image" Target="../media/image5570.png"/><Relationship Id="rId182" Type="http://schemas.openxmlformats.org/officeDocument/2006/relationships/image" Target="../media/image5780.png"/><Relationship Id="rId6" Type="http://schemas.openxmlformats.org/officeDocument/2006/relationships/image" Target="../media/image4900.png"/><Relationship Id="rId238" Type="http://schemas.openxmlformats.org/officeDocument/2006/relationships/image" Target="../media/image6060.png"/><Relationship Id="rId291" Type="http://schemas.openxmlformats.org/officeDocument/2006/relationships/customXml" Target="../ink/ink1237.xml"/><Relationship Id="rId305" Type="http://schemas.openxmlformats.org/officeDocument/2006/relationships/customXml" Target="../ink/ink1244.xml"/><Relationship Id="rId347" Type="http://schemas.openxmlformats.org/officeDocument/2006/relationships/customXml" Target="../ink/ink1265.xml"/><Relationship Id="rId44" Type="http://schemas.openxmlformats.org/officeDocument/2006/relationships/image" Target="../media/image5090.png"/><Relationship Id="rId86" Type="http://schemas.openxmlformats.org/officeDocument/2006/relationships/image" Target="../media/image5300.png"/><Relationship Id="rId151" Type="http://schemas.openxmlformats.org/officeDocument/2006/relationships/customXml" Target="../ink/ink1167.xml"/><Relationship Id="rId193" Type="http://schemas.openxmlformats.org/officeDocument/2006/relationships/customXml" Target="../ink/ink1188.xml"/><Relationship Id="rId207" Type="http://schemas.openxmlformats.org/officeDocument/2006/relationships/customXml" Target="../ink/ink1195.xml"/><Relationship Id="rId249" Type="http://schemas.openxmlformats.org/officeDocument/2006/relationships/customXml" Target="../ink/ink1216.xml"/><Relationship Id="rId13" Type="http://schemas.openxmlformats.org/officeDocument/2006/relationships/customXml" Target="../ink/ink1098.xml"/><Relationship Id="rId109" Type="http://schemas.openxmlformats.org/officeDocument/2006/relationships/customXml" Target="../ink/ink1146.xml"/><Relationship Id="rId260" Type="http://schemas.openxmlformats.org/officeDocument/2006/relationships/image" Target="../media/image6170.png"/><Relationship Id="rId316" Type="http://schemas.openxmlformats.org/officeDocument/2006/relationships/image" Target="../media/image650.png"/><Relationship Id="rId55" Type="http://schemas.openxmlformats.org/officeDocument/2006/relationships/customXml" Target="../ink/ink1119.xml"/><Relationship Id="rId97" Type="http://schemas.openxmlformats.org/officeDocument/2006/relationships/customXml" Target="../ink/ink1140.xml"/><Relationship Id="rId120" Type="http://schemas.openxmlformats.org/officeDocument/2006/relationships/image" Target="../media/image5470.png"/><Relationship Id="rId358" Type="http://schemas.openxmlformats.org/officeDocument/2006/relationships/image" Target="../media/image671.png"/><Relationship Id="rId162" Type="http://schemas.openxmlformats.org/officeDocument/2006/relationships/image" Target="../media/image5680.png"/><Relationship Id="rId218" Type="http://schemas.openxmlformats.org/officeDocument/2006/relationships/image" Target="../media/image5960.png"/><Relationship Id="rId271" Type="http://schemas.openxmlformats.org/officeDocument/2006/relationships/customXml" Target="../ink/ink1227.xml"/><Relationship Id="rId24" Type="http://schemas.openxmlformats.org/officeDocument/2006/relationships/image" Target="../media/image4990.png"/><Relationship Id="rId66" Type="http://schemas.openxmlformats.org/officeDocument/2006/relationships/image" Target="../media/image5200.png"/><Relationship Id="rId131" Type="http://schemas.openxmlformats.org/officeDocument/2006/relationships/customXml" Target="../ink/ink1157.xml"/><Relationship Id="rId327" Type="http://schemas.openxmlformats.org/officeDocument/2006/relationships/customXml" Target="../ink/ink1255.xml"/><Relationship Id="rId173" Type="http://schemas.openxmlformats.org/officeDocument/2006/relationships/customXml" Target="../ink/ink1178.xml"/><Relationship Id="rId229" Type="http://schemas.openxmlformats.org/officeDocument/2006/relationships/customXml" Target="../ink/ink1206.xml"/><Relationship Id="rId240" Type="http://schemas.openxmlformats.org/officeDocument/2006/relationships/image" Target="../media/image6070.png"/><Relationship Id="rId35" Type="http://schemas.openxmlformats.org/officeDocument/2006/relationships/customXml" Target="../ink/ink1109.xml"/><Relationship Id="rId77" Type="http://schemas.openxmlformats.org/officeDocument/2006/relationships/customXml" Target="../ink/ink1130.xml"/><Relationship Id="rId100" Type="http://schemas.openxmlformats.org/officeDocument/2006/relationships/image" Target="../media/image5370.png"/><Relationship Id="rId282" Type="http://schemas.openxmlformats.org/officeDocument/2006/relationships/image" Target="../media/image633.png"/><Relationship Id="rId338" Type="http://schemas.openxmlformats.org/officeDocument/2006/relationships/image" Target="../media/image661.png"/><Relationship Id="rId8" Type="http://schemas.openxmlformats.org/officeDocument/2006/relationships/image" Target="../media/image4912.png"/><Relationship Id="rId142" Type="http://schemas.openxmlformats.org/officeDocument/2006/relationships/image" Target="../media/image5580.png"/><Relationship Id="rId184" Type="http://schemas.openxmlformats.org/officeDocument/2006/relationships/image" Target="../media/image5790.png"/><Relationship Id="rId251" Type="http://schemas.openxmlformats.org/officeDocument/2006/relationships/customXml" Target="../ink/ink1217.xml"/><Relationship Id="rId46" Type="http://schemas.openxmlformats.org/officeDocument/2006/relationships/image" Target="../media/image5100.png"/><Relationship Id="rId293" Type="http://schemas.openxmlformats.org/officeDocument/2006/relationships/customXml" Target="../ink/ink1238.xml"/><Relationship Id="rId307" Type="http://schemas.openxmlformats.org/officeDocument/2006/relationships/customXml" Target="../ink/ink1245.xml"/><Relationship Id="rId349" Type="http://schemas.openxmlformats.org/officeDocument/2006/relationships/customXml" Target="../ink/ink1266.xml"/><Relationship Id="rId88" Type="http://schemas.openxmlformats.org/officeDocument/2006/relationships/image" Target="../media/image5312.png"/><Relationship Id="rId111" Type="http://schemas.openxmlformats.org/officeDocument/2006/relationships/customXml" Target="../ink/ink1147.xml"/><Relationship Id="rId153" Type="http://schemas.openxmlformats.org/officeDocument/2006/relationships/customXml" Target="../ink/ink1168.xml"/><Relationship Id="rId195" Type="http://schemas.openxmlformats.org/officeDocument/2006/relationships/customXml" Target="../ink/ink1189.xml"/><Relationship Id="rId209" Type="http://schemas.openxmlformats.org/officeDocument/2006/relationships/customXml" Target="../ink/ink1196.xml"/><Relationship Id="rId360" Type="http://schemas.openxmlformats.org/officeDocument/2006/relationships/image" Target="../media/image67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281.xml"/><Relationship Id="rId18" Type="http://schemas.openxmlformats.org/officeDocument/2006/relationships/image" Target="../media/image964.png"/><Relationship Id="rId26" Type="http://schemas.openxmlformats.org/officeDocument/2006/relationships/image" Target="../media/image968.png"/><Relationship Id="rId39" Type="http://schemas.openxmlformats.org/officeDocument/2006/relationships/customXml" Target="../ink/ink1294.xml"/><Relationship Id="rId21" Type="http://schemas.openxmlformats.org/officeDocument/2006/relationships/customXml" Target="../ink/ink1285.xml"/><Relationship Id="rId34" Type="http://schemas.openxmlformats.org/officeDocument/2006/relationships/image" Target="../media/image972.png"/><Relationship Id="rId42" Type="http://schemas.openxmlformats.org/officeDocument/2006/relationships/image" Target="../media/image976.png"/><Relationship Id="rId47" Type="http://schemas.openxmlformats.org/officeDocument/2006/relationships/customXml" Target="../ink/ink1298.xml"/><Relationship Id="rId50" Type="http://schemas.openxmlformats.org/officeDocument/2006/relationships/image" Target="../media/image9800.png"/><Relationship Id="rId55" Type="http://schemas.openxmlformats.org/officeDocument/2006/relationships/customXml" Target="../ink/ink1302.xml"/><Relationship Id="rId7" Type="http://schemas.openxmlformats.org/officeDocument/2006/relationships/customXml" Target="../ink/ink1278.xml"/><Relationship Id="rId2" Type="http://schemas.openxmlformats.org/officeDocument/2006/relationships/image" Target="../media/image622.png"/><Relationship Id="rId16" Type="http://schemas.openxmlformats.org/officeDocument/2006/relationships/image" Target="../media/image963.png"/><Relationship Id="rId29" Type="http://schemas.openxmlformats.org/officeDocument/2006/relationships/customXml" Target="../ink/ink1289.xml"/><Relationship Id="rId11" Type="http://schemas.openxmlformats.org/officeDocument/2006/relationships/customXml" Target="../ink/ink1280.xml"/><Relationship Id="rId24" Type="http://schemas.openxmlformats.org/officeDocument/2006/relationships/image" Target="../media/image967.png"/><Relationship Id="rId32" Type="http://schemas.openxmlformats.org/officeDocument/2006/relationships/image" Target="../media/image971.png"/><Relationship Id="rId37" Type="http://schemas.openxmlformats.org/officeDocument/2006/relationships/customXml" Target="../ink/ink1293.xml"/><Relationship Id="rId40" Type="http://schemas.openxmlformats.org/officeDocument/2006/relationships/image" Target="../media/image975.png"/><Relationship Id="rId45" Type="http://schemas.openxmlformats.org/officeDocument/2006/relationships/customXml" Target="../ink/ink1297.xml"/><Relationship Id="rId53" Type="http://schemas.openxmlformats.org/officeDocument/2006/relationships/customXml" Target="../ink/ink1301.xml"/><Relationship Id="rId58" Type="http://schemas.openxmlformats.org/officeDocument/2006/relationships/image" Target="../media/image984.png"/><Relationship Id="rId5" Type="http://schemas.openxmlformats.org/officeDocument/2006/relationships/customXml" Target="../ink/ink1277.xml"/><Relationship Id="rId61" Type="http://schemas.openxmlformats.org/officeDocument/2006/relationships/customXml" Target="../ink/ink1305.xml"/><Relationship Id="rId19" Type="http://schemas.openxmlformats.org/officeDocument/2006/relationships/customXml" Target="../ink/ink1284.xml"/><Relationship Id="rId14" Type="http://schemas.openxmlformats.org/officeDocument/2006/relationships/image" Target="../media/image962.png"/><Relationship Id="rId22" Type="http://schemas.openxmlformats.org/officeDocument/2006/relationships/image" Target="../media/image966.png"/><Relationship Id="rId27" Type="http://schemas.openxmlformats.org/officeDocument/2006/relationships/customXml" Target="../ink/ink1288.xml"/><Relationship Id="rId30" Type="http://schemas.openxmlformats.org/officeDocument/2006/relationships/image" Target="../media/image9700.png"/><Relationship Id="rId35" Type="http://schemas.openxmlformats.org/officeDocument/2006/relationships/customXml" Target="../ink/ink1292.xml"/><Relationship Id="rId43" Type="http://schemas.openxmlformats.org/officeDocument/2006/relationships/customXml" Target="../ink/ink1296.xml"/><Relationship Id="rId48" Type="http://schemas.openxmlformats.org/officeDocument/2006/relationships/image" Target="../media/image979.png"/><Relationship Id="rId56" Type="http://schemas.openxmlformats.org/officeDocument/2006/relationships/image" Target="../media/image983.png"/><Relationship Id="rId8" Type="http://schemas.openxmlformats.org/officeDocument/2006/relationships/image" Target="../media/image959.png"/><Relationship Id="rId51" Type="http://schemas.openxmlformats.org/officeDocument/2006/relationships/customXml" Target="../ink/ink1300.xml"/><Relationship Id="rId3" Type="http://schemas.openxmlformats.org/officeDocument/2006/relationships/customXml" Target="../ink/ink1276.xml"/><Relationship Id="rId12" Type="http://schemas.openxmlformats.org/officeDocument/2006/relationships/image" Target="../media/image961.png"/><Relationship Id="rId17" Type="http://schemas.openxmlformats.org/officeDocument/2006/relationships/customXml" Target="../ink/ink1283.xml"/><Relationship Id="rId25" Type="http://schemas.openxmlformats.org/officeDocument/2006/relationships/customXml" Target="../ink/ink1287.xml"/><Relationship Id="rId33" Type="http://schemas.openxmlformats.org/officeDocument/2006/relationships/customXml" Target="../ink/ink1291.xml"/><Relationship Id="rId38" Type="http://schemas.openxmlformats.org/officeDocument/2006/relationships/image" Target="../media/image974.png"/><Relationship Id="rId46" Type="http://schemas.openxmlformats.org/officeDocument/2006/relationships/image" Target="../media/image978.png"/><Relationship Id="rId59" Type="http://schemas.openxmlformats.org/officeDocument/2006/relationships/customXml" Target="../ink/ink1304.xml"/><Relationship Id="rId20" Type="http://schemas.openxmlformats.org/officeDocument/2006/relationships/image" Target="../media/image965.png"/><Relationship Id="rId41" Type="http://schemas.openxmlformats.org/officeDocument/2006/relationships/customXml" Target="../ink/ink1295.xml"/><Relationship Id="rId54" Type="http://schemas.openxmlformats.org/officeDocument/2006/relationships/image" Target="../media/image982.png"/><Relationship Id="rId62" Type="http://schemas.openxmlformats.org/officeDocument/2006/relationships/image" Target="../media/image9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8.png"/><Relationship Id="rId15" Type="http://schemas.openxmlformats.org/officeDocument/2006/relationships/customXml" Target="../ink/ink1282.xml"/><Relationship Id="rId23" Type="http://schemas.openxmlformats.org/officeDocument/2006/relationships/customXml" Target="../ink/ink1286.xml"/><Relationship Id="rId28" Type="http://schemas.openxmlformats.org/officeDocument/2006/relationships/image" Target="../media/image969.png"/><Relationship Id="rId36" Type="http://schemas.openxmlformats.org/officeDocument/2006/relationships/image" Target="../media/image973.png"/><Relationship Id="rId49" Type="http://schemas.openxmlformats.org/officeDocument/2006/relationships/customXml" Target="../ink/ink1299.xml"/><Relationship Id="rId57" Type="http://schemas.openxmlformats.org/officeDocument/2006/relationships/customXml" Target="../ink/ink1303.xml"/><Relationship Id="rId10" Type="http://schemas.openxmlformats.org/officeDocument/2006/relationships/image" Target="../media/image9600.png"/><Relationship Id="rId31" Type="http://schemas.openxmlformats.org/officeDocument/2006/relationships/customXml" Target="../ink/ink1290.xml"/><Relationship Id="rId44" Type="http://schemas.openxmlformats.org/officeDocument/2006/relationships/image" Target="../media/image977.png"/><Relationship Id="rId52" Type="http://schemas.openxmlformats.org/officeDocument/2006/relationships/image" Target="../media/image981.png"/><Relationship Id="rId60" Type="http://schemas.openxmlformats.org/officeDocument/2006/relationships/image" Target="../media/image985.png"/><Relationship Id="rId4" Type="http://schemas.openxmlformats.org/officeDocument/2006/relationships/image" Target="../media/image957.png"/><Relationship Id="rId9" Type="http://schemas.openxmlformats.org/officeDocument/2006/relationships/customXml" Target="../ink/ink1279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17.xml"/><Relationship Id="rId21" Type="http://schemas.openxmlformats.org/officeDocument/2006/relationships/image" Target="../media/image997.png"/><Relationship Id="rId42" Type="http://schemas.openxmlformats.org/officeDocument/2006/relationships/customXml" Target="../ink/ink1325.xml"/><Relationship Id="rId47" Type="http://schemas.openxmlformats.org/officeDocument/2006/relationships/image" Target="../media/image10100.png"/><Relationship Id="rId63" Type="http://schemas.openxmlformats.org/officeDocument/2006/relationships/image" Target="../media/image1018.png"/><Relationship Id="rId68" Type="http://schemas.openxmlformats.org/officeDocument/2006/relationships/customXml" Target="../ink/ink1338.xml"/><Relationship Id="rId16" Type="http://schemas.openxmlformats.org/officeDocument/2006/relationships/customXml" Target="../ink/ink1312.xml"/><Relationship Id="rId11" Type="http://schemas.openxmlformats.org/officeDocument/2006/relationships/image" Target="../media/image992.png"/><Relationship Id="rId32" Type="http://schemas.openxmlformats.org/officeDocument/2006/relationships/customXml" Target="../ink/ink1320.xml"/><Relationship Id="rId37" Type="http://schemas.openxmlformats.org/officeDocument/2006/relationships/image" Target="../media/image1005.png"/><Relationship Id="rId53" Type="http://schemas.openxmlformats.org/officeDocument/2006/relationships/image" Target="../media/image1013.png"/><Relationship Id="rId58" Type="http://schemas.openxmlformats.org/officeDocument/2006/relationships/customXml" Target="../ink/ink1333.xml"/><Relationship Id="rId74" Type="http://schemas.openxmlformats.org/officeDocument/2006/relationships/customXml" Target="../ink/ink1341.xml"/><Relationship Id="rId79" Type="http://schemas.openxmlformats.org/officeDocument/2006/relationships/image" Target="../media/image1026.png"/><Relationship Id="rId5" Type="http://schemas.openxmlformats.org/officeDocument/2006/relationships/image" Target="../media/image989.png"/><Relationship Id="rId61" Type="http://schemas.openxmlformats.org/officeDocument/2006/relationships/image" Target="../media/image1017.png"/><Relationship Id="rId82" Type="http://schemas.openxmlformats.org/officeDocument/2006/relationships/customXml" Target="../ink/ink1345.xml"/><Relationship Id="rId19" Type="http://schemas.openxmlformats.org/officeDocument/2006/relationships/image" Target="../media/image996.png"/><Relationship Id="rId14" Type="http://schemas.openxmlformats.org/officeDocument/2006/relationships/customXml" Target="../ink/ink1311.xml"/><Relationship Id="rId22" Type="http://schemas.openxmlformats.org/officeDocument/2006/relationships/customXml" Target="../ink/ink1315.xml"/><Relationship Id="rId27" Type="http://schemas.openxmlformats.org/officeDocument/2006/relationships/image" Target="../media/image10000.png"/><Relationship Id="rId30" Type="http://schemas.openxmlformats.org/officeDocument/2006/relationships/customXml" Target="../ink/ink1319.xml"/><Relationship Id="rId35" Type="http://schemas.openxmlformats.org/officeDocument/2006/relationships/image" Target="../media/image1004.png"/><Relationship Id="rId43" Type="http://schemas.openxmlformats.org/officeDocument/2006/relationships/image" Target="../media/image1008.png"/><Relationship Id="rId48" Type="http://schemas.openxmlformats.org/officeDocument/2006/relationships/customXml" Target="../ink/ink1328.xml"/><Relationship Id="rId56" Type="http://schemas.openxmlformats.org/officeDocument/2006/relationships/customXml" Target="../ink/ink1332.xml"/><Relationship Id="rId64" Type="http://schemas.openxmlformats.org/officeDocument/2006/relationships/customXml" Target="../ink/ink1336.xml"/><Relationship Id="rId69" Type="http://schemas.openxmlformats.org/officeDocument/2006/relationships/image" Target="../media/image1021.png"/><Relationship Id="rId77" Type="http://schemas.openxmlformats.org/officeDocument/2006/relationships/image" Target="../media/image1025.png"/><Relationship Id="rId8" Type="http://schemas.openxmlformats.org/officeDocument/2006/relationships/customXml" Target="../ink/ink1308.xml"/><Relationship Id="rId51" Type="http://schemas.openxmlformats.org/officeDocument/2006/relationships/image" Target="../media/image1012.png"/><Relationship Id="rId72" Type="http://schemas.openxmlformats.org/officeDocument/2006/relationships/customXml" Target="../ink/ink1340.xml"/><Relationship Id="rId80" Type="http://schemas.openxmlformats.org/officeDocument/2006/relationships/customXml" Target="../ink/ink1344.xml"/><Relationship Id="rId3" Type="http://schemas.openxmlformats.org/officeDocument/2006/relationships/image" Target="../media/image624.gif"/><Relationship Id="rId12" Type="http://schemas.openxmlformats.org/officeDocument/2006/relationships/customXml" Target="../ink/ink1310.xml"/><Relationship Id="rId17" Type="http://schemas.openxmlformats.org/officeDocument/2006/relationships/image" Target="../media/image995.png"/><Relationship Id="rId25" Type="http://schemas.openxmlformats.org/officeDocument/2006/relationships/image" Target="../media/image999.png"/><Relationship Id="rId33" Type="http://schemas.openxmlformats.org/officeDocument/2006/relationships/image" Target="../media/image1003.png"/><Relationship Id="rId38" Type="http://schemas.openxmlformats.org/officeDocument/2006/relationships/customXml" Target="../ink/ink1323.xml"/><Relationship Id="rId46" Type="http://schemas.openxmlformats.org/officeDocument/2006/relationships/customXml" Target="../ink/ink1327.xml"/><Relationship Id="rId59" Type="http://schemas.openxmlformats.org/officeDocument/2006/relationships/image" Target="../media/image1016.png"/><Relationship Id="rId67" Type="http://schemas.openxmlformats.org/officeDocument/2006/relationships/image" Target="../media/image10200.png"/><Relationship Id="rId20" Type="http://schemas.openxmlformats.org/officeDocument/2006/relationships/customXml" Target="../ink/ink1314.xml"/><Relationship Id="rId41" Type="http://schemas.openxmlformats.org/officeDocument/2006/relationships/image" Target="../media/image1007.png"/><Relationship Id="rId54" Type="http://schemas.openxmlformats.org/officeDocument/2006/relationships/customXml" Target="../ink/ink1331.xml"/><Relationship Id="rId62" Type="http://schemas.openxmlformats.org/officeDocument/2006/relationships/customXml" Target="../ink/ink1335.xml"/><Relationship Id="rId70" Type="http://schemas.openxmlformats.org/officeDocument/2006/relationships/customXml" Target="../ink/ink1339.xml"/><Relationship Id="rId75" Type="http://schemas.openxmlformats.org/officeDocument/2006/relationships/image" Target="../media/image1024.png"/><Relationship Id="rId83" Type="http://schemas.openxmlformats.org/officeDocument/2006/relationships/image" Target="../media/image10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07.xml"/><Relationship Id="rId15" Type="http://schemas.openxmlformats.org/officeDocument/2006/relationships/image" Target="../media/image994.png"/><Relationship Id="rId23" Type="http://schemas.openxmlformats.org/officeDocument/2006/relationships/image" Target="../media/image998.png"/><Relationship Id="rId28" Type="http://schemas.openxmlformats.org/officeDocument/2006/relationships/customXml" Target="../ink/ink1318.xml"/><Relationship Id="rId36" Type="http://schemas.openxmlformats.org/officeDocument/2006/relationships/customXml" Target="../ink/ink1322.xml"/><Relationship Id="rId49" Type="http://schemas.openxmlformats.org/officeDocument/2006/relationships/image" Target="../media/image10110.png"/><Relationship Id="rId57" Type="http://schemas.openxmlformats.org/officeDocument/2006/relationships/image" Target="../media/image1015.png"/><Relationship Id="rId10" Type="http://schemas.openxmlformats.org/officeDocument/2006/relationships/customXml" Target="../ink/ink1309.xml"/><Relationship Id="rId31" Type="http://schemas.openxmlformats.org/officeDocument/2006/relationships/image" Target="../media/image1002.png"/><Relationship Id="rId44" Type="http://schemas.openxmlformats.org/officeDocument/2006/relationships/customXml" Target="../ink/ink1326.xml"/><Relationship Id="rId52" Type="http://schemas.openxmlformats.org/officeDocument/2006/relationships/customXml" Target="../ink/ink1330.xml"/><Relationship Id="rId60" Type="http://schemas.openxmlformats.org/officeDocument/2006/relationships/customXml" Target="../ink/ink1334.xml"/><Relationship Id="rId65" Type="http://schemas.openxmlformats.org/officeDocument/2006/relationships/image" Target="../media/image1019.png"/><Relationship Id="rId73" Type="http://schemas.openxmlformats.org/officeDocument/2006/relationships/image" Target="../media/image1023.png"/><Relationship Id="rId78" Type="http://schemas.openxmlformats.org/officeDocument/2006/relationships/customXml" Target="../ink/ink1343.xml"/><Relationship Id="rId81" Type="http://schemas.openxmlformats.org/officeDocument/2006/relationships/image" Target="../media/image1027.png"/><Relationship Id="rId4" Type="http://schemas.openxmlformats.org/officeDocument/2006/relationships/customXml" Target="../ink/ink1306.xml"/><Relationship Id="rId9" Type="http://schemas.openxmlformats.org/officeDocument/2006/relationships/image" Target="../media/image991.png"/><Relationship Id="rId13" Type="http://schemas.openxmlformats.org/officeDocument/2006/relationships/image" Target="../media/image993.png"/><Relationship Id="rId18" Type="http://schemas.openxmlformats.org/officeDocument/2006/relationships/customXml" Target="../ink/ink1313.xml"/><Relationship Id="rId39" Type="http://schemas.openxmlformats.org/officeDocument/2006/relationships/image" Target="../media/image1006.png"/><Relationship Id="rId34" Type="http://schemas.openxmlformats.org/officeDocument/2006/relationships/customXml" Target="../ink/ink1321.xml"/><Relationship Id="rId50" Type="http://schemas.openxmlformats.org/officeDocument/2006/relationships/customXml" Target="../ink/ink1329.xml"/><Relationship Id="rId55" Type="http://schemas.openxmlformats.org/officeDocument/2006/relationships/image" Target="../media/image1014.png"/><Relationship Id="rId76" Type="http://schemas.openxmlformats.org/officeDocument/2006/relationships/customXml" Target="../ink/ink1342.xml"/><Relationship Id="rId7" Type="http://schemas.openxmlformats.org/officeDocument/2006/relationships/image" Target="../media/image9900.png"/><Relationship Id="rId71" Type="http://schemas.openxmlformats.org/officeDocument/2006/relationships/image" Target="../media/image1022.png"/><Relationship Id="rId2" Type="http://schemas.openxmlformats.org/officeDocument/2006/relationships/image" Target="../media/image623.gif"/><Relationship Id="rId29" Type="http://schemas.openxmlformats.org/officeDocument/2006/relationships/image" Target="../media/image1001.png"/><Relationship Id="rId24" Type="http://schemas.openxmlformats.org/officeDocument/2006/relationships/customXml" Target="../ink/ink1316.xml"/><Relationship Id="rId40" Type="http://schemas.openxmlformats.org/officeDocument/2006/relationships/customXml" Target="../ink/ink1324.xml"/><Relationship Id="rId45" Type="http://schemas.openxmlformats.org/officeDocument/2006/relationships/image" Target="../media/image1009.png"/><Relationship Id="rId66" Type="http://schemas.openxmlformats.org/officeDocument/2006/relationships/customXml" Target="../ink/ink1337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041.png"/><Relationship Id="rId117" Type="http://schemas.openxmlformats.org/officeDocument/2006/relationships/customXml" Target="../ink/ink1403.xml"/><Relationship Id="rId21" Type="http://schemas.openxmlformats.org/officeDocument/2006/relationships/customXml" Target="../ink/ink1355.xml"/><Relationship Id="rId42" Type="http://schemas.openxmlformats.org/officeDocument/2006/relationships/image" Target="../media/image1049.png"/><Relationship Id="rId47" Type="http://schemas.openxmlformats.org/officeDocument/2006/relationships/customXml" Target="../ink/ink1368.xml"/><Relationship Id="rId63" Type="http://schemas.openxmlformats.org/officeDocument/2006/relationships/customXml" Target="../ink/ink1376.xml"/><Relationship Id="rId68" Type="http://schemas.openxmlformats.org/officeDocument/2006/relationships/image" Target="../media/image1062.png"/><Relationship Id="rId84" Type="http://schemas.openxmlformats.org/officeDocument/2006/relationships/image" Target="../media/image10700.png"/><Relationship Id="rId89" Type="http://schemas.openxmlformats.org/officeDocument/2006/relationships/customXml" Target="../ink/ink1389.xml"/><Relationship Id="rId112" Type="http://schemas.openxmlformats.org/officeDocument/2006/relationships/image" Target="../media/image1084.png"/><Relationship Id="rId16" Type="http://schemas.openxmlformats.org/officeDocument/2006/relationships/image" Target="../media/image1036.png"/><Relationship Id="rId107" Type="http://schemas.openxmlformats.org/officeDocument/2006/relationships/customXml" Target="../ink/ink1398.xml"/><Relationship Id="rId11" Type="http://schemas.openxmlformats.org/officeDocument/2006/relationships/customXml" Target="../ink/ink1350.xml"/><Relationship Id="rId32" Type="http://schemas.openxmlformats.org/officeDocument/2006/relationships/image" Target="../media/image1044.png"/><Relationship Id="rId37" Type="http://schemas.openxmlformats.org/officeDocument/2006/relationships/customXml" Target="../ink/ink1363.xml"/><Relationship Id="rId53" Type="http://schemas.openxmlformats.org/officeDocument/2006/relationships/customXml" Target="../ink/ink1371.xml"/><Relationship Id="rId58" Type="http://schemas.openxmlformats.org/officeDocument/2006/relationships/image" Target="../media/image1057.png"/><Relationship Id="rId74" Type="http://schemas.openxmlformats.org/officeDocument/2006/relationships/image" Target="../media/image1065.png"/><Relationship Id="rId79" Type="http://schemas.openxmlformats.org/officeDocument/2006/relationships/customXml" Target="../ink/ink1384.xml"/><Relationship Id="rId102" Type="http://schemas.openxmlformats.org/officeDocument/2006/relationships/image" Target="../media/image1079.png"/><Relationship Id="rId5" Type="http://schemas.openxmlformats.org/officeDocument/2006/relationships/customXml" Target="../ink/ink1347.xml"/><Relationship Id="rId90" Type="http://schemas.openxmlformats.org/officeDocument/2006/relationships/image" Target="../media/image1073.png"/><Relationship Id="rId95" Type="http://schemas.openxmlformats.org/officeDocument/2006/relationships/customXml" Target="../ink/ink1392.xml"/><Relationship Id="rId22" Type="http://schemas.openxmlformats.org/officeDocument/2006/relationships/image" Target="../media/image1039.png"/><Relationship Id="rId27" Type="http://schemas.openxmlformats.org/officeDocument/2006/relationships/customXml" Target="../ink/ink1358.xml"/><Relationship Id="rId43" Type="http://schemas.openxmlformats.org/officeDocument/2006/relationships/customXml" Target="../ink/ink1366.xml"/><Relationship Id="rId48" Type="http://schemas.openxmlformats.org/officeDocument/2006/relationships/image" Target="../media/image1052.png"/><Relationship Id="rId64" Type="http://schemas.openxmlformats.org/officeDocument/2006/relationships/image" Target="../media/image10600.png"/><Relationship Id="rId69" Type="http://schemas.openxmlformats.org/officeDocument/2006/relationships/customXml" Target="../ink/ink1379.xml"/><Relationship Id="rId113" Type="http://schemas.openxmlformats.org/officeDocument/2006/relationships/customXml" Target="../ink/ink1401.xml"/><Relationship Id="rId118" Type="http://schemas.openxmlformats.org/officeDocument/2006/relationships/image" Target="../media/image1087.png"/><Relationship Id="rId80" Type="http://schemas.openxmlformats.org/officeDocument/2006/relationships/image" Target="../media/image1068.png"/><Relationship Id="rId85" Type="http://schemas.openxmlformats.org/officeDocument/2006/relationships/customXml" Target="../ink/ink1387.xml"/><Relationship Id="rId12" Type="http://schemas.openxmlformats.org/officeDocument/2006/relationships/image" Target="../media/image1034.png"/><Relationship Id="rId17" Type="http://schemas.openxmlformats.org/officeDocument/2006/relationships/customXml" Target="../ink/ink1353.xml"/><Relationship Id="rId33" Type="http://schemas.openxmlformats.org/officeDocument/2006/relationships/customXml" Target="../ink/ink1361.xml"/><Relationship Id="rId38" Type="http://schemas.openxmlformats.org/officeDocument/2006/relationships/image" Target="../media/image1047.png"/><Relationship Id="rId59" Type="http://schemas.openxmlformats.org/officeDocument/2006/relationships/customXml" Target="../ink/ink1374.xml"/><Relationship Id="rId103" Type="http://schemas.openxmlformats.org/officeDocument/2006/relationships/customXml" Target="../ink/ink1396.xml"/><Relationship Id="rId108" Type="http://schemas.openxmlformats.org/officeDocument/2006/relationships/image" Target="../media/image1082.png"/><Relationship Id="rId54" Type="http://schemas.openxmlformats.org/officeDocument/2006/relationships/image" Target="../media/image1055.png"/><Relationship Id="rId70" Type="http://schemas.openxmlformats.org/officeDocument/2006/relationships/image" Target="../media/image1063.png"/><Relationship Id="rId75" Type="http://schemas.openxmlformats.org/officeDocument/2006/relationships/customXml" Target="../ink/ink1382.xml"/><Relationship Id="rId91" Type="http://schemas.openxmlformats.org/officeDocument/2006/relationships/customXml" Target="../ink/ink1390.xml"/><Relationship Id="rId96" Type="http://schemas.openxmlformats.org/officeDocument/2006/relationships/image" Target="../media/image10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1.png"/><Relationship Id="rId23" Type="http://schemas.openxmlformats.org/officeDocument/2006/relationships/customXml" Target="../ink/ink1356.xml"/><Relationship Id="rId28" Type="http://schemas.openxmlformats.org/officeDocument/2006/relationships/image" Target="../media/image1042.png"/><Relationship Id="rId49" Type="http://schemas.openxmlformats.org/officeDocument/2006/relationships/customXml" Target="../ink/ink1369.xml"/><Relationship Id="rId114" Type="http://schemas.openxmlformats.org/officeDocument/2006/relationships/image" Target="../media/image1085.png"/><Relationship Id="rId10" Type="http://schemas.openxmlformats.org/officeDocument/2006/relationships/image" Target="../media/image1033.png"/><Relationship Id="rId31" Type="http://schemas.openxmlformats.org/officeDocument/2006/relationships/customXml" Target="../ink/ink1360.xml"/><Relationship Id="rId44" Type="http://schemas.openxmlformats.org/officeDocument/2006/relationships/image" Target="../media/image10500.png"/><Relationship Id="rId52" Type="http://schemas.openxmlformats.org/officeDocument/2006/relationships/image" Target="../media/image1054.png"/><Relationship Id="rId60" Type="http://schemas.openxmlformats.org/officeDocument/2006/relationships/image" Target="../media/image1058.png"/><Relationship Id="rId65" Type="http://schemas.openxmlformats.org/officeDocument/2006/relationships/customXml" Target="../ink/ink1377.xml"/><Relationship Id="rId73" Type="http://schemas.openxmlformats.org/officeDocument/2006/relationships/customXml" Target="../ink/ink1381.xml"/><Relationship Id="rId78" Type="http://schemas.openxmlformats.org/officeDocument/2006/relationships/image" Target="../media/image1067.png"/><Relationship Id="rId81" Type="http://schemas.openxmlformats.org/officeDocument/2006/relationships/customXml" Target="../ink/ink1385.xml"/><Relationship Id="rId86" Type="http://schemas.openxmlformats.org/officeDocument/2006/relationships/image" Target="../media/image1071.png"/><Relationship Id="rId94" Type="http://schemas.openxmlformats.org/officeDocument/2006/relationships/image" Target="../media/image1075.png"/><Relationship Id="rId99" Type="http://schemas.openxmlformats.org/officeDocument/2006/relationships/customXml" Target="../ink/ink1394.xml"/><Relationship Id="rId101" Type="http://schemas.openxmlformats.org/officeDocument/2006/relationships/customXml" Target="../ink/ink1395.xml"/><Relationship Id="rId4" Type="http://schemas.openxmlformats.org/officeDocument/2006/relationships/image" Target="../media/image10300.png"/><Relationship Id="rId9" Type="http://schemas.openxmlformats.org/officeDocument/2006/relationships/customXml" Target="../ink/ink1349.xml"/><Relationship Id="rId13" Type="http://schemas.openxmlformats.org/officeDocument/2006/relationships/customXml" Target="../ink/ink1351.xml"/><Relationship Id="rId18" Type="http://schemas.openxmlformats.org/officeDocument/2006/relationships/image" Target="../media/image1037.png"/><Relationship Id="rId39" Type="http://schemas.openxmlformats.org/officeDocument/2006/relationships/customXml" Target="../ink/ink1364.xml"/><Relationship Id="rId109" Type="http://schemas.openxmlformats.org/officeDocument/2006/relationships/customXml" Target="../ink/ink1399.xml"/><Relationship Id="rId34" Type="http://schemas.openxmlformats.org/officeDocument/2006/relationships/image" Target="../media/image1045.png"/><Relationship Id="rId50" Type="http://schemas.openxmlformats.org/officeDocument/2006/relationships/image" Target="../media/image1053.png"/><Relationship Id="rId55" Type="http://schemas.openxmlformats.org/officeDocument/2006/relationships/customXml" Target="../ink/ink1372.xml"/><Relationship Id="rId76" Type="http://schemas.openxmlformats.org/officeDocument/2006/relationships/image" Target="../media/image1066.png"/><Relationship Id="rId97" Type="http://schemas.openxmlformats.org/officeDocument/2006/relationships/customXml" Target="../ink/ink1393.xml"/><Relationship Id="rId104" Type="http://schemas.openxmlformats.org/officeDocument/2006/relationships/image" Target="../media/image10800.png"/><Relationship Id="rId7" Type="http://schemas.openxmlformats.org/officeDocument/2006/relationships/customXml" Target="../ink/ink1348.xml"/><Relationship Id="rId71" Type="http://schemas.openxmlformats.org/officeDocument/2006/relationships/customXml" Target="../ink/ink1380.xml"/><Relationship Id="rId92" Type="http://schemas.openxmlformats.org/officeDocument/2006/relationships/image" Target="../media/image1074.png"/><Relationship Id="rId2" Type="http://schemas.openxmlformats.org/officeDocument/2006/relationships/image" Target="../media/image677.png"/><Relationship Id="rId29" Type="http://schemas.openxmlformats.org/officeDocument/2006/relationships/customXml" Target="../ink/ink1359.xml"/><Relationship Id="rId24" Type="http://schemas.openxmlformats.org/officeDocument/2006/relationships/image" Target="../media/image10400.png"/><Relationship Id="rId40" Type="http://schemas.openxmlformats.org/officeDocument/2006/relationships/image" Target="../media/image1048.png"/><Relationship Id="rId45" Type="http://schemas.openxmlformats.org/officeDocument/2006/relationships/customXml" Target="../ink/ink1367.xml"/><Relationship Id="rId66" Type="http://schemas.openxmlformats.org/officeDocument/2006/relationships/image" Target="../media/image1061.png"/><Relationship Id="rId87" Type="http://schemas.openxmlformats.org/officeDocument/2006/relationships/customXml" Target="../ink/ink1388.xml"/><Relationship Id="rId110" Type="http://schemas.openxmlformats.org/officeDocument/2006/relationships/image" Target="../media/image1083.png"/><Relationship Id="rId115" Type="http://schemas.openxmlformats.org/officeDocument/2006/relationships/customXml" Target="../ink/ink1402.xml"/><Relationship Id="rId61" Type="http://schemas.openxmlformats.org/officeDocument/2006/relationships/customXml" Target="../ink/ink1375.xml"/><Relationship Id="rId82" Type="http://schemas.openxmlformats.org/officeDocument/2006/relationships/image" Target="../media/image1069.png"/><Relationship Id="rId19" Type="http://schemas.openxmlformats.org/officeDocument/2006/relationships/customXml" Target="../ink/ink1354.xml"/><Relationship Id="rId14" Type="http://schemas.openxmlformats.org/officeDocument/2006/relationships/image" Target="../media/image1035.png"/><Relationship Id="rId30" Type="http://schemas.openxmlformats.org/officeDocument/2006/relationships/image" Target="../media/image1043.png"/><Relationship Id="rId35" Type="http://schemas.openxmlformats.org/officeDocument/2006/relationships/customXml" Target="../ink/ink1362.xml"/><Relationship Id="rId56" Type="http://schemas.openxmlformats.org/officeDocument/2006/relationships/image" Target="../media/image1056.png"/><Relationship Id="rId77" Type="http://schemas.openxmlformats.org/officeDocument/2006/relationships/customXml" Target="../ink/ink1383.xml"/><Relationship Id="rId100" Type="http://schemas.openxmlformats.org/officeDocument/2006/relationships/image" Target="../media/image1078.png"/><Relationship Id="rId105" Type="http://schemas.openxmlformats.org/officeDocument/2006/relationships/customXml" Target="../ink/ink1397.xml"/><Relationship Id="rId8" Type="http://schemas.openxmlformats.org/officeDocument/2006/relationships/image" Target="../media/image1032.png"/><Relationship Id="rId51" Type="http://schemas.openxmlformats.org/officeDocument/2006/relationships/customXml" Target="../ink/ink1370.xml"/><Relationship Id="rId72" Type="http://schemas.openxmlformats.org/officeDocument/2006/relationships/image" Target="../media/image1064.png"/><Relationship Id="rId93" Type="http://schemas.openxmlformats.org/officeDocument/2006/relationships/customXml" Target="../ink/ink1391.xml"/><Relationship Id="rId98" Type="http://schemas.openxmlformats.org/officeDocument/2006/relationships/image" Target="../media/image1077.png"/><Relationship Id="rId3" Type="http://schemas.openxmlformats.org/officeDocument/2006/relationships/customXml" Target="../ink/ink1346.xml"/><Relationship Id="rId25" Type="http://schemas.openxmlformats.org/officeDocument/2006/relationships/customXml" Target="../ink/ink1357.xml"/><Relationship Id="rId46" Type="http://schemas.openxmlformats.org/officeDocument/2006/relationships/image" Target="../media/image1051.png"/><Relationship Id="rId67" Type="http://schemas.openxmlformats.org/officeDocument/2006/relationships/customXml" Target="../ink/ink1378.xml"/><Relationship Id="rId116" Type="http://schemas.openxmlformats.org/officeDocument/2006/relationships/image" Target="../media/image1086.png"/><Relationship Id="rId20" Type="http://schemas.openxmlformats.org/officeDocument/2006/relationships/image" Target="../media/image1038.png"/><Relationship Id="rId41" Type="http://schemas.openxmlformats.org/officeDocument/2006/relationships/customXml" Target="../ink/ink1365.xml"/><Relationship Id="rId62" Type="http://schemas.openxmlformats.org/officeDocument/2006/relationships/image" Target="../media/image1059.png"/><Relationship Id="rId83" Type="http://schemas.openxmlformats.org/officeDocument/2006/relationships/customXml" Target="../ink/ink1386.xml"/><Relationship Id="rId88" Type="http://schemas.openxmlformats.org/officeDocument/2006/relationships/image" Target="../media/image1072.png"/><Relationship Id="rId111" Type="http://schemas.openxmlformats.org/officeDocument/2006/relationships/customXml" Target="../ink/ink1400.xml"/><Relationship Id="rId15" Type="http://schemas.openxmlformats.org/officeDocument/2006/relationships/customXml" Target="../ink/ink1352.xml"/><Relationship Id="rId36" Type="http://schemas.openxmlformats.org/officeDocument/2006/relationships/image" Target="../media/image1046.png"/><Relationship Id="rId57" Type="http://schemas.openxmlformats.org/officeDocument/2006/relationships/customXml" Target="../ink/ink1373.xml"/><Relationship Id="rId106" Type="http://schemas.openxmlformats.org/officeDocument/2006/relationships/image" Target="../media/image108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1.png"/><Relationship Id="rId13" Type="http://schemas.openxmlformats.org/officeDocument/2006/relationships/customXml" Target="../ink/ink1409.xml"/><Relationship Id="rId18" Type="http://schemas.openxmlformats.org/officeDocument/2006/relationships/image" Target="../media/image1096.png"/><Relationship Id="rId3" Type="http://schemas.openxmlformats.org/officeDocument/2006/relationships/customXml" Target="../ink/ink1404.xml"/><Relationship Id="rId7" Type="http://schemas.openxmlformats.org/officeDocument/2006/relationships/customXml" Target="../ink/ink1406.xml"/><Relationship Id="rId12" Type="http://schemas.openxmlformats.org/officeDocument/2006/relationships/image" Target="../media/image1093.png"/><Relationship Id="rId17" Type="http://schemas.openxmlformats.org/officeDocument/2006/relationships/customXml" Target="../ink/ink1411.xml"/><Relationship Id="rId2" Type="http://schemas.openxmlformats.org/officeDocument/2006/relationships/image" Target="../media/image678.png"/><Relationship Id="rId16" Type="http://schemas.openxmlformats.org/officeDocument/2006/relationships/image" Target="../media/image10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00.png"/><Relationship Id="rId11" Type="http://schemas.openxmlformats.org/officeDocument/2006/relationships/customXml" Target="../ink/ink1408.xml"/><Relationship Id="rId5" Type="http://schemas.openxmlformats.org/officeDocument/2006/relationships/customXml" Target="../ink/ink1405.xml"/><Relationship Id="rId15" Type="http://schemas.openxmlformats.org/officeDocument/2006/relationships/customXml" Target="../ink/ink1410.xml"/><Relationship Id="rId10" Type="http://schemas.openxmlformats.org/officeDocument/2006/relationships/image" Target="../media/image1092.png"/><Relationship Id="rId4" Type="http://schemas.openxmlformats.org/officeDocument/2006/relationships/image" Target="../media/image1089.png"/><Relationship Id="rId9" Type="http://schemas.openxmlformats.org/officeDocument/2006/relationships/customXml" Target="../ink/ink1407.xml"/><Relationship Id="rId14" Type="http://schemas.openxmlformats.org/officeDocument/2006/relationships/image" Target="../media/image1094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09.png"/><Relationship Id="rId117" Type="http://schemas.openxmlformats.org/officeDocument/2006/relationships/customXml" Target="../ink/ink1469.xml"/><Relationship Id="rId21" Type="http://schemas.openxmlformats.org/officeDocument/2006/relationships/customXml" Target="../ink/ink1421.xml"/><Relationship Id="rId42" Type="http://schemas.openxmlformats.org/officeDocument/2006/relationships/image" Target="../media/image1117.png"/><Relationship Id="rId47" Type="http://schemas.openxmlformats.org/officeDocument/2006/relationships/customXml" Target="../ink/ink1434.xml"/><Relationship Id="rId63" Type="http://schemas.openxmlformats.org/officeDocument/2006/relationships/customXml" Target="../ink/ink1442.xml"/><Relationship Id="rId68" Type="http://schemas.openxmlformats.org/officeDocument/2006/relationships/image" Target="../media/image11300.png"/><Relationship Id="rId84" Type="http://schemas.openxmlformats.org/officeDocument/2006/relationships/image" Target="../media/image1138.png"/><Relationship Id="rId89" Type="http://schemas.openxmlformats.org/officeDocument/2006/relationships/customXml" Target="../ink/ink1455.xml"/><Relationship Id="rId112" Type="http://schemas.openxmlformats.org/officeDocument/2006/relationships/image" Target="../media/image1152.png"/><Relationship Id="rId16" Type="http://schemas.openxmlformats.org/officeDocument/2006/relationships/image" Target="../media/image1104.png"/><Relationship Id="rId107" Type="http://schemas.openxmlformats.org/officeDocument/2006/relationships/customXml" Target="../ink/ink1464.xml"/><Relationship Id="rId11" Type="http://schemas.openxmlformats.org/officeDocument/2006/relationships/customXml" Target="../ink/ink1416.xml"/><Relationship Id="rId32" Type="http://schemas.openxmlformats.org/officeDocument/2006/relationships/image" Target="../media/image1112.png"/><Relationship Id="rId37" Type="http://schemas.openxmlformats.org/officeDocument/2006/relationships/customXml" Target="../ink/ink1429.xml"/><Relationship Id="rId53" Type="http://schemas.openxmlformats.org/officeDocument/2006/relationships/customXml" Target="../ink/ink1437.xml"/><Relationship Id="rId58" Type="http://schemas.openxmlformats.org/officeDocument/2006/relationships/image" Target="../media/image1125.png"/><Relationship Id="rId74" Type="http://schemas.openxmlformats.org/officeDocument/2006/relationships/image" Target="../media/image1133.png"/><Relationship Id="rId79" Type="http://schemas.openxmlformats.org/officeDocument/2006/relationships/customXml" Target="../ink/ink1450.xml"/><Relationship Id="rId102" Type="http://schemas.openxmlformats.org/officeDocument/2006/relationships/image" Target="../media/image1147.png"/><Relationship Id="rId5" Type="http://schemas.openxmlformats.org/officeDocument/2006/relationships/customXml" Target="../ink/ink1413.xml"/><Relationship Id="rId90" Type="http://schemas.openxmlformats.org/officeDocument/2006/relationships/image" Target="../media/image1141.png"/><Relationship Id="rId95" Type="http://schemas.openxmlformats.org/officeDocument/2006/relationships/customXml" Target="../ink/ink1458.xml"/><Relationship Id="rId22" Type="http://schemas.openxmlformats.org/officeDocument/2006/relationships/image" Target="../media/image1107.png"/><Relationship Id="rId27" Type="http://schemas.openxmlformats.org/officeDocument/2006/relationships/customXml" Target="../ink/ink1424.xml"/><Relationship Id="rId43" Type="http://schemas.openxmlformats.org/officeDocument/2006/relationships/customXml" Target="../ink/ink1432.xml"/><Relationship Id="rId48" Type="http://schemas.openxmlformats.org/officeDocument/2006/relationships/image" Target="../media/image11200.png"/><Relationship Id="rId64" Type="http://schemas.openxmlformats.org/officeDocument/2006/relationships/image" Target="../media/image1128.png"/><Relationship Id="rId69" Type="http://schemas.openxmlformats.org/officeDocument/2006/relationships/customXml" Target="../ink/ink1445.xml"/><Relationship Id="rId113" Type="http://schemas.openxmlformats.org/officeDocument/2006/relationships/customXml" Target="../ink/ink1467.xml"/><Relationship Id="rId118" Type="http://schemas.openxmlformats.org/officeDocument/2006/relationships/image" Target="../media/image1155.png"/><Relationship Id="rId80" Type="http://schemas.openxmlformats.org/officeDocument/2006/relationships/image" Target="../media/image1136.png"/><Relationship Id="rId85" Type="http://schemas.openxmlformats.org/officeDocument/2006/relationships/customXml" Target="../ink/ink1453.xml"/><Relationship Id="rId12" Type="http://schemas.openxmlformats.org/officeDocument/2006/relationships/image" Target="../media/image1102.png"/><Relationship Id="rId17" Type="http://schemas.openxmlformats.org/officeDocument/2006/relationships/customXml" Target="../ink/ink1419.xml"/><Relationship Id="rId33" Type="http://schemas.openxmlformats.org/officeDocument/2006/relationships/customXml" Target="../ink/ink1427.xml"/><Relationship Id="rId38" Type="http://schemas.openxmlformats.org/officeDocument/2006/relationships/image" Target="../media/image1115.png"/><Relationship Id="rId59" Type="http://schemas.openxmlformats.org/officeDocument/2006/relationships/customXml" Target="../ink/ink1440.xml"/><Relationship Id="rId103" Type="http://schemas.openxmlformats.org/officeDocument/2006/relationships/customXml" Target="../ink/ink1462.xml"/><Relationship Id="rId108" Type="http://schemas.openxmlformats.org/officeDocument/2006/relationships/image" Target="../media/image11500.png"/><Relationship Id="rId54" Type="http://schemas.openxmlformats.org/officeDocument/2006/relationships/image" Target="../media/image1123.png"/><Relationship Id="rId70" Type="http://schemas.openxmlformats.org/officeDocument/2006/relationships/image" Target="../media/image1131.png"/><Relationship Id="rId75" Type="http://schemas.openxmlformats.org/officeDocument/2006/relationships/customXml" Target="../ink/ink1448.xml"/><Relationship Id="rId91" Type="http://schemas.openxmlformats.org/officeDocument/2006/relationships/customXml" Target="../ink/ink1456.xml"/><Relationship Id="rId96" Type="http://schemas.openxmlformats.org/officeDocument/2006/relationships/image" Target="../media/image1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9.png"/><Relationship Id="rId23" Type="http://schemas.openxmlformats.org/officeDocument/2006/relationships/customXml" Target="../ink/ink1422.xml"/><Relationship Id="rId28" Type="http://schemas.openxmlformats.org/officeDocument/2006/relationships/image" Target="../media/image11100.png"/><Relationship Id="rId49" Type="http://schemas.openxmlformats.org/officeDocument/2006/relationships/customXml" Target="../ink/ink1435.xml"/><Relationship Id="rId114" Type="http://schemas.openxmlformats.org/officeDocument/2006/relationships/image" Target="../media/image1153.png"/><Relationship Id="rId119" Type="http://schemas.openxmlformats.org/officeDocument/2006/relationships/customXml" Target="../ink/ink1470.xml"/><Relationship Id="rId44" Type="http://schemas.openxmlformats.org/officeDocument/2006/relationships/image" Target="../media/image1118.png"/><Relationship Id="rId60" Type="http://schemas.openxmlformats.org/officeDocument/2006/relationships/image" Target="../media/image1126.png"/><Relationship Id="rId65" Type="http://schemas.openxmlformats.org/officeDocument/2006/relationships/customXml" Target="../ink/ink1443.xml"/><Relationship Id="rId81" Type="http://schemas.openxmlformats.org/officeDocument/2006/relationships/customXml" Target="../ink/ink1451.xml"/><Relationship Id="rId86" Type="http://schemas.openxmlformats.org/officeDocument/2006/relationships/image" Target="../media/image1139.png"/><Relationship Id="rId4" Type="http://schemas.openxmlformats.org/officeDocument/2006/relationships/image" Target="../media/image1098.png"/><Relationship Id="rId9" Type="http://schemas.openxmlformats.org/officeDocument/2006/relationships/customXml" Target="../ink/ink1415.xml"/><Relationship Id="rId13" Type="http://schemas.openxmlformats.org/officeDocument/2006/relationships/customXml" Target="../ink/ink1417.xml"/><Relationship Id="rId18" Type="http://schemas.openxmlformats.org/officeDocument/2006/relationships/image" Target="../media/image1105.png"/><Relationship Id="rId39" Type="http://schemas.openxmlformats.org/officeDocument/2006/relationships/customXml" Target="../ink/ink1430.xml"/><Relationship Id="rId109" Type="http://schemas.openxmlformats.org/officeDocument/2006/relationships/customXml" Target="../ink/ink1465.xml"/><Relationship Id="rId34" Type="http://schemas.openxmlformats.org/officeDocument/2006/relationships/image" Target="../media/image1113.png"/><Relationship Id="rId50" Type="http://schemas.openxmlformats.org/officeDocument/2006/relationships/image" Target="../media/image1121.png"/><Relationship Id="rId55" Type="http://schemas.openxmlformats.org/officeDocument/2006/relationships/customXml" Target="../ink/ink1438.xml"/><Relationship Id="rId76" Type="http://schemas.openxmlformats.org/officeDocument/2006/relationships/image" Target="../media/image1134.png"/><Relationship Id="rId97" Type="http://schemas.openxmlformats.org/officeDocument/2006/relationships/customXml" Target="../ink/ink1459.xml"/><Relationship Id="rId104" Type="http://schemas.openxmlformats.org/officeDocument/2006/relationships/image" Target="../media/image1148.png"/><Relationship Id="rId120" Type="http://schemas.openxmlformats.org/officeDocument/2006/relationships/image" Target="../media/image1156.png"/><Relationship Id="rId7" Type="http://schemas.openxmlformats.org/officeDocument/2006/relationships/customXml" Target="../ink/ink1414.xml"/><Relationship Id="rId71" Type="http://schemas.openxmlformats.org/officeDocument/2006/relationships/customXml" Target="../ink/ink1446.xml"/><Relationship Id="rId92" Type="http://schemas.openxmlformats.org/officeDocument/2006/relationships/image" Target="../media/image1142.png"/><Relationship Id="rId2" Type="http://schemas.openxmlformats.org/officeDocument/2006/relationships/image" Target="../media/image679.png"/><Relationship Id="rId29" Type="http://schemas.openxmlformats.org/officeDocument/2006/relationships/customXml" Target="../ink/ink1425.xml"/><Relationship Id="rId24" Type="http://schemas.openxmlformats.org/officeDocument/2006/relationships/image" Target="../media/image1108.png"/><Relationship Id="rId40" Type="http://schemas.openxmlformats.org/officeDocument/2006/relationships/image" Target="../media/image1116.png"/><Relationship Id="rId45" Type="http://schemas.openxmlformats.org/officeDocument/2006/relationships/customXml" Target="../ink/ink1433.xml"/><Relationship Id="rId66" Type="http://schemas.openxmlformats.org/officeDocument/2006/relationships/image" Target="../media/image1129.png"/><Relationship Id="rId87" Type="http://schemas.openxmlformats.org/officeDocument/2006/relationships/customXml" Target="../ink/ink1454.xml"/><Relationship Id="rId110" Type="http://schemas.openxmlformats.org/officeDocument/2006/relationships/image" Target="../media/image1151.png"/><Relationship Id="rId115" Type="http://schemas.openxmlformats.org/officeDocument/2006/relationships/customXml" Target="../ink/ink1468.xml"/><Relationship Id="rId61" Type="http://schemas.openxmlformats.org/officeDocument/2006/relationships/customXml" Target="../ink/ink1441.xml"/><Relationship Id="rId82" Type="http://schemas.openxmlformats.org/officeDocument/2006/relationships/image" Target="../media/image1137.png"/><Relationship Id="rId19" Type="http://schemas.openxmlformats.org/officeDocument/2006/relationships/customXml" Target="../ink/ink1420.xml"/><Relationship Id="rId14" Type="http://schemas.openxmlformats.org/officeDocument/2006/relationships/image" Target="../media/image1103.png"/><Relationship Id="rId30" Type="http://schemas.openxmlformats.org/officeDocument/2006/relationships/image" Target="../media/image11110.png"/><Relationship Id="rId35" Type="http://schemas.openxmlformats.org/officeDocument/2006/relationships/customXml" Target="../ink/ink1428.xml"/><Relationship Id="rId56" Type="http://schemas.openxmlformats.org/officeDocument/2006/relationships/image" Target="../media/image1124.png"/><Relationship Id="rId77" Type="http://schemas.openxmlformats.org/officeDocument/2006/relationships/customXml" Target="../ink/ink1449.xml"/><Relationship Id="rId100" Type="http://schemas.openxmlformats.org/officeDocument/2006/relationships/image" Target="../media/image1146.png"/><Relationship Id="rId105" Type="http://schemas.openxmlformats.org/officeDocument/2006/relationships/customXml" Target="../ink/ink1463.xml"/><Relationship Id="rId8" Type="http://schemas.openxmlformats.org/officeDocument/2006/relationships/image" Target="../media/image11000.png"/><Relationship Id="rId51" Type="http://schemas.openxmlformats.org/officeDocument/2006/relationships/customXml" Target="../ink/ink1436.xml"/><Relationship Id="rId72" Type="http://schemas.openxmlformats.org/officeDocument/2006/relationships/image" Target="../media/image1132.png"/><Relationship Id="rId93" Type="http://schemas.openxmlformats.org/officeDocument/2006/relationships/customXml" Target="../ink/ink1457.xml"/><Relationship Id="rId98" Type="http://schemas.openxmlformats.org/officeDocument/2006/relationships/image" Target="../media/image1145.png"/><Relationship Id="rId121" Type="http://schemas.openxmlformats.org/officeDocument/2006/relationships/customXml" Target="../ink/ink1471.xml"/><Relationship Id="rId3" Type="http://schemas.openxmlformats.org/officeDocument/2006/relationships/customXml" Target="../ink/ink1412.xml"/><Relationship Id="rId25" Type="http://schemas.openxmlformats.org/officeDocument/2006/relationships/customXml" Target="../ink/ink1423.xml"/><Relationship Id="rId46" Type="http://schemas.openxmlformats.org/officeDocument/2006/relationships/image" Target="../media/image1119.png"/><Relationship Id="rId67" Type="http://schemas.openxmlformats.org/officeDocument/2006/relationships/customXml" Target="../ink/ink1444.xml"/><Relationship Id="rId116" Type="http://schemas.openxmlformats.org/officeDocument/2006/relationships/image" Target="../media/image1154.png"/><Relationship Id="rId20" Type="http://schemas.openxmlformats.org/officeDocument/2006/relationships/image" Target="../media/image1106.png"/><Relationship Id="rId41" Type="http://schemas.openxmlformats.org/officeDocument/2006/relationships/customXml" Target="../ink/ink1431.xml"/><Relationship Id="rId62" Type="http://schemas.openxmlformats.org/officeDocument/2006/relationships/image" Target="../media/image1127.png"/><Relationship Id="rId83" Type="http://schemas.openxmlformats.org/officeDocument/2006/relationships/customXml" Target="../ink/ink1452.xml"/><Relationship Id="rId88" Type="http://schemas.openxmlformats.org/officeDocument/2006/relationships/image" Target="../media/image11400.png"/><Relationship Id="rId111" Type="http://schemas.openxmlformats.org/officeDocument/2006/relationships/customXml" Target="../ink/ink1466.xml"/><Relationship Id="rId15" Type="http://schemas.openxmlformats.org/officeDocument/2006/relationships/customXml" Target="../ink/ink1418.xml"/><Relationship Id="rId36" Type="http://schemas.openxmlformats.org/officeDocument/2006/relationships/image" Target="../media/image1114.png"/><Relationship Id="rId57" Type="http://schemas.openxmlformats.org/officeDocument/2006/relationships/customXml" Target="../ink/ink1439.xml"/><Relationship Id="rId106" Type="http://schemas.openxmlformats.org/officeDocument/2006/relationships/image" Target="../media/image1149.png"/><Relationship Id="rId10" Type="http://schemas.openxmlformats.org/officeDocument/2006/relationships/image" Target="../media/image1101.png"/><Relationship Id="rId31" Type="http://schemas.openxmlformats.org/officeDocument/2006/relationships/customXml" Target="../ink/ink1426.xml"/><Relationship Id="rId52" Type="http://schemas.openxmlformats.org/officeDocument/2006/relationships/image" Target="../media/image1122.png"/><Relationship Id="rId73" Type="http://schemas.openxmlformats.org/officeDocument/2006/relationships/customXml" Target="../ink/ink1447.xml"/><Relationship Id="rId78" Type="http://schemas.openxmlformats.org/officeDocument/2006/relationships/image" Target="../media/image1135.png"/><Relationship Id="rId94" Type="http://schemas.openxmlformats.org/officeDocument/2006/relationships/image" Target="../media/image1143.png"/><Relationship Id="rId99" Type="http://schemas.openxmlformats.org/officeDocument/2006/relationships/customXml" Target="../ink/ink1460.xml"/><Relationship Id="rId101" Type="http://schemas.openxmlformats.org/officeDocument/2006/relationships/customXml" Target="../ink/ink1461.xml"/><Relationship Id="rId122" Type="http://schemas.openxmlformats.org/officeDocument/2006/relationships/image" Target="../media/image115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1.png"/><Relationship Id="rId3" Type="http://schemas.openxmlformats.org/officeDocument/2006/relationships/customXml" Target="../ink/ink1472.xml"/><Relationship Id="rId7" Type="http://schemas.openxmlformats.org/officeDocument/2006/relationships/customXml" Target="../ink/ink1474.xml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00.png"/><Relationship Id="rId5" Type="http://schemas.openxmlformats.org/officeDocument/2006/relationships/customXml" Target="../ink/ink1473.xml"/><Relationship Id="rId4" Type="http://schemas.openxmlformats.org/officeDocument/2006/relationships/image" Target="../media/image115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5.png"/><Relationship Id="rId13" Type="http://schemas.openxmlformats.org/officeDocument/2006/relationships/customXml" Target="../ink/ink1480.xml"/><Relationship Id="rId18" Type="http://schemas.openxmlformats.org/officeDocument/2006/relationships/image" Target="../media/image11700.png"/><Relationship Id="rId3" Type="http://schemas.openxmlformats.org/officeDocument/2006/relationships/customXml" Target="../ink/ink1475.xml"/><Relationship Id="rId21" Type="http://schemas.openxmlformats.org/officeDocument/2006/relationships/customXml" Target="../ink/ink1484.xml"/><Relationship Id="rId7" Type="http://schemas.openxmlformats.org/officeDocument/2006/relationships/customXml" Target="../ink/ink1477.xml"/><Relationship Id="rId12" Type="http://schemas.openxmlformats.org/officeDocument/2006/relationships/image" Target="../media/image1167.png"/><Relationship Id="rId17" Type="http://schemas.openxmlformats.org/officeDocument/2006/relationships/customXml" Target="../ink/ink1482.xml"/><Relationship Id="rId2" Type="http://schemas.openxmlformats.org/officeDocument/2006/relationships/image" Target="../media/image681.png"/><Relationship Id="rId16" Type="http://schemas.openxmlformats.org/officeDocument/2006/relationships/image" Target="../media/image1169.png"/><Relationship Id="rId20" Type="http://schemas.openxmlformats.org/officeDocument/2006/relationships/image" Target="../media/image1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.png"/><Relationship Id="rId11" Type="http://schemas.openxmlformats.org/officeDocument/2006/relationships/customXml" Target="../ink/ink1479.xml"/><Relationship Id="rId5" Type="http://schemas.openxmlformats.org/officeDocument/2006/relationships/customXml" Target="../ink/ink1476.xml"/><Relationship Id="rId15" Type="http://schemas.openxmlformats.org/officeDocument/2006/relationships/customXml" Target="../ink/ink1481.xml"/><Relationship Id="rId10" Type="http://schemas.openxmlformats.org/officeDocument/2006/relationships/image" Target="../media/image1166.png"/><Relationship Id="rId19" Type="http://schemas.openxmlformats.org/officeDocument/2006/relationships/customXml" Target="../ink/ink1483.xml"/><Relationship Id="rId4" Type="http://schemas.openxmlformats.org/officeDocument/2006/relationships/image" Target="../media/image1163.png"/><Relationship Id="rId9" Type="http://schemas.openxmlformats.org/officeDocument/2006/relationships/customXml" Target="../ink/ink1478.xml"/><Relationship Id="rId14" Type="http://schemas.openxmlformats.org/officeDocument/2006/relationships/image" Target="../media/image1168.png"/><Relationship Id="rId22" Type="http://schemas.openxmlformats.org/officeDocument/2006/relationships/image" Target="../media/image117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7.png"/><Relationship Id="rId3" Type="http://schemas.openxmlformats.org/officeDocument/2006/relationships/customXml" Target="../ink/ink1485.xml"/><Relationship Id="rId7" Type="http://schemas.openxmlformats.org/officeDocument/2006/relationships/customXml" Target="../ink/ink1487.xml"/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.png"/><Relationship Id="rId5" Type="http://schemas.openxmlformats.org/officeDocument/2006/relationships/customXml" Target="../ink/ink1486.xml"/><Relationship Id="rId10" Type="http://schemas.openxmlformats.org/officeDocument/2006/relationships/image" Target="../media/image1208.png"/><Relationship Id="rId4" Type="http://schemas.openxmlformats.org/officeDocument/2006/relationships/image" Target="../media/image1205.png"/><Relationship Id="rId9" Type="http://schemas.openxmlformats.org/officeDocument/2006/relationships/customXml" Target="../ink/ink148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3.png"/><Relationship Id="rId3" Type="http://schemas.openxmlformats.org/officeDocument/2006/relationships/customXml" Target="../ink/ink1489.xml"/><Relationship Id="rId7" Type="http://schemas.openxmlformats.org/officeDocument/2006/relationships/customXml" Target="../ink/ink1491.xml"/><Relationship Id="rId2" Type="http://schemas.openxmlformats.org/officeDocument/2006/relationships/image" Target="../media/image6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.png"/><Relationship Id="rId5" Type="http://schemas.openxmlformats.org/officeDocument/2006/relationships/customXml" Target="../ink/ink1490.xml"/><Relationship Id="rId10" Type="http://schemas.openxmlformats.org/officeDocument/2006/relationships/image" Target="../media/image1214.png"/><Relationship Id="rId4" Type="http://schemas.openxmlformats.org/officeDocument/2006/relationships/image" Target="../media/image12110.png"/><Relationship Id="rId9" Type="http://schemas.openxmlformats.org/officeDocument/2006/relationships/customXml" Target="../ink/ink14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16</a:t>
            </a:r>
          </a:p>
          <a:p>
            <a:r>
              <a:rPr lang="en-US" sz="2800">
                <a:latin typeface="PT Sans" panose="020B0503020203020204" pitchFamily="34" charset="0"/>
              </a:rPr>
              <a:t>Sensors 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365799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6995-18CF-2E5C-2FFB-BE007544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sensors</a:t>
            </a:r>
          </a:p>
        </p:txBody>
      </p:sp>
      <p:pic>
        <p:nvPicPr>
          <p:cNvPr id="6" name="Content Placeholder 5" descr="A group of black electronic components&#10;&#10;Description automatically generated">
            <a:extLst>
              <a:ext uri="{FF2B5EF4-FFF2-40B4-BE49-F238E27FC236}">
                <a16:creationId xmlns:a16="http://schemas.microsoft.com/office/drawing/2014/main" id="{A3E93621-D2B6-124E-B907-6A5C3169F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505" y="1552362"/>
            <a:ext cx="8884990" cy="29386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E1AB-C9FA-0CD8-B1DE-FD7549677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370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84570-F45D-FBB9-341D-844CCBE3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measurement</a:t>
            </a:r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EDD744BB-901A-D599-32D8-464E112D8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90" y="979835"/>
            <a:ext cx="6048419" cy="299087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BEA25C5-A933-85CF-C011-AABAFDE5CE67}"/>
              </a:ext>
            </a:extLst>
          </p:cNvPr>
          <p:cNvGrpSpPr/>
          <p:nvPr/>
        </p:nvGrpSpPr>
        <p:grpSpPr>
          <a:xfrm>
            <a:off x="8213942" y="1452985"/>
            <a:ext cx="884880" cy="191520"/>
            <a:chOff x="8213942" y="1452985"/>
            <a:chExt cx="88488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14:cNvPr>
                <p14:cNvContentPartPr/>
                <p14:nvPr/>
              </p14:nvContentPartPr>
              <p14:xfrm>
                <a:off x="8213942" y="1525705"/>
                <a:ext cx="884880" cy="10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96302" y="1508065"/>
                  <a:ext cx="92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14:cNvPr>
                <p14:cNvContentPartPr/>
                <p14:nvPr/>
              </p14:nvContentPartPr>
              <p14:xfrm>
                <a:off x="8967062" y="1452985"/>
                <a:ext cx="90720" cy="191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9422" y="1434985"/>
                  <a:ext cx="12636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6773C6-E60C-D551-AEE1-E4E038D3B7FB}"/>
              </a:ext>
            </a:extLst>
          </p:cNvPr>
          <p:cNvGrpSpPr/>
          <p:nvPr/>
        </p:nvGrpSpPr>
        <p:grpSpPr>
          <a:xfrm>
            <a:off x="8094782" y="472345"/>
            <a:ext cx="1277280" cy="603720"/>
            <a:chOff x="8094782" y="472345"/>
            <a:chExt cx="127728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14:cNvPr>
                <p14:cNvContentPartPr/>
                <p14:nvPr/>
              </p14:nvContentPartPr>
              <p14:xfrm>
                <a:off x="8094782" y="986785"/>
                <a:ext cx="839880" cy="89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77142" y="968785"/>
                  <a:ext cx="8755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14:cNvPr>
                <p14:cNvContentPartPr/>
                <p14:nvPr/>
              </p14:nvContentPartPr>
              <p14:xfrm>
                <a:off x="8828822" y="856465"/>
                <a:ext cx="146520" cy="198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11182" y="838825"/>
                  <a:ext cx="1821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14:cNvPr>
                <p14:cNvContentPartPr/>
                <p14:nvPr/>
              </p14:nvContentPartPr>
              <p14:xfrm>
                <a:off x="8197022" y="521305"/>
                <a:ext cx="129960" cy="27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179022" y="503305"/>
                  <a:ext cx="165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14:cNvPr>
                <p14:cNvContentPartPr/>
                <p14:nvPr/>
              </p14:nvContentPartPr>
              <p14:xfrm>
                <a:off x="8351822" y="594025"/>
                <a:ext cx="305640" cy="16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34182" y="576385"/>
                  <a:ext cx="341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14:cNvPr>
                <p14:cNvContentPartPr/>
                <p14:nvPr/>
              </p14:nvContentPartPr>
              <p14:xfrm>
                <a:off x="8787782" y="556225"/>
                <a:ext cx="118800" cy="205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770142" y="538585"/>
                  <a:ext cx="154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14:cNvPr>
                <p14:cNvContentPartPr/>
                <p14:nvPr/>
              </p14:nvContentPartPr>
              <p14:xfrm>
                <a:off x="8941502" y="628225"/>
                <a:ext cx="13680" cy="7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23502" y="610225"/>
                  <a:ext cx="49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14:cNvPr>
                <p14:cNvContentPartPr/>
                <p14:nvPr/>
              </p14:nvContentPartPr>
              <p14:xfrm>
                <a:off x="8946902" y="472345"/>
                <a:ext cx="12600" cy="41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28902" y="454345"/>
                  <a:ext cx="48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14:cNvPr>
                <p14:cNvContentPartPr/>
                <p14:nvPr/>
              </p14:nvContentPartPr>
              <p14:xfrm>
                <a:off x="9042302" y="576025"/>
                <a:ext cx="125280" cy="8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24662" y="558385"/>
                  <a:ext cx="160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14:cNvPr>
                <p14:cNvContentPartPr/>
                <p14:nvPr/>
              </p14:nvContentPartPr>
              <p14:xfrm>
                <a:off x="9268022" y="523105"/>
                <a:ext cx="104040" cy="478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250382" y="505105"/>
                  <a:ext cx="139680" cy="51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2CB3E3-5B49-9BF7-A396-0C55351B80DD}"/>
              </a:ext>
            </a:extLst>
          </p:cNvPr>
          <p:cNvGrpSpPr/>
          <p:nvPr/>
        </p:nvGrpSpPr>
        <p:grpSpPr>
          <a:xfrm>
            <a:off x="7968062" y="1886785"/>
            <a:ext cx="610920" cy="303120"/>
            <a:chOff x="7968062" y="1886785"/>
            <a:chExt cx="61092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14:cNvPr>
                <p14:cNvContentPartPr/>
                <p14:nvPr/>
              </p14:nvContentPartPr>
              <p14:xfrm>
                <a:off x="7968062" y="2011345"/>
                <a:ext cx="17784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50422" y="1993345"/>
                  <a:ext cx="213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14:cNvPr>
                <p14:cNvContentPartPr/>
                <p14:nvPr/>
              </p14:nvContentPartPr>
              <p14:xfrm>
                <a:off x="8256062" y="2009545"/>
                <a:ext cx="979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38422" y="1991545"/>
                  <a:ext cx="133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14:cNvPr>
                <p14:cNvContentPartPr/>
                <p14:nvPr/>
              </p14:nvContentPartPr>
              <p14:xfrm>
                <a:off x="8405102" y="1886785"/>
                <a:ext cx="173880" cy="28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87102" y="1868785"/>
                  <a:ext cx="209520" cy="31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1F064B-DFF3-BAE6-9789-229209984765}"/>
              </a:ext>
            </a:extLst>
          </p:cNvPr>
          <p:cNvGrpSpPr/>
          <p:nvPr/>
        </p:nvGrpSpPr>
        <p:grpSpPr>
          <a:xfrm>
            <a:off x="8813342" y="1891825"/>
            <a:ext cx="1188000" cy="392040"/>
            <a:chOff x="8813342" y="1891825"/>
            <a:chExt cx="118800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14:cNvPr>
                <p14:cNvContentPartPr/>
                <p14:nvPr/>
              </p14:nvContentPartPr>
              <p14:xfrm>
                <a:off x="8813342" y="1891825"/>
                <a:ext cx="136080" cy="28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95702" y="1873825"/>
                  <a:ext cx="171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14:cNvPr>
                <p14:cNvContentPartPr/>
                <p14:nvPr/>
              </p14:nvContentPartPr>
              <p14:xfrm>
                <a:off x="8974622" y="1951585"/>
                <a:ext cx="31284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56622" y="1933585"/>
                  <a:ext cx="348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14:cNvPr>
                <p14:cNvContentPartPr/>
                <p14:nvPr/>
              </p14:nvContentPartPr>
              <p14:xfrm>
                <a:off x="9337142" y="1976065"/>
                <a:ext cx="102240" cy="22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19142" y="1958065"/>
                  <a:ext cx="137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14:cNvPr>
                <p14:cNvContentPartPr/>
                <p14:nvPr/>
              </p14:nvContentPartPr>
              <p14:xfrm>
                <a:off x="9531182" y="2032945"/>
                <a:ext cx="23400" cy="132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13542" y="2014945"/>
                  <a:ext cx="59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14:cNvPr>
                <p14:cNvContentPartPr/>
                <p14:nvPr/>
              </p14:nvContentPartPr>
              <p14:xfrm>
                <a:off x="9512822" y="1933225"/>
                <a:ext cx="1800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95182" y="1915585"/>
                  <a:ext cx="37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14:cNvPr>
                <p14:cNvContentPartPr/>
                <p14:nvPr/>
              </p14:nvContentPartPr>
              <p14:xfrm>
                <a:off x="9599582" y="1972105"/>
                <a:ext cx="171720" cy="133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81942" y="1954465"/>
                  <a:ext cx="20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14:cNvPr>
                <p14:cNvContentPartPr/>
                <p14:nvPr/>
              </p14:nvContentPartPr>
              <p14:xfrm>
                <a:off x="9918542" y="1936825"/>
                <a:ext cx="82800" cy="34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00902" y="1918825"/>
                  <a:ext cx="1184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50A88-776E-FDAC-2F6B-B6501A342423}"/>
              </a:ext>
            </a:extLst>
          </p:cNvPr>
          <p:cNvGrpSpPr/>
          <p:nvPr/>
        </p:nvGrpSpPr>
        <p:grpSpPr>
          <a:xfrm>
            <a:off x="10137062" y="908665"/>
            <a:ext cx="1347480" cy="631800"/>
            <a:chOff x="10137062" y="908665"/>
            <a:chExt cx="1347480" cy="6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14:cNvPr>
                <p14:cNvContentPartPr/>
                <p14:nvPr/>
              </p14:nvContentPartPr>
              <p14:xfrm>
                <a:off x="10330382" y="975625"/>
                <a:ext cx="173160" cy="300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2382" y="957625"/>
                  <a:ext cx="2088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14:cNvPr>
                <p14:cNvContentPartPr/>
                <p14:nvPr/>
              </p14:nvContentPartPr>
              <p14:xfrm>
                <a:off x="10645022" y="1139785"/>
                <a:ext cx="124560" cy="2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27382" y="1122145"/>
                  <a:ext cx="160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14:cNvPr>
                <p14:cNvContentPartPr/>
                <p14:nvPr/>
              </p14:nvContentPartPr>
              <p14:xfrm>
                <a:off x="10887302" y="1049065"/>
                <a:ext cx="12240" cy="250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69302" y="1031065"/>
                  <a:ext cx="47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14:cNvPr>
                <p14:cNvContentPartPr/>
                <p14:nvPr/>
              </p14:nvContentPartPr>
              <p14:xfrm>
                <a:off x="10862462" y="1051585"/>
                <a:ext cx="181800" cy="166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44822" y="1033945"/>
                  <a:ext cx="2174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14:cNvPr>
                <p14:cNvContentPartPr/>
                <p14:nvPr/>
              </p14:nvContentPartPr>
              <p14:xfrm>
                <a:off x="11139302" y="1040425"/>
                <a:ext cx="123480" cy="219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21662" y="1022425"/>
                  <a:ext cx="159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14:cNvPr>
                <p14:cNvContentPartPr/>
                <p14:nvPr/>
              </p14:nvContentPartPr>
              <p14:xfrm>
                <a:off x="10137062" y="908665"/>
                <a:ext cx="183960" cy="63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119422" y="890665"/>
                  <a:ext cx="21960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14:cNvPr>
                <p14:cNvContentPartPr/>
                <p14:nvPr/>
              </p14:nvContentPartPr>
              <p14:xfrm>
                <a:off x="11362862" y="909385"/>
                <a:ext cx="121680" cy="48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345222" y="891745"/>
                  <a:ext cx="157320" cy="51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11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4CC90-F736-90F2-CB7A-E6F2E5BA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</a:t>
            </a:r>
          </a:p>
        </p:txBody>
      </p:sp>
      <p:pic>
        <p:nvPicPr>
          <p:cNvPr id="6" name="Picture 5" descr="A picture containing text, antenna&#10;&#10;Description automatically generated">
            <a:extLst>
              <a:ext uri="{FF2B5EF4-FFF2-40B4-BE49-F238E27FC236}">
                <a16:creationId xmlns:a16="http://schemas.microsoft.com/office/drawing/2014/main" id="{EB7192EB-3B17-CF32-04C3-8C6197535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81" y="1280472"/>
            <a:ext cx="3773036" cy="25752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1A6038-5135-6CFF-4F05-09D1D8F37791}"/>
              </a:ext>
            </a:extLst>
          </p:cNvPr>
          <p:cNvSpPr txBox="1"/>
          <p:nvPr/>
        </p:nvSpPr>
        <p:spPr>
          <a:xfrm>
            <a:off x="5044440" y="1788636"/>
            <a:ext cx="61874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T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here are three Golden Rules for op-amp circuit design and analysis: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(1) no current flows into the inputs, V</a:t>
            </a:r>
            <a:r>
              <a:rPr lang="en-US" sz="800" b="0" i="0" u="none" strike="noStrike" baseline="0" dirty="0">
                <a:latin typeface="PT Sans" panose="020B0503020203020204" pitchFamily="34" charset="0"/>
              </a:rPr>
              <a:t>+ 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and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(2) the input voltages are always equal, that is V+ =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(3) the op-amp output can drive any current that is required.</a:t>
            </a:r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8E97A7B-6198-17DA-6D6C-7C2633A1D1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3262" y="4343199"/>
            <a:ext cx="4010025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14:cNvPr>
              <p14:cNvContentPartPr/>
              <p14:nvPr/>
            </p14:nvContentPartPr>
            <p14:xfrm>
              <a:off x="4495142" y="426265"/>
              <a:ext cx="57600" cy="94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7142" y="408625"/>
                <a:ext cx="93240" cy="9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14:cNvPr>
              <p14:cNvContentPartPr/>
              <p14:nvPr/>
            </p14:nvContentPartPr>
            <p14:xfrm>
              <a:off x="4514582" y="444985"/>
              <a:ext cx="600480" cy="3027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96942" y="427345"/>
                <a:ext cx="6361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14:cNvPr>
              <p14:cNvContentPartPr/>
              <p14:nvPr/>
            </p14:nvContentPartPr>
            <p14:xfrm>
              <a:off x="5118662" y="723265"/>
              <a:ext cx="176760" cy="151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00662" y="705625"/>
                <a:ext cx="21240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14:cNvPr>
              <p14:cNvContentPartPr/>
              <p14:nvPr/>
            </p14:nvContentPartPr>
            <p14:xfrm>
              <a:off x="4562102" y="830905"/>
              <a:ext cx="795240" cy="691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44102" y="813265"/>
                <a:ext cx="830880" cy="72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14:cNvPr>
              <p14:cNvContentPartPr/>
              <p14:nvPr/>
            </p14:nvContentPartPr>
            <p14:xfrm>
              <a:off x="4539782" y="1366225"/>
              <a:ext cx="13680" cy="141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21782" y="1348225"/>
                <a:ext cx="4932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14:cNvPr>
              <p14:cNvContentPartPr/>
              <p14:nvPr/>
            </p14:nvContentPartPr>
            <p14:xfrm>
              <a:off x="4606022" y="769345"/>
              <a:ext cx="144360" cy="40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88382" y="751705"/>
                <a:ext cx="18000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14:cNvPr>
              <p14:cNvContentPartPr/>
              <p14:nvPr/>
            </p14:nvContentPartPr>
            <p14:xfrm>
              <a:off x="4634822" y="1114945"/>
              <a:ext cx="91440" cy="34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16822" y="1097305"/>
                <a:ext cx="12708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14:cNvPr>
              <p14:cNvContentPartPr/>
              <p14:nvPr/>
            </p14:nvContentPartPr>
            <p14:xfrm>
              <a:off x="4685582" y="1043305"/>
              <a:ext cx="34920" cy="140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667942" y="1025305"/>
                <a:ext cx="705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14:cNvPr>
              <p14:cNvContentPartPr/>
              <p14:nvPr/>
            </p14:nvContentPartPr>
            <p14:xfrm>
              <a:off x="4171142" y="747025"/>
              <a:ext cx="368280" cy="48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153502" y="729025"/>
                <a:ext cx="40392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14:cNvPr>
              <p14:cNvContentPartPr/>
              <p14:nvPr/>
            </p14:nvContentPartPr>
            <p14:xfrm>
              <a:off x="4077542" y="714265"/>
              <a:ext cx="152280" cy="122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59542" y="696265"/>
                <a:ext cx="18792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14:cNvPr>
              <p14:cNvContentPartPr/>
              <p14:nvPr/>
            </p14:nvContentPartPr>
            <p14:xfrm>
              <a:off x="4202462" y="1138705"/>
              <a:ext cx="362160" cy="45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84822" y="1121065"/>
                <a:ext cx="3978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14:cNvPr>
              <p14:cNvContentPartPr/>
              <p14:nvPr/>
            </p14:nvContentPartPr>
            <p14:xfrm>
              <a:off x="4145582" y="1106305"/>
              <a:ext cx="162360" cy="1756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27582" y="1088305"/>
                <a:ext cx="1980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14:cNvPr>
              <p14:cNvContentPartPr/>
              <p14:nvPr/>
            </p14:nvContentPartPr>
            <p14:xfrm>
              <a:off x="5318822" y="828385"/>
              <a:ext cx="659520" cy="741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300822" y="810385"/>
                <a:ext cx="69516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14:cNvPr>
              <p14:cNvContentPartPr/>
              <p14:nvPr/>
            </p14:nvContentPartPr>
            <p14:xfrm>
              <a:off x="5934782" y="753145"/>
              <a:ext cx="114840" cy="13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16782" y="735145"/>
                <a:ext cx="1504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14:cNvPr>
              <p14:cNvContentPartPr/>
              <p14:nvPr/>
            </p14:nvContentPartPr>
            <p14:xfrm>
              <a:off x="6234302" y="715345"/>
              <a:ext cx="169560" cy="248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216662" y="697705"/>
                <a:ext cx="2052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14:cNvPr>
              <p14:cNvContentPartPr/>
              <p14:nvPr/>
            </p14:nvContentPartPr>
            <p14:xfrm>
              <a:off x="6508622" y="781585"/>
              <a:ext cx="126360" cy="152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490982" y="763945"/>
                <a:ext cx="16200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14:cNvPr>
              <p14:cNvContentPartPr/>
              <p14:nvPr/>
            </p14:nvContentPartPr>
            <p14:xfrm>
              <a:off x="6732902" y="685105"/>
              <a:ext cx="107280" cy="2732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15262" y="667465"/>
                <a:ext cx="1429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14:cNvPr>
              <p14:cNvContentPartPr/>
              <p14:nvPr/>
            </p14:nvContentPartPr>
            <p14:xfrm>
              <a:off x="6710942" y="729745"/>
              <a:ext cx="170640" cy="8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693302" y="711745"/>
                <a:ext cx="2062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14:cNvPr>
              <p14:cNvContentPartPr/>
              <p14:nvPr/>
            </p14:nvContentPartPr>
            <p14:xfrm>
              <a:off x="3380222" y="535705"/>
              <a:ext cx="80640" cy="2455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62222" y="517705"/>
                <a:ext cx="11628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14:cNvPr>
              <p14:cNvContentPartPr/>
              <p14:nvPr/>
            </p14:nvContentPartPr>
            <p14:xfrm>
              <a:off x="3575342" y="608785"/>
              <a:ext cx="185040" cy="130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57342" y="590785"/>
                <a:ext cx="2206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14:cNvPr>
              <p14:cNvContentPartPr/>
              <p14:nvPr/>
            </p14:nvContentPartPr>
            <p14:xfrm>
              <a:off x="3922382" y="504025"/>
              <a:ext cx="4320" cy="1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904742" y="486025"/>
                <a:ext cx="399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14:cNvPr>
              <p14:cNvContentPartPr/>
              <p14:nvPr/>
            </p14:nvContentPartPr>
            <p14:xfrm>
              <a:off x="3893222" y="483145"/>
              <a:ext cx="123120" cy="50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875582" y="465145"/>
                <a:ext cx="1587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14:cNvPr>
              <p14:cNvContentPartPr/>
              <p14:nvPr/>
            </p14:nvContentPartPr>
            <p14:xfrm>
              <a:off x="3347462" y="1262905"/>
              <a:ext cx="101160" cy="213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9462" y="1244905"/>
                <a:ext cx="1368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14:cNvPr>
              <p14:cNvContentPartPr/>
              <p14:nvPr/>
            </p14:nvContentPartPr>
            <p14:xfrm>
              <a:off x="3526742" y="1305385"/>
              <a:ext cx="179640" cy="126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509102" y="1287385"/>
                <a:ext cx="21528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14:cNvPr>
              <p14:cNvContentPartPr/>
              <p14:nvPr/>
            </p14:nvContentPartPr>
            <p14:xfrm>
              <a:off x="3795662" y="1191265"/>
              <a:ext cx="140400" cy="64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778022" y="1173625"/>
                <a:ext cx="17604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14:cNvPr>
              <p14:cNvContentPartPr/>
              <p14:nvPr/>
            </p14:nvContentPartPr>
            <p14:xfrm>
              <a:off x="3855062" y="1162465"/>
              <a:ext cx="56520" cy="156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837062" y="1144825"/>
                <a:ext cx="9216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6D67A779-FBC9-3A3E-7BE2-0D0CBB00B638}"/>
              </a:ext>
            </a:extLst>
          </p:cNvPr>
          <p:cNvGrpSpPr/>
          <p:nvPr/>
        </p:nvGrpSpPr>
        <p:grpSpPr>
          <a:xfrm>
            <a:off x="7063742" y="506185"/>
            <a:ext cx="2320920" cy="628920"/>
            <a:chOff x="7063742" y="506185"/>
            <a:chExt cx="2320920" cy="62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14:cNvPr>
                <p14:cNvContentPartPr/>
                <p14:nvPr/>
              </p14:nvContentPartPr>
              <p14:xfrm>
                <a:off x="7077782" y="824785"/>
                <a:ext cx="5436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60142" y="807145"/>
                  <a:ext cx="90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14:cNvPr>
                <p14:cNvContentPartPr/>
                <p14:nvPr/>
              </p14:nvContentPartPr>
              <p14:xfrm>
                <a:off x="7063742" y="901465"/>
                <a:ext cx="108720" cy="36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742" y="883825"/>
                  <a:ext cx="1443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14:cNvPr>
                <p14:cNvContentPartPr/>
                <p14:nvPr/>
              </p14:nvContentPartPr>
              <p14:xfrm>
                <a:off x="7308902" y="720025"/>
                <a:ext cx="64800" cy="356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90902" y="702025"/>
                  <a:ext cx="10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14:cNvPr>
                <p14:cNvContentPartPr/>
                <p14:nvPr/>
              </p14:nvContentPartPr>
              <p14:xfrm>
                <a:off x="7371902" y="745585"/>
                <a:ext cx="110160" cy="18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54262" y="727945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14:cNvPr>
                <p14:cNvContentPartPr/>
                <p14:nvPr/>
              </p14:nvContentPartPr>
              <p14:xfrm>
                <a:off x="7334102" y="896785"/>
                <a:ext cx="62640" cy="30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16462" y="878785"/>
                  <a:ext cx="98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14:cNvPr>
                <p14:cNvContentPartPr/>
                <p14:nvPr/>
              </p14:nvContentPartPr>
              <p14:xfrm>
                <a:off x="7674302" y="506185"/>
                <a:ext cx="254160" cy="600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56302" y="488545"/>
                  <a:ext cx="28980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14:cNvPr>
                <p14:cNvContentPartPr/>
                <p14:nvPr/>
              </p14:nvContentPartPr>
              <p14:xfrm>
                <a:off x="7880942" y="696625"/>
                <a:ext cx="6948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63302" y="678985"/>
                  <a:ext cx="1051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14:cNvPr>
                <p14:cNvContentPartPr/>
                <p14:nvPr/>
              </p14:nvContentPartPr>
              <p14:xfrm>
                <a:off x="8023142" y="804985"/>
                <a:ext cx="155520" cy="110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05142" y="787345"/>
                  <a:ext cx="191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14:cNvPr>
                <p14:cNvContentPartPr/>
                <p14:nvPr/>
              </p14:nvContentPartPr>
              <p14:xfrm>
                <a:off x="8214302" y="989665"/>
                <a:ext cx="56880" cy="2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96662" y="972025"/>
                  <a:ext cx="92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14:cNvPr>
                <p14:cNvContentPartPr/>
                <p14:nvPr/>
              </p14:nvContentPartPr>
              <p14:xfrm>
                <a:off x="8234102" y="999025"/>
                <a:ext cx="94320" cy="26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16102" y="981385"/>
                  <a:ext cx="129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14:cNvPr>
                <p14:cNvContentPartPr/>
                <p14:nvPr/>
              </p14:nvContentPartPr>
              <p14:xfrm>
                <a:off x="8261822" y="953665"/>
                <a:ext cx="15480" cy="8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44182" y="935665"/>
                  <a:ext cx="51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14:cNvPr>
                <p14:cNvContentPartPr/>
                <p14:nvPr/>
              </p14:nvContentPartPr>
              <p14:xfrm>
                <a:off x="8452982" y="785905"/>
                <a:ext cx="167760" cy="30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35342" y="767905"/>
                  <a:ext cx="20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14:cNvPr>
                <p14:cNvContentPartPr/>
                <p14:nvPr/>
              </p14:nvContentPartPr>
              <p14:xfrm>
                <a:off x="8777342" y="630745"/>
                <a:ext cx="2088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759342" y="612745"/>
                  <a:ext cx="56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14:cNvPr>
                <p14:cNvContentPartPr/>
                <p14:nvPr/>
              </p14:nvContentPartPr>
              <p14:xfrm>
                <a:off x="8871662" y="775465"/>
                <a:ext cx="158040" cy="12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53662" y="757465"/>
                  <a:ext cx="193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14:cNvPr>
                <p14:cNvContentPartPr/>
                <p14:nvPr/>
              </p14:nvContentPartPr>
              <p14:xfrm>
                <a:off x="9133382" y="893545"/>
                <a:ext cx="88560" cy="15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5742" y="875905"/>
                  <a:ext cx="124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14:cNvPr>
                <p14:cNvContentPartPr/>
                <p14:nvPr/>
              </p14:nvContentPartPr>
              <p14:xfrm>
                <a:off x="9216182" y="558385"/>
                <a:ext cx="168480" cy="576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98182" y="540745"/>
                  <a:ext cx="20412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14:cNvPr>
                <p14:cNvContentPartPr/>
                <p14:nvPr/>
              </p14:nvContentPartPr>
              <p14:xfrm>
                <a:off x="7380182" y="897145"/>
                <a:ext cx="85320" cy="3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62182" y="879145"/>
                  <a:ext cx="1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14:cNvPr>
                <p14:cNvContentPartPr/>
                <p14:nvPr/>
              </p14:nvContentPartPr>
              <p14:xfrm>
                <a:off x="7505102" y="881305"/>
                <a:ext cx="20880" cy="118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87102" y="863305"/>
                  <a:ext cx="565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BD7F3E9-8D19-DCF6-E736-30FBC37B4074}"/>
              </a:ext>
            </a:extLst>
          </p:cNvPr>
          <p:cNvGrpSpPr/>
          <p:nvPr/>
        </p:nvGrpSpPr>
        <p:grpSpPr>
          <a:xfrm>
            <a:off x="7501142" y="1202785"/>
            <a:ext cx="927720" cy="609120"/>
            <a:chOff x="7501142" y="1202785"/>
            <a:chExt cx="92772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14:cNvPr>
                <p14:cNvContentPartPr/>
                <p14:nvPr/>
              </p14:nvContentPartPr>
              <p14:xfrm>
                <a:off x="7501142" y="1202785"/>
                <a:ext cx="121320" cy="493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83142" y="1184785"/>
                  <a:ext cx="15696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14:cNvPr>
                <p14:cNvContentPartPr/>
                <p14:nvPr/>
              </p14:nvContentPartPr>
              <p14:xfrm>
                <a:off x="7585382" y="1638745"/>
                <a:ext cx="594720" cy="43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67382" y="1621105"/>
                  <a:ext cx="630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14:cNvPr>
                <p14:cNvContentPartPr/>
                <p14:nvPr/>
              </p14:nvContentPartPr>
              <p14:xfrm>
                <a:off x="8148782" y="1532185"/>
                <a:ext cx="54720" cy="279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30782" y="1514185"/>
                  <a:ext cx="903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14:cNvPr>
                <p14:cNvContentPartPr/>
                <p14:nvPr/>
              </p14:nvContentPartPr>
              <p14:xfrm>
                <a:off x="8159942" y="1543705"/>
                <a:ext cx="268920" cy="234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142302" y="1525705"/>
                  <a:ext cx="30456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67809B2-4778-AD6C-AAC9-2FE6AC7CA2D3}"/>
              </a:ext>
            </a:extLst>
          </p:cNvPr>
          <p:cNvGrpSpPr/>
          <p:nvPr/>
        </p:nvGrpSpPr>
        <p:grpSpPr>
          <a:xfrm>
            <a:off x="8760422" y="1314745"/>
            <a:ext cx="934920" cy="761400"/>
            <a:chOff x="8760422" y="1314745"/>
            <a:chExt cx="934920" cy="76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14:cNvPr>
                <p14:cNvContentPartPr/>
                <p14:nvPr/>
              </p14:nvContentPartPr>
              <p14:xfrm>
                <a:off x="8760422" y="1529665"/>
                <a:ext cx="31320" cy="203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42422" y="1511665"/>
                  <a:ext cx="66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14:cNvPr>
                <p14:cNvContentPartPr/>
                <p14:nvPr/>
              </p14:nvContentPartPr>
              <p14:xfrm>
                <a:off x="8877782" y="1533985"/>
                <a:ext cx="113400" cy="168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59782" y="1516345"/>
                  <a:ext cx="1490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14:cNvPr>
                <p14:cNvContentPartPr/>
                <p14:nvPr/>
              </p14:nvContentPartPr>
              <p14:xfrm>
                <a:off x="9022862" y="1375585"/>
                <a:ext cx="125640" cy="155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04862" y="1357945"/>
                  <a:ext cx="161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14:cNvPr>
                <p14:cNvContentPartPr/>
                <p14:nvPr/>
              </p14:nvContentPartPr>
              <p14:xfrm>
                <a:off x="9162902" y="1314745"/>
                <a:ext cx="182880" cy="76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44902" y="1297105"/>
                  <a:ext cx="21852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14:cNvPr>
                <p14:cNvContentPartPr/>
                <p14:nvPr/>
              </p14:nvContentPartPr>
              <p14:xfrm>
                <a:off x="9451982" y="1429945"/>
                <a:ext cx="35640" cy="25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34342" y="1412305"/>
                  <a:ext cx="71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14:cNvPr>
                <p14:cNvContentPartPr/>
                <p14:nvPr/>
              </p14:nvContentPartPr>
              <p14:xfrm>
                <a:off x="9596702" y="1458025"/>
                <a:ext cx="98640" cy="20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78702" y="1440385"/>
                  <a:ext cx="134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BA64570-830E-A181-D10B-81F7A1573608}"/>
              </a:ext>
            </a:extLst>
          </p:cNvPr>
          <p:cNvGrpSpPr/>
          <p:nvPr/>
        </p:nvGrpSpPr>
        <p:grpSpPr>
          <a:xfrm>
            <a:off x="9874622" y="1216465"/>
            <a:ext cx="801720" cy="580320"/>
            <a:chOff x="9874622" y="1216465"/>
            <a:chExt cx="801720" cy="5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14:cNvPr>
                <p14:cNvContentPartPr/>
                <p14:nvPr/>
              </p14:nvContentPartPr>
              <p14:xfrm>
                <a:off x="9874622" y="1322665"/>
                <a:ext cx="100440" cy="14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6622" y="1304665"/>
                  <a:ext cx="136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14:cNvPr>
                <p14:cNvContentPartPr/>
                <p14:nvPr/>
              </p14:nvContentPartPr>
              <p14:xfrm>
                <a:off x="9989822" y="1270465"/>
                <a:ext cx="175680" cy="526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82" y="1252825"/>
                  <a:ext cx="21132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14:cNvPr>
                <p14:cNvContentPartPr/>
                <p14:nvPr/>
              </p14:nvContentPartPr>
              <p14:xfrm>
                <a:off x="10332902" y="1488265"/>
                <a:ext cx="4320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15262" y="1470265"/>
                  <a:ext cx="78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14:cNvPr>
                <p14:cNvContentPartPr/>
                <p14:nvPr/>
              </p14:nvContentPartPr>
              <p14:xfrm>
                <a:off x="10460702" y="1479625"/>
                <a:ext cx="87480" cy="204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43062" y="1461625"/>
                  <a:ext cx="123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14:cNvPr>
                <p14:cNvContentPartPr/>
                <p14:nvPr/>
              </p14:nvContentPartPr>
              <p14:xfrm>
                <a:off x="10541702" y="1216465"/>
                <a:ext cx="134640" cy="26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24062" y="1198825"/>
                  <a:ext cx="170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14:cNvPr>
                <p14:cNvContentPartPr/>
                <p14:nvPr/>
              </p14:nvContentPartPr>
              <p14:xfrm>
                <a:off x="9915662" y="1361905"/>
                <a:ext cx="78120" cy="68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97662" y="1343905"/>
                  <a:ext cx="11376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A893501-0773-A8C8-6315-BB0D42E9BB30}"/>
              </a:ext>
            </a:extLst>
          </p:cNvPr>
          <p:cNvGrpSpPr/>
          <p:nvPr/>
        </p:nvGrpSpPr>
        <p:grpSpPr>
          <a:xfrm>
            <a:off x="4620422" y="2446225"/>
            <a:ext cx="513360" cy="201960"/>
            <a:chOff x="4620422" y="2446225"/>
            <a:chExt cx="51336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14:cNvPr>
                <p14:cNvContentPartPr/>
                <p14:nvPr/>
              </p14:nvContentPartPr>
              <p14:xfrm>
                <a:off x="4620422" y="2512825"/>
                <a:ext cx="442800" cy="47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2782" y="2494825"/>
                  <a:ext cx="478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14:cNvPr>
                <p14:cNvContentPartPr/>
                <p14:nvPr/>
              </p14:nvContentPartPr>
              <p14:xfrm>
                <a:off x="4963502" y="2446225"/>
                <a:ext cx="170280" cy="201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45502" y="2428225"/>
                  <a:ext cx="2059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1C86158-CACE-ED4B-B5E2-9966D4FF4890}"/>
              </a:ext>
            </a:extLst>
          </p:cNvPr>
          <p:cNvGrpSpPr/>
          <p:nvPr/>
        </p:nvGrpSpPr>
        <p:grpSpPr>
          <a:xfrm>
            <a:off x="1218782" y="2502745"/>
            <a:ext cx="780120" cy="361440"/>
            <a:chOff x="1218782" y="2502745"/>
            <a:chExt cx="78012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14:cNvPr>
                <p14:cNvContentPartPr/>
                <p14:nvPr/>
              </p14:nvContentPartPr>
              <p14:xfrm>
                <a:off x="1218782" y="2615785"/>
                <a:ext cx="621000" cy="47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01142" y="2598145"/>
                  <a:ext cx="656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14:cNvPr>
                <p14:cNvContentPartPr/>
                <p14:nvPr/>
              </p14:nvContentPartPr>
              <p14:xfrm>
                <a:off x="1710182" y="2527225"/>
                <a:ext cx="162360" cy="225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92182" y="2509585"/>
                  <a:ext cx="198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14:cNvPr>
                <p14:cNvContentPartPr/>
                <p14:nvPr/>
              </p14:nvContentPartPr>
              <p14:xfrm>
                <a:off x="1877942" y="2537665"/>
                <a:ext cx="10152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860302" y="2519665"/>
                  <a:ext cx="1371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14:cNvPr>
                <p14:cNvContentPartPr/>
                <p14:nvPr/>
              </p14:nvContentPartPr>
              <p14:xfrm>
                <a:off x="1801262" y="2502745"/>
                <a:ext cx="197640" cy="361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83262" y="2485105"/>
                  <a:ext cx="233280" cy="39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14:cNvPr>
              <p14:cNvContentPartPr/>
              <p14:nvPr/>
            </p14:nvContentPartPr>
            <p14:xfrm>
              <a:off x="1127342" y="1922425"/>
              <a:ext cx="707760" cy="561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09702" y="1904425"/>
                <a:ext cx="7434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14:cNvPr>
              <p14:cNvContentPartPr/>
              <p14:nvPr/>
            </p14:nvContentPartPr>
            <p14:xfrm>
              <a:off x="1650062" y="1828465"/>
              <a:ext cx="172800" cy="2242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632062" y="1810465"/>
                <a:ext cx="20844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14:cNvPr>
              <p14:cNvContentPartPr/>
              <p14:nvPr/>
            </p14:nvContentPartPr>
            <p14:xfrm>
              <a:off x="1768862" y="1797505"/>
              <a:ext cx="145800" cy="222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751222" y="1779505"/>
                <a:ext cx="18144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14:cNvPr>
              <p14:cNvContentPartPr/>
              <p14:nvPr/>
            </p14:nvContentPartPr>
            <p14:xfrm>
              <a:off x="1778942" y="1817665"/>
              <a:ext cx="186120" cy="3088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760942" y="1799665"/>
                <a:ext cx="22176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14:cNvPr>
              <p14:cNvContentPartPr/>
              <p14:nvPr/>
            </p14:nvContentPartPr>
            <p14:xfrm>
              <a:off x="5397662" y="2918905"/>
              <a:ext cx="500760" cy="62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380022" y="2901265"/>
                <a:ext cx="53640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99443C-A706-48EF-5D8D-E07F55FB9CFD}"/>
              </a:ext>
            </a:extLst>
          </p:cNvPr>
          <p:cNvGrpSpPr/>
          <p:nvPr/>
        </p:nvGrpSpPr>
        <p:grpSpPr>
          <a:xfrm>
            <a:off x="617942" y="1447585"/>
            <a:ext cx="815400" cy="691200"/>
            <a:chOff x="617942" y="1447585"/>
            <a:chExt cx="815400" cy="6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14:cNvPr>
                <p14:cNvContentPartPr/>
                <p14:nvPr/>
              </p14:nvContentPartPr>
              <p14:xfrm>
                <a:off x="1067582" y="1447585"/>
                <a:ext cx="46800" cy="309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9582" y="1429585"/>
                  <a:ext cx="824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14:cNvPr>
                <p14:cNvContentPartPr/>
                <p14:nvPr/>
              </p14:nvContentPartPr>
              <p14:xfrm>
                <a:off x="989462" y="1683025"/>
                <a:ext cx="68040" cy="40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462" y="1665385"/>
                  <a:ext cx="103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14:cNvPr>
                <p14:cNvContentPartPr/>
                <p14:nvPr/>
              </p14:nvContentPartPr>
              <p14:xfrm>
                <a:off x="1171262" y="1587625"/>
                <a:ext cx="82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3262" y="1569625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14:cNvPr>
                <p14:cNvContentPartPr/>
                <p14:nvPr/>
              </p14:nvContentPartPr>
              <p14:xfrm>
                <a:off x="1306982" y="1489345"/>
                <a:ext cx="1263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89342" y="1471705"/>
                  <a:ext cx="162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14:cNvPr>
                <p14:cNvContentPartPr/>
                <p14:nvPr/>
              </p14:nvContentPartPr>
              <p14:xfrm>
                <a:off x="646742" y="2027545"/>
                <a:ext cx="3960" cy="2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8742" y="2009545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14:cNvPr>
                <p14:cNvContentPartPr/>
                <p14:nvPr/>
              </p14:nvContentPartPr>
              <p14:xfrm>
                <a:off x="617942" y="1775545"/>
                <a:ext cx="164520" cy="29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00302" y="1757545"/>
                  <a:ext cx="200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14:cNvPr>
                <p14:cNvContentPartPr/>
                <p14:nvPr/>
              </p14:nvContentPartPr>
              <p14:xfrm>
                <a:off x="887222" y="2000185"/>
                <a:ext cx="131040" cy="60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582" y="1982185"/>
                  <a:ext cx="166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14:cNvPr>
                <p14:cNvContentPartPr/>
                <p14:nvPr/>
              </p14:nvContentPartPr>
              <p14:xfrm>
                <a:off x="943382" y="1926025"/>
                <a:ext cx="77040" cy="21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5742" y="1908025"/>
                  <a:ext cx="1126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EAB468E-E68B-2D10-C120-3A399027652F}"/>
              </a:ext>
            </a:extLst>
          </p:cNvPr>
          <p:cNvGrpSpPr/>
          <p:nvPr/>
        </p:nvGrpSpPr>
        <p:grpSpPr>
          <a:xfrm>
            <a:off x="733862" y="2663305"/>
            <a:ext cx="379080" cy="227520"/>
            <a:chOff x="733862" y="2663305"/>
            <a:chExt cx="37908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14:cNvPr>
                <p14:cNvContentPartPr/>
                <p14:nvPr/>
              </p14:nvContentPartPr>
              <p14:xfrm>
                <a:off x="733862" y="2663305"/>
                <a:ext cx="186120" cy="227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6222" y="2645665"/>
                  <a:ext cx="221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14:cNvPr>
                <p14:cNvContentPartPr/>
                <p14:nvPr/>
              </p14:nvContentPartPr>
              <p14:xfrm>
                <a:off x="1013222" y="2804065"/>
                <a:ext cx="99720" cy="77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5582" y="2786065"/>
                  <a:ext cx="1353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6FF4FC1-56C2-4280-CC02-765C8770976D}"/>
              </a:ext>
            </a:extLst>
          </p:cNvPr>
          <p:cNvGrpSpPr/>
          <p:nvPr/>
        </p:nvGrpSpPr>
        <p:grpSpPr>
          <a:xfrm>
            <a:off x="4703942" y="2796145"/>
            <a:ext cx="395640" cy="482040"/>
            <a:chOff x="4703942" y="2796145"/>
            <a:chExt cx="3956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14:cNvPr>
                <p14:cNvContentPartPr/>
                <p14:nvPr/>
              </p14:nvContentPartPr>
              <p14:xfrm>
                <a:off x="4703942" y="2858065"/>
                <a:ext cx="349200" cy="60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86302" y="2840425"/>
                  <a:ext cx="384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14:cNvPr>
                <p14:cNvContentPartPr/>
                <p14:nvPr/>
              </p14:nvContentPartPr>
              <p14:xfrm>
                <a:off x="5001302" y="2796145"/>
                <a:ext cx="65520" cy="1915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83662" y="2778505"/>
                  <a:ext cx="101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14:cNvPr>
                <p14:cNvContentPartPr/>
                <p14:nvPr/>
              </p14:nvContentPartPr>
              <p14:xfrm>
                <a:off x="4731302" y="3134905"/>
                <a:ext cx="368280" cy="2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713662" y="3116905"/>
                  <a:ext cx="403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14:cNvPr>
                <p14:cNvContentPartPr/>
                <p14:nvPr/>
              </p14:nvContentPartPr>
              <p14:xfrm>
                <a:off x="5010302" y="3044905"/>
                <a:ext cx="83880" cy="23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2302" y="3027265"/>
                  <a:ext cx="11952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7764748-C32F-A914-9EBD-17238B1E768B}"/>
              </a:ext>
            </a:extLst>
          </p:cNvPr>
          <p:cNvGrpSpPr/>
          <p:nvPr/>
        </p:nvGrpSpPr>
        <p:grpSpPr>
          <a:xfrm>
            <a:off x="3061262" y="2025385"/>
            <a:ext cx="1428120" cy="1029600"/>
            <a:chOff x="3061262" y="2025385"/>
            <a:chExt cx="1428120" cy="10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14:cNvPr>
                <p14:cNvContentPartPr/>
                <p14:nvPr/>
              </p14:nvContentPartPr>
              <p14:xfrm>
                <a:off x="3247382" y="2140945"/>
                <a:ext cx="144000" cy="31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29742" y="2122945"/>
                  <a:ext cx="1796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14:cNvPr>
                <p14:cNvContentPartPr/>
                <p14:nvPr/>
              </p14:nvContentPartPr>
              <p14:xfrm>
                <a:off x="3148022" y="2619025"/>
                <a:ext cx="74160" cy="406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30022" y="2601025"/>
                  <a:ext cx="1098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14:cNvPr>
                <p14:cNvContentPartPr/>
                <p14:nvPr/>
              </p14:nvContentPartPr>
              <p14:xfrm>
                <a:off x="3061262" y="2660785"/>
                <a:ext cx="78840" cy="74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043262" y="2643145"/>
                  <a:ext cx="114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14:cNvPr>
                <p14:cNvContentPartPr/>
                <p14:nvPr/>
              </p14:nvContentPartPr>
              <p14:xfrm>
                <a:off x="3156662" y="2860945"/>
                <a:ext cx="75960" cy="62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39022" y="2843305"/>
                  <a:ext cx="111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14:cNvPr>
                <p14:cNvContentPartPr/>
                <p14:nvPr/>
              </p14:nvContentPartPr>
              <p14:xfrm>
                <a:off x="3390302" y="2600305"/>
                <a:ext cx="236160" cy="128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72302" y="2582665"/>
                  <a:ext cx="271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14:cNvPr>
                <p14:cNvContentPartPr/>
                <p14:nvPr/>
              </p14:nvContentPartPr>
              <p14:xfrm>
                <a:off x="3530342" y="2543425"/>
                <a:ext cx="157680" cy="148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12702" y="2525425"/>
                  <a:ext cx="193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14:cNvPr>
                <p14:cNvContentPartPr/>
                <p14:nvPr/>
              </p14:nvContentPartPr>
              <p14:xfrm>
                <a:off x="3782342" y="2351185"/>
                <a:ext cx="96480" cy="184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764702" y="2333545"/>
                  <a:ext cx="132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14:cNvPr>
                <p14:cNvContentPartPr/>
                <p14:nvPr/>
              </p14:nvContentPartPr>
              <p14:xfrm>
                <a:off x="3923822" y="2340745"/>
                <a:ext cx="174240" cy="136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906182" y="2323105"/>
                  <a:ext cx="209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14:cNvPr>
                <p14:cNvContentPartPr/>
                <p14:nvPr/>
              </p14:nvContentPartPr>
              <p14:xfrm>
                <a:off x="4094462" y="2183065"/>
                <a:ext cx="47520" cy="112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76462" y="2165065"/>
                  <a:ext cx="83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14:cNvPr>
                <p14:cNvContentPartPr/>
                <p14:nvPr/>
              </p14:nvContentPartPr>
              <p14:xfrm>
                <a:off x="4225502" y="2142025"/>
                <a:ext cx="120600" cy="145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7502" y="2124025"/>
                  <a:ext cx="156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14:cNvPr>
                <p14:cNvContentPartPr/>
                <p14:nvPr/>
              </p14:nvContentPartPr>
              <p14:xfrm>
                <a:off x="4396862" y="2025385"/>
                <a:ext cx="9252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79222" y="2007745"/>
                  <a:ext cx="128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14:cNvPr>
                <p14:cNvContentPartPr/>
                <p14:nvPr/>
              </p14:nvContentPartPr>
              <p14:xfrm>
                <a:off x="4342142" y="2230225"/>
                <a:ext cx="28080" cy="72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24502" y="2212225"/>
                  <a:ext cx="63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14:cNvPr>
                <p14:cNvContentPartPr/>
                <p14:nvPr/>
              </p14:nvContentPartPr>
              <p14:xfrm>
                <a:off x="3373382" y="2959225"/>
                <a:ext cx="6912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55742" y="2941585"/>
                  <a:ext cx="10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14:cNvPr>
                <p14:cNvContentPartPr/>
                <p14:nvPr/>
              </p14:nvContentPartPr>
              <p14:xfrm>
                <a:off x="3487502" y="2919985"/>
                <a:ext cx="104760" cy="84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69862" y="2901985"/>
                  <a:ext cx="140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14:cNvPr>
                <p14:cNvContentPartPr/>
                <p14:nvPr/>
              </p14:nvContentPartPr>
              <p14:xfrm>
                <a:off x="3613142" y="2818825"/>
                <a:ext cx="7164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595142" y="2801185"/>
                  <a:ext cx="107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14:cNvPr>
                <p14:cNvContentPartPr/>
                <p14:nvPr/>
              </p14:nvContentPartPr>
              <p14:xfrm>
                <a:off x="3608102" y="2818465"/>
                <a:ext cx="92520" cy="7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90102" y="2800825"/>
                  <a:ext cx="128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14:cNvPr>
                <p14:cNvContentPartPr/>
                <p14:nvPr/>
              </p14:nvContentPartPr>
              <p14:xfrm>
                <a:off x="4315502" y="2229145"/>
                <a:ext cx="132480" cy="163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97502" y="2211145"/>
                  <a:ext cx="168120" cy="198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8109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D90F2-0586-4D0D-F206-9C73D6F5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 Water Analogy</a:t>
            </a:r>
          </a:p>
        </p:txBody>
      </p:sp>
      <p:pic>
        <p:nvPicPr>
          <p:cNvPr id="6" name="Content Placeholder 5" descr="Diagram of an amp and vacuum&#10;&#10;Description automatically generated with medium confidence">
            <a:extLst>
              <a:ext uri="{FF2B5EF4-FFF2-40B4-BE49-F238E27FC236}">
                <a16:creationId xmlns:a16="http://schemas.microsoft.com/office/drawing/2014/main" id="{4A151A45-F410-7CCA-5CF6-8073F71CFD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846" y="1622066"/>
            <a:ext cx="6484961" cy="42371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ADDDE-7172-A4ED-AA55-A002ACB49D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CA3EA-8679-D184-E351-06D47F498474}"/>
              </a:ext>
            </a:extLst>
          </p:cNvPr>
          <p:cNvGrpSpPr/>
          <p:nvPr/>
        </p:nvGrpSpPr>
        <p:grpSpPr>
          <a:xfrm>
            <a:off x="8725502" y="368665"/>
            <a:ext cx="828720" cy="550800"/>
            <a:chOff x="8725502" y="368665"/>
            <a:chExt cx="828720" cy="5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14:cNvPr>
                <p14:cNvContentPartPr/>
                <p14:nvPr/>
              </p14:nvContentPartPr>
              <p14:xfrm>
                <a:off x="8725502" y="583585"/>
                <a:ext cx="14400" cy="335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07502" y="565945"/>
                  <a:ext cx="500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14:cNvPr>
                <p14:cNvContentPartPr/>
                <p14:nvPr/>
              </p14:nvContentPartPr>
              <p14:xfrm>
                <a:off x="8738462" y="613825"/>
                <a:ext cx="179640" cy="17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20822" y="595825"/>
                  <a:ext cx="215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14:cNvPr>
                <p14:cNvContentPartPr/>
                <p14:nvPr/>
              </p14:nvContentPartPr>
              <p14:xfrm>
                <a:off x="8780942" y="715705"/>
                <a:ext cx="54360" cy="49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62942" y="698065"/>
                  <a:ext cx="90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14:cNvPr>
                <p14:cNvContentPartPr/>
                <p14:nvPr/>
              </p14:nvContentPartPr>
              <p14:xfrm>
                <a:off x="8963102" y="689065"/>
                <a:ext cx="91440" cy="59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945462" y="671425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14:cNvPr>
                <p14:cNvContentPartPr/>
                <p14:nvPr/>
              </p14:nvContentPartPr>
              <p14:xfrm>
                <a:off x="9117542" y="591145"/>
                <a:ext cx="70920" cy="227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99542" y="573505"/>
                  <a:ext cx="106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14:cNvPr>
                <p14:cNvContentPartPr/>
                <p14:nvPr/>
              </p14:nvContentPartPr>
              <p14:xfrm>
                <a:off x="9234902" y="610945"/>
                <a:ext cx="126360" cy="13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16902" y="592945"/>
                  <a:ext cx="162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14:cNvPr>
                <p14:cNvContentPartPr/>
                <p14:nvPr/>
              </p14:nvContentPartPr>
              <p14:xfrm>
                <a:off x="9344342" y="368665"/>
                <a:ext cx="209880" cy="221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26342" y="351025"/>
                  <a:ext cx="24552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728D3E8-D679-6EB3-1278-4B89E1CA99F2}"/>
              </a:ext>
            </a:extLst>
          </p:cNvPr>
          <p:cNvGrpSpPr/>
          <p:nvPr/>
        </p:nvGrpSpPr>
        <p:grpSpPr>
          <a:xfrm>
            <a:off x="7300622" y="1255345"/>
            <a:ext cx="4329000" cy="3255120"/>
            <a:chOff x="7300622" y="1255345"/>
            <a:chExt cx="4329000" cy="32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14:cNvPr>
                <p14:cNvContentPartPr/>
                <p14:nvPr/>
              </p14:nvContentPartPr>
              <p14:xfrm>
                <a:off x="8585102" y="1255345"/>
                <a:ext cx="68400" cy="1636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67462" y="1237345"/>
                  <a:ext cx="104040" cy="16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14:cNvPr>
                <p14:cNvContentPartPr/>
                <p14:nvPr/>
              </p14:nvContentPartPr>
              <p14:xfrm>
                <a:off x="8593382" y="1355425"/>
                <a:ext cx="1131840" cy="143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575742" y="1337425"/>
                  <a:ext cx="1167480" cy="14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14:cNvPr>
                <p14:cNvContentPartPr/>
                <p14:nvPr/>
              </p14:nvContentPartPr>
              <p14:xfrm>
                <a:off x="8754302" y="1848985"/>
                <a:ext cx="93240" cy="39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736662" y="1831345"/>
                  <a:ext cx="1288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14:cNvPr>
                <p14:cNvContentPartPr/>
                <p14:nvPr/>
              </p14:nvContentPartPr>
              <p14:xfrm>
                <a:off x="8771942" y="2368105"/>
                <a:ext cx="168480" cy="1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54302" y="2350465"/>
                  <a:ext cx="2041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14:cNvPr>
                <p14:cNvContentPartPr/>
                <p14:nvPr/>
              </p14:nvContentPartPr>
              <p14:xfrm>
                <a:off x="8868422" y="2308705"/>
                <a:ext cx="30960" cy="220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50782" y="2291065"/>
                  <a:ext cx="6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14:cNvPr>
                <p14:cNvContentPartPr/>
                <p14:nvPr/>
              </p14:nvContentPartPr>
              <p14:xfrm>
                <a:off x="7861142" y="1917745"/>
                <a:ext cx="757440" cy="3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843502" y="1899745"/>
                  <a:ext cx="793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14:cNvPr>
                <p14:cNvContentPartPr/>
                <p14:nvPr/>
              </p14:nvContentPartPr>
              <p14:xfrm>
                <a:off x="7835942" y="1865185"/>
                <a:ext cx="11664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18302" y="1847185"/>
                  <a:ext cx="152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14:cNvPr>
                <p14:cNvContentPartPr/>
                <p14:nvPr/>
              </p14:nvContentPartPr>
              <p14:xfrm>
                <a:off x="7901822" y="2428225"/>
                <a:ext cx="771480" cy="92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83822" y="2410225"/>
                  <a:ext cx="807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14:cNvPr>
                <p14:cNvContentPartPr/>
                <p14:nvPr/>
              </p14:nvContentPartPr>
              <p14:xfrm>
                <a:off x="7871942" y="2494825"/>
                <a:ext cx="174960" cy="15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53942" y="2477185"/>
                  <a:ext cx="210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14:cNvPr>
                <p14:cNvContentPartPr/>
                <p14:nvPr/>
              </p14:nvContentPartPr>
              <p14:xfrm>
                <a:off x="7300622" y="2531905"/>
                <a:ext cx="122040" cy="262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82622" y="2513905"/>
                  <a:ext cx="1576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14:cNvPr>
                <p14:cNvContentPartPr/>
                <p14:nvPr/>
              </p14:nvContentPartPr>
              <p14:xfrm>
                <a:off x="7438862" y="2381425"/>
                <a:ext cx="178560" cy="213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20862" y="2363785"/>
                  <a:ext cx="2142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14:cNvPr>
                <p14:cNvContentPartPr/>
                <p14:nvPr/>
              </p14:nvContentPartPr>
              <p14:xfrm>
                <a:off x="7303502" y="1762585"/>
                <a:ext cx="18000" cy="33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285502" y="1744585"/>
                  <a:ext cx="53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14:cNvPr>
                <p14:cNvContentPartPr/>
                <p14:nvPr/>
              </p14:nvContentPartPr>
              <p14:xfrm>
                <a:off x="7456862" y="1551265"/>
                <a:ext cx="133560" cy="100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39222" y="1533625"/>
                  <a:ext cx="169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14:cNvPr>
                <p14:cNvContentPartPr/>
                <p14:nvPr/>
              </p14:nvContentPartPr>
              <p14:xfrm>
                <a:off x="7491422" y="1638025"/>
                <a:ext cx="110520" cy="199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3782" y="1620385"/>
                  <a:ext cx="1461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14:cNvPr>
                <p14:cNvContentPartPr/>
                <p14:nvPr/>
              </p14:nvContentPartPr>
              <p14:xfrm>
                <a:off x="9727022" y="1884985"/>
                <a:ext cx="1099080" cy="120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09022" y="1866985"/>
                  <a:ext cx="1134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14:cNvPr>
                <p14:cNvContentPartPr/>
                <p14:nvPr/>
              </p14:nvContentPartPr>
              <p14:xfrm>
                <a:off x="10818542" y="1857985"/>
                <a:ext cx="52920" cy="62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00902" y="1840345"/>
                  <a:ext cx="88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14:cNvPr>
                <p14:cNvContentPartPr/>
                <p14:nvPr/>
              </p14:nvContentPartPr>
              <p14:xfrm>
                <a:off x="10896302" y="1910545"/>
                <a:ext cx="6480" cy="8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78302" y="1892545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14:cNvPr>
                <p14:cNvContentPartPr/>
                <p14:nvPr/>
              </p14:nvContentPartPr>
              <p14:xfrm>
                <a:off x="9061742" y="3197905"/>
                <a:ext cx="173880" cy="274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44102" y="3179905"/>
                  <a:ext cx="209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14:cNvPr>
                <p14:cNvContentPartPr/>
                <p14:nvPr/>
              </p14:nvContentPartPr>
              <p14:xfrm>
                <a:off x="9403382" y="3228865"/>
                <a:ext cx="77400" cy="16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85382" y="3211225"/>
                  <a:ext cx="113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14:cNvPr>
                <p14:cNvContentPartPr/>
                <p14:nvPr/>
              </p14:nvContentPartPr>
              <p14:xfrm>
                <a:off x="9559622" y="3154345"/>
                <a:ext cx="172800" cy="13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41622" y="3136345"/>
                  <a:ext cx="208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14:cNvPr>
                <p14:cNvContentPartPr/>
                <p14:nvPr/>
              </p14:nvContentPartPr>
              <p14:xfrm>
                <a:off x="9745742" y="3034465"/>
                <a:ext cx="100440" cy="234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27742" y="3016465"/>
                  <a:ext cx="1360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14:cNvPr>
                <p14:cNvContentPartPr/>
                <p14:nvPr/>
              </p14:nvContentPartPr>
              <p14:xfrm>
                <a:off x="9984422" y="3036625"/>
                <a:ext cx="15480" cy="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66782" y="3018985"/>
                  <a:ext cx="51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14:cNvPr>
                <p14:cNvContentPartPr/>
                <p14:nvPr/>
              </p14:nvContentPartPr>
              <p14:xfrm>
                <a:off x="9968222" y="2959585"/>
                <a:ext cx="108000" cy="10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950222" y="2941585"/>
                  <a:ext cx="143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14:cNvPr>
                <p14:cNvContentPartPr/>
                <p14:nvPr/>
              </p14:nvContentPartPr>
              <p14:xfrm>
                <a:off x="10028702" y="2766985"/>
                <a:ext cx="253800" cy="387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10702" y="2748985"/>
                  <a:ext cx="28944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14:cNvPr>
                <p14:cNvContentPartPr/>
                <p14:nvPr/>
              </p14:nvContentPartPr>
              <p14:xfrm>
                <a:off x="10186022" y="2801905"/>
                <a:ext cx="22464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68382" y="2783905"/>
                  <a:ext cx="260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14:cNvPr>
                <p14:cNvContentPartPr/>
                <p14:nvPr/>
              </p14:nvContentPartPr>
              <p14:xfrm>
                <a:off x="10274222" y="2881825"/>
                <a:ext cx="91080" cy="76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56222" y="2863825"/>
                  <a:ext cx="126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14:cNvPr>
                <p14:cNvContentPartPr/>
                <p14:nvPr/>
              </p14:nvContentPartPr>
              <p14:xfrm>
                <a:off x="10528382" y="2826385"/>
                <a:ext cx="504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510382" y="2808385"/>
                  <a:ext cx="4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14:cNvPr>
                <p14:cNvContentPartPr/>
                <p14:nvPr/>
              </p14:nvContentPartPr>
              <p14:xfrm>
                <a:off x="10525502" y="2495905"/>
                <a:ext cx="378360" cy="435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507502" y="2477905"/>
                  <a:ext cx="4140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14:cNvPr>
                <p14:cNvContentPartPr/>
                <p14:nvPr/>
              </p14:nvContentPartPr>
              <p14:xfrm>
                <a:off x="10868222" y="2514625"/>
                <a:ext cx="3240" cy="1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850222" y="2496985"/>
                  <a:ext cx="3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14:cNvPr>
                <p14:cNvContentPartPr/>
                <p14:nvPr/>
              </p14:nvContentPartPr>
              <p14:xfrm>
                <a:off x="10868582" y="2466745"/>
                <a:ext cx="150840" cy="32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50582" y="2449105"/>
                  <a:ext cx="1864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14:cNvPr>
                <p14:cNvContentPartPr/>
                <p14:nvPr/>
              </p14:nvContentPartPr>
              <p14:xfrm>
                <a:off x="11081702" y="2460625"/>
                <a:ext cx="102240" cy="84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063702" y="2442985"/>
                  <a:ext cx="137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14:cNvPr>
                <p14:cNvContentPartPr/>
                <p14:nvPr/>
              </p14:nvContentPartPr>
              <p14:xfrm>
                <a:off x="11307422" y="2306185"/>
                <a:ext cx="7200" cy="48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289422" y="2288545"/>
                  <a:ext cx="42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14:cNvPr>
                <p14:cNvContentPartPr/>
                <p14:nvPr/>
              </p14:nvContentPartPr>
              <p14:xfrm>
                <a:off x="11420462" y="2177665"/>
                <a:ext cx="66960" cy="34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02462" y="2159665"/>
                  <a:ext cx="102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14:cNvPr>
                <p14:cNvContentPartPr/>
                <p14:nvPr/>
              </p14:nvContentPartPr>
              <p14:xfrm>
                <a:off x="11439902" y="2218705"/>
                <a:ext cx="50760" cy="223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421902" y="2200705"/>
                  <a:ext cx="86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14:cNvPr>
                <p14:cNvContentPartPr/>
                <p14:nvPr/>
              </p14:nvContentPartPr>
              <p14:xfrm>
                <a:off x="11534582" y="2049865"/>
                <a:ext cx="95040" cy="56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516942" y="2031865"/>
                  <a:ext cx="1306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14:cNvPr>
                <p14:cNvContentPartPr/>
                <p14:nvPr/>
              </p14:nvContentPartPr>
              <p14:xfrm>
                <a:off x="9967142" y="3830425"/>
                <a:ext cx="81360" cy="56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949142" y="3812425"/>
                  <a:ext cx="117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14:cNvPr>
                <p14:cNvContentPartPr/>
                <p14:nvPr/>
              </p14:nvContentPartPr>
              <p14:xfrm>
                <a:off x="10015742" y="3933385"/>
                <a:ext cx="87120" cy="65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97742" y="3915385"/>
                  <a:ext cx="122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14:cNvPr>
                <p14:cNvContentPartPr/>
                <p14:nvPr/>
              </p14:nvContentPartPr>
              <p14:xfrm>
                <a:off x="10225982" y="3660865"/>
                <a:ext cx="106200" cy="330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207982" y="3643225"/>
                  <a:ext cx="1418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14:cNvPr>
                <p14:cNvContentPartPr/>
                <p14:nvPr/>
              </p14:nvContentPartPr>
              <p14:xfrm>
                <a:off x="10375742" y="3639625"/>
                <a:ext cx="131040" cy="160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8102" y="3621625"/>
                  <a:ext cx="166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14:cNvPr>
                <p14:cNvContentPartPr/>
                <p14:nvPr/>
              </p14:nvContentPartPr>
              <p14:xfrm>
                <a:off x="10412102" y="3314545"/>
                <a:ext cx="131040" cy="125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394102" y="3296905"/>
                  <a:ext cx="166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14:cNvPr>
                <p14:cNvContentPartPr/>
                <p14:nvPr/>
              </p14:nvContentPartPr>
              <p14:xfrm>
                <a:off x="10709102" y="3606505"/>
                <a:ext cx="1800" cy="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91102" y="3588505"/>
                  <a:ext cx="374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14:cNvPr>
                <p14:cNvContentPartPr/>
                <p14:nvPr/>
              </p14:nvContentPartPr>
              <p14:xfrm>
                <a:off x="10834022" y="3382945"/>
                <a:ext cx="19440" cy="45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16022" y="3364945"/>
                  <a:ext cx="550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14:cNvPr>
                <p14:cNvContentPartPr/>
                <p14:nvPr/>
              </p14:nvContentPartPr>
              <p14:xfrm>
                <a:off x="10946342" y="3237865"/>
                <a:ext cx="69120" cy="76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928342" y="3219865"/>
                  <a:ext cx="10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14:cNvPr>
                <p14:cNvContentPartPr/>
                <p14:nvPr/>
              </p14:nvContentPartPr>
              <p14:xfrm>
                <a:off x="10958942" y="3260185"/>
                <a:ext cx="62280" cy="265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940942" y="3242545"/>
                  <a:ext cx="97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14:cNvPr>
                <p14:cNvContentPartPr/>
                <p14:nvPr/>
              </p14:nvContentPartPr>
              <p14:xfrm>
                <a:off x="10390862" y="4366465"/>
                <a:ext cx="74880" cy="59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72862" y="4348465"/>
                  <a:ext cx="110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14:cNvPr>
                <p14:cNvContentPartPr/>
                <p14:nvPr/>
              </p14:nvContentPartPr>
              <p14:xfrm>
                <a:off x="10489502" y="4428745"/>
                <a:ext cx="54360" cy="81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71862" y="4410745"/>
                  <a:ext cx="90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14:cNvPr>
                <p14:cNvContentPartPr/>
                <p14:nvPr/>
              </p14:nvContentPartPr>
              <p14:xfrm>
                <a:off x="10633862" y="4188985"/>
                <a:ext cx="105840" cy="28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15862" y="4170985"/>
                  <a:ext cx="1414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14:cNvPr>
                <p14:cNvContentPartPr/>
                <p14:nvPr/>
              </p14:nvContentPartPr>
              <p14:xfrm>
                <a:off x="10802342" y="4069465"/>
                <a:ext cx="236160" cy="226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84342" y="4051825"/>
                  <a:ext cx="271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14:cNvPr>
                <p14:cNvContentPartPr/>
                <p14:nvPr/>
              </p14:nvContentPartPr>
              <p14:xfrm>
                <a:off x="11065502" y="3656905"/>
                <a:ext cx="175320" cy="37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7862" y="3639265"/>
                  <a:ext cx="210960" cy="41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7DE51F0-D027-AEA6-B927-E1951A16D872}"/>
              </a:ext>
            </a:extLst>
          </p:cNvPr>
          <p:cNvGrpSpPr/>
          <p:nvPr/>
        </p:nvGrpSpPr>
        <p:grpSpPr>
          <a:xfrm>
            <a:off x="476822" y="3812065"/>
            <a:ext cx="2396520" cy="2521440"/>
            <a:chOff x="476822" y="3812065"/>
            <a:chExt cx="2396520" cy="252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14:cNvPr>
                <p14:cNvContentPartPr/>
                <p14:nvPr/>
              </p14:nvContentPartPr>
              <p14:xfrm>
                <a:off x="498782" y="3958945"/>
                <a:ext cx="178200" cy="253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81142" y="3941305"/>
                  <a:ext cx="213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14:cNvPr>
                <p14:cNvContentPartPr/>
                <p14:nvPr/>
              </p14:nvContentPartPr>
              <p14:xfrm>
                <a:off x="683462" y="3986305"/>
                <a:ext cx="196560" cy="126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5822" y="3968665"/>
                  <a:ext cx="232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14:cNvPr>
                <p14:cNvContentPartPr/>
                <p14:nvPr/>
              </p14:nvContentPartPr>
              <p14:xfrm>
                <a:off x="838982" y="3812065"/>
                <a:ext cx="194400" cy="178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1342" y="3794065"/>
                  <a:ext cx="23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14:cNvPr>
                <p14:cNvContentPartPr/>
                <p14:nvPr/>
              </p14:nvContentPartPr>
              <p14:xfrm>
                <a:off x="476822" y="5589025"/>
                <a:ext cx="294480" cy="393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58822" y="5571385"/>
                  <a:ext cx="33012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14:cNvPr>
                <p14:cNvContentPartPr/>
                <p14:nvPr/>
              </p14:nvContentPartPr>
              <p14:xfrm>
                <a:off x="642422" y="5546905"/>
                <a:ext cx="19512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4422" y="5529265"/>
                  <a:ext cx="2307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14:cNvPr>
                <p14:cNvContentPartPr/>
                <p14:nvPr/>
              </p14:nvContentPartPr>
              <p14:xfrm>
                <a:off x="741422" y="5275105"/>
                <a:ext cx="44640" cy="77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3422" y="5257105"/>
                  <a:ext cx="802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14:cNvPr>
                <p14:cNvContentPartPr/>
                <p14:nvPr/>
              </p14:nvContentPartPr>
              <p14:xfrm>
                <a:off x="800462" y="5061625"/>
                <a:ext cx="151560" cy="127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2822" y="5043625"/>
                  <a:ext cx="18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14:cNvPr>
                <p14:cNvContentPartPr/>
                <p14:nvPr/>
              </p14:nvContentPartPr>
              <p14:xfrm>
                <a:off x="1118342" y="5245225"/>
                <a:ext cx="42120" cy="77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0342" y="5227585"/>
                  <a:ext cx="7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14:cNvPr>
                <p14:cNvContentPartPr/>
                <p14:nvPr/>
              </p14:nvContentPartPr>
              <p14:xfrm>
                <a:off x="1226702" y="5291305"/>
                <a:ext cx="18720" cy="49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208702" y="5273665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14:cNvPr>
                <p14:cNvContentPartPr/>
                <p14:nvPr/>
              </p14:nvContentPartPr>
              <p14:xfrm>
                <a:off x="1286822" y="5027785"/>
                <a:ext cx="197280" cy="340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69182" y="5010145"/>
                  <a:ext cx="232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14:cNvPr>
                <p14:cNvContentPartPr/>
                <p14:nvPr/>
              </p14:nvContentPartPr>
              <p14:xfrm>
                <a:off x="1320302" y="4962265"/>
                <a:ext cx="199080" cy="171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02302" y="4944265"/>
                  <a:ext cx="2347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14:cNvPr>
                <p14:cNvContentPartPr/>
                <p14:nvPr/>
              </p14:nvContentPartPr>
              <p14:xfrm>
                <a:off x="1108262" y="6155665"/>
                <a:ext cx="153360" cy="177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90622" y="6138025"/>
                  <a:ext cx="189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14:cNvPr>
                <p14:cNvContentPartPr/>
                <p14:nvPr/>
              </p14:nvContentPartPr>
              <p14:xfrm>
                <a:off x="1228502" y="6053425"/>
                <a:ext cx="184320" cy="166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10862" y="6035785"/>
                  <a:ext cx="219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14:cNvPr>
                <p14:cNvContentPartPr/>
                <p14:nvPr/>
              </p14:nvContentPartPr>
              <p14:xfrm>
                <a:off x="1330022" y="5814025"/>
                <a:ext cx="24840" cy="36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12382" y="5796025"/>
                  <a:ext cx="60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14:cNvPr>
                <p14:cNvContentPartPr/>
                <p14:nvPr/>
              </p14:nvContentPartPr>
              <p14:xfrm>
                <a:off x="1409942" y="5590465"/>
                <a:ext cx="159480" cy="181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92302" y="5572825"/>
                  <a:ext cx="19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14:cNvPr>
                <p14:cNvContentPartPr/>
                <p14:nvPr/>
              </p14:nvContentPartPr>
              <p14:xfrm>
                <a:off x="1734662" y="5737345"/>
                <a:ext cx="46080" cy="69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717022" y="5719345"/>
                  <a:ext cx="817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14:cNvPr>
                <p14:cNvContentPartPr/>
                <p14:nvPr/>
              </p14:nvContentPartPr>
              <p14:xfrm>
                <a:off x="1826102" y="5782705"/>
                <a:ext cx="9360" cy="104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8102" y="5765065"/>
                  <a:ext cx="45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14:cNvPr>
                <p14:cNvContentPartPr/>
                <p14:nvPr/>
              </p14:nvContentPartPr>
              <p14:xfrm>
                <a:off x="1862462" y="5493985"/>
                <a:ext cx="222840" cy="185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44822" y="5476345"/>
                  <a:ext cx="258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14:cNvPr>
                <p14:cNvContentPartPr/>
                <p14:nvPr/>
              </p14:nvContentPartPr>
              <p14:xfrm>
                <a:off x="1246862" y="4498585"/>
                <a:ext cx="1525320" cy="1630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229222" y="4480585"/>
                  <a:ext cx="156096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14:cNvPr>
                <p14:cNvContentPartPr/>
                <p14:nvPr/>
              </p14:nvContentPartPr>
              <p14:xfrm>
                <a:off x="1592822" y="4593985"/>
                <a:ext cx="207720" cy="217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574822" y="4576345"/>
                  <a:ext cx="2433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14:cNvPr>
                <p14:cNvContentPartPr/>
                <p14:nvPr/>
              </p14:nvContentPartPr>
              <p14:xfrm>
                <a:off x="1663382" y="4473745"/>
                <a:ext cx="165240" cy="156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45742" y="4455745"/>
                  <a:ext cx="200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14:cNvPr>
                <p14:cNvContentPartPr/>
                <p14:nvPr/>
              </p14:nvContentPartPr>
              <p14:xfrm>
                <a:off x="1602182" y="4241905"/>
                <a:ext cx="137160" cy="115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82" y="4223905"/>
                  <a:ext cx="1728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14:cNvPr>
                <p14:cNvContentPartPr/>
                <p14:nvPr/>
              </p14:nvContentPartPr>
              <p14:xfrm>
                <a:off x="1884062" y="4425505"/>
                <a:ext cx="22680" cy="39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66062" y="4407865"/>
                  <a:ext cx="58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14:cNvPr>
                <p14:cNvContentPartPr/>
                <p14:nvPr/>
              </p14:nvContentPartPr>
              <p14:xfrm>
                <a:off x="1945982" y="4438825"/>
                <a:ext cx="18720" cy="54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927982" y="4421185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14:cNvPr>
                <p14:cNvContentPartPr/>
                <p14:nvPr/>
              </p14:nvContentPartPr>
              <p14:xfrm>
                <a:off x="1910342" y="4240465"/>
                <a:ext cx="221040" cy="23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892342" y="4222465"/>
                  <a:ext cx="256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14:cNvPr>
                <p14:cNvContentPartPr/>
                <p14:nvPr/>
              </p14:nvContentPartPr>
              <p14:xfrm>
                <a:off x="1926542" y="4124905"/>
                <a:ext cx="218520" cy="179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908902" y="4106905"/>
                  <a:ext cx="25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14:cNvPr>
                <p14:cNvContentPartPr/>
                <p14:nvPr/>
              </p14:nvContentPartPr>
              <p14:xfrm>
                <a:off x="2158742" y="5105545"/>
                <a:ext cx="126720" cy="110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140742" y="5087545"/>
                  <a:ext cx="162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14:cNvPr>
                <p14:cNvContentPartPr/>
                <p14:nvPr/>
              </p14:nvContentPartPr>
              <p14:xfrm>
                <a:off x="2217782" y="4917985"/>
                <a:ext cx="177480" cy="15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99782" y="4900345"/>
                  <a:ext cx="213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14:cNvPr>
                <p14:cNvContentPartPr/>
                <p14:nvPr/>
              </p14:nvContentPartPr>
              <p14:xfrm>
                <a:off x="2137142" y="4660225"/>
                <a:ext cx="197640" cy="21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19142" y="4642585"/>
                  <a:ext cx="233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14:cNvPr>
                <p14:cNvContentPartPr/>
                <p14:nvPr/>
              </p14:nvContentPartPr>
              <p14:xfrm>
                <a:off x="2403902" y="4716385"/>
                <a:ext cx="48960" cy="68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385902" y="4698385"/>
                  <a:ext cx="846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14:cNvPr>
                <p14:cNvContentPartPr/>
                <p14:nvPr/>
              </p14:nvContentPartPr>
              <p14:xfrm>
                <a:off x="2516582" y="4733665"/>
                <a:ext cx="13320" cy="88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98582" y="4716025"/>
                  <a:ext cx="48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14:cNvPr>
                <p14:cNvContentPartPr/>
                <p14:nvPr/>
              </p14:nvContentPartPr>
              <p14:xfrm>
                <a:off x="2527022" y="4387705"/>
                <a:ext cx="346320" cy="259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509022" y="4370065"/>
                  <a:ext cx="38196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041676C-B7BB-E415-18AF-8A2D59B90397}"/>
              </a:ext>
            </a:extLst>
          </p:cNvPr>
          <p:cNvGrpSpPr/>
          <p:nvPr/>
        </p:nvGrpSpPr>
        <p:grpSpPr>
          <a:xfrm>
            <a:off x="111062" y="473785"/>
            <a:ext cx="4350960" cy="3071880"/>
            <a:chOff x="111062" y="473785"/>
            <a:chExt cx="4350960" cy="30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14:cNvPr>
                <p14:cNvContentPartPr/>
                <p14:nvPr/>
              </p14:nvContentPartPr>
              <p14:xfrm>
                <a:off x="597782" y="2498785"/>
                <a:ext cx="627840" cy="1046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79782" y="2481145"/>
                  <a:ext cx="66348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14:cNvPr>
                <p14:cNvContentPartPr/>
                <p14:nvPr/>
              </p14:nvContentPartPr>
              <p14:xfrm>
                <a:off x="689222" y="2507785"/>
                <a:ext cx="848880" cy="1024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1582" y="2490145"/>
                  <a:ext cx="88452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14:cNvPr>
                <p14:cNvContentPartPr/>
                <p14:nvPr/>
              </p14:nvContentPartPr>
              <p14:xfrm>
                <a:off x="433622" y="2842225"/>
                <a:ext cx="335160" cy="214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15982" y="2824225"/>
                  <a:ext cx="370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14:cNvPr>
                <p14:cNvContentPartPr/>
                <p14:nvPr/>
              </p14:nvContentPartPr>
              <p14:xfrm>
                <a:off x="1183142" y="3025465"/>
                <a:ext cx="59400" cy="83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65142" y="3007465"/>
                  <a:ext cx="95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14:cNvPr>
                <p14:cNvContentPartPr/>
                <p14:nvPr/>
              </p14:nvContentPartPr>
              <p14:xfrm>
                <a:off x="938342" y="2695705"/>
                <a:ext cx="38520" cy="60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20702" y="2677705"/>
                  <a:ext cx="74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14:cNvPr>
                <p14:cNvContentPartPr/>
                <p14:nvPr/>
              </p14:nvContentPartPr>
              <p14:xfrm>
                <a:off x="1191062" y="2992705"/>
                <a:ext cx="125280" cy="102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73062" y="2975065"/>
                  <a:ext cx="160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14:cNvPr>
                <p14:cNvContentPartPr/>
                <p14:nvPr/>
              </p14:nvContentPartPr>
              <p14:xfrm>
                <a:off x="719822" y="3134545"/>
                <a:ext cx="368640" cy="259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1822" y="3116545"/>
                  <a:ext cx="4042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14:cNvPr>
                <p14:cNvContentPartPr/>
                <p14:nvPr/>
              </p14:nvContentPartPr>
              <p14:xfrm>
                <a:off x="665462" y="3404905"/>
                <a:ext cx="65880" cy="93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47822" y="3387265"/>
                  <a:ext cx="101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14:cNvPr>
                <p14:cNvContentPartPr/>
                <p14:nvPr/>
              </p14:nvContentPartPr>
              <p14:xfrm>
                <a:off x="111062" y="2793985"/>
                <a:ext cx="34200" cy="48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422" y="2776345"/>
                  <a:ext cx="6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14:cNvPr>
                <p14:cNvContentPartPr/>
                <p14:nvPr/>
              </p14:nvContentPartPr>
              <p14:xfrm>
                <a:off x="168662" y="2616145"/>
                <a:ext cx="30960" cy="65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51022" y="2598505"/>
                  <a:ext cx="666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14:cNvPr>
                <p14:cNvContentPartPr/>
                <p14:nvPr/>
              </p14:nvContentPartPr>
              <p14:xfrm>
                <a:off x="212942" y="2662945"/>
                <a:ext cx="81720" cy="141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942" y="2644945"/>
                  <a:ext cx="117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14:cNvPr>
                <p14:cNvContentPartPr/>
                <p14:nvPr/>
              </p14:nvContentPartPr>
              <p14:xfrm>
                <a:off x="324182" y="2588785"/>
                <a:ext cx="10260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06542" y="2570785"/>
                  <a:ext cx="138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14:cNvPr>
                <p14:cNvContentPartPr/>
                <p14:nvPr/>
              </p14:nvContentPartPr>
              <p14:xfrm>
                <a:off x="349022" y="2162545"/>
                <a:ext cx="172440" cy="237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1382" y="2144905"/>
                  <a:ext cx="208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14:cNvPr>
                <p14:cNvContentPartPr/>
                <p14:nvPr/>
              </p14:nvContentPartPr>
              <p14:xfrm>
                <a:off x="1510382" y="2160385"/>
                <a:ext cx="666000" cy="482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492742" y="2142385"/>
                  <a:ext cx="70164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14:cNvPr>
                <p14:cNvContentPartPr/>
                <p14:nvPr/>
              </p14:nvContentPartPr>
              <p14:xfrm>
                <a:off x="2116622" y="2106025"/>
                <a:ext cx="69840" cy="93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098982" y="2088025"/>
                  <a:ext cx="1054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14:cNvPr>
                <p14:cNvContentPartPr/>
                <p14:nvPr/>
              </p14:nvContentPartPr>
              <p14:xfrm>
                <a:off x="2176382" y="2081185"/>
                <a:ext cx="52200" cy="4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158742" y="2063185"/>
                  <a:ext cx="878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14:cNvPr>
                <p14:cNvContentPartPr/>
                <p14:nvPr/>
              </p14:nvContentPartPr>
              <p14:xfrm>
                <a:off x="1979462" y="1574665"/>
                <a:ext cx="19440" cy="30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961822" y="1556665"/>
                  <a:ext cx="55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14:cNvPr>
                <p14:cNvContentPartPr/>
                <p14:nvPr/>
              </p14:nvContentPartPr>
              <p14:xfrm>
                <a:off x="2100422" y="1335625"/>
                <a:ext cx="74880" cy="104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082782" y="1317625"/>
                  <a:ext cx="110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14:cNvPr>
                <p14:cNvContentPartPr/>
                <p14:nvPr/>
              </p14:nvContentPartPr>
              <p14:xfrm>
                <a:off x="2093942" y="1412305"/>
                <a:ext cx="145800" cy="169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075942" y="1394305"/>
                  <a:ext cx="181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14:cNvPr>
                <p14:cNvContentPartPr/>
                <p14:nvPr/>
              </p14:nvContentPartPr>
              <p14:xfrm>
                <a:off x="2312822" y="1377385"/>
                <a:ext cx="163440" cy="91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295182" y="1359385"/>
                  <a:ext cx="199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14:cNvPr>
                <p14:cNvContentPartPr/>
                <p14:nvPr/>
              </p14:nvContentPartPr>
              <p14:xfrm>
                <a:off x="2480942" y="1090825"/>
                <a:ext cx="159120" cy="19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463302" y="1073185"/>
                  <a:ext cx="194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14:cNvPr>
                <p14:cNvContentPartPr/>
                <p14:nvPr/>
              </p14:nvContentPartPr>
              <p14:xfrm>
                <a:off x="839342" y="2107465"/>
                <a:ext cx="196920" cy="349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21342" y="2089825"/>
                  <a:ext cx="2325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14:cNvPr>
                <p14:cNvContentPartPr/>
                <p14:nvPr/>
              </p14:nvContentPartPr>
              <p14:xfrm>
                <a:off x="849062" y="2145985"/>
                <a:ext cx="276840" cy="1371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31422" y="2128345"/>
                  <a:ext cx="312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14:cNvPr>
                <p14:cNvContentPartPr/>
                <p14:nvPr/>
              </p14:nvContentPartPr>
              <p14:xfrm>
                <a:off x="1006742" y="2239945"/>
                <a:ext cx="28440" cy="100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102" y="2221945"/>
                  <a:ext cx="64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14:cNvPr>
                <p14:cNvContentPartPr/>
                <p14:nvPr/>
              </p14:nvContentPartPr>
              <p14:xfrm>
                <a:off x="1067222" y="1986865"/>
                <a:ext cx="37440" cy="98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9222" y="1968865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14:cNvPr>
                <p14:cNvContentPartPr/>
                <p14:nvPr/>
              </p14:nvContentPartPr>
              <p14:xfrm>
                <a:off x="1154342" y="2013865"/>
                <a:ext cx="3744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36342" y="19962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14:cNvPr>
                <p14:cNvContentPartPr/>
                <p14:nvPr/>
              </p14:nvContentPartPr>
              <p14:xfrm>
                <a:off x="1167662" y="1812625"/>
                <a:ext cx="187560" cy="174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50022" y="1794625"/>
                  <a:ext cx="223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14:cNvPr>
                <p14:cNvContentPartPr/>
                <p14:nvPr/>
              </p14:nvContentPartPr>
              <p14:xfrm>
                <a:off x="1196462" y="1700305"/>
                <a:ext cx="182880" cy="9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78462" y="1682665"/>
                  <a:ext cx="218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14:cNvPr>
                <p14:cNvContentPartPr/>
                <p14:nvPr/>
              </p14:nvContentPartPr>
              <p14:xfrm>
                <a:off x="1068662" y="1372705"/>
                <a:ext cx="194040" cy="25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1022" y="1355065"/>
                  <a:ext cx="229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14:cNvPr>
                <p14:cNvContentPartPr/>
                <p14:nvPr/>
              </p14:nvContentPartPr>
              <p14:xfrm>
                <a:off x="2591822" y="1681225"/>
                <a:ext cx="236520" cy="308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573822" y="1663225"/>
                  <a:ext cx="2721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14:cNvPr>
                <p14:cNvContentPartPr/>
                <p14:nvPr/>
              </p14:nvContentPartPr>
              <p14:xfrm>
                <a:off x="2953262" y="1600585"/>
                <a:ext cx="246600" cy="24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935262" y="1582945"/>
                  <a:ext cx="28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14:cNvPr>
                <p14:cNvContentPartPr/>
                <p14:nvPr/>
              </p14:nvContentPartPr>
              <p14:xfrm>
                <a:off x="3137942" y="1423105"/>
                <a:ext cx="160920" cy="198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120302" y="1405105"/>
                  <a:ext cx="196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14:cNvPr>
                <p14:cNvContentPartPr/>
                <p14:nvPr/>
              </p14:nvContentPartPr>
              <p14:xfrm>
                <a:off x="3203462" y="1353625"/>
                <a:ext cx="330120" cy="237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185462" y="1335985"/>
                  <a:ext cx="365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14:cNvPr>
                <p14:cNvContentPartPr/>
                <p14:nvPr/>
              </p14:nvContentPartPr>
              <p14:xfrm>
                <a:off x="3623942" y="1171105"/>
                <a:ext cx="7560" cy="18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605942" y="1153105"/>
                  <a:ext cx="43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14:cNvPr>
                <p14:cNvContentPartPr/>
                <p14:nvPr/>
              </p14:nvContentPartPr>
              <p14:xfrm>
                <a:off x="3737342" y="910825"/>
                <a:ext cx="121320" cy="136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719342" y="892825"/>
                  <a:ext cx="156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14:cNvPr>
                <p14:cNvContentPartPr/>
                <p14:nvPr/>
              </p14:nvContentPartPr>
              <p14:xfrm>
                <a:off x="3785582" y="964105"/>
                <a:ext cx="104400" cy="151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767942" y="946105"/>
                  <a:ext cx="140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14:cNvPr>
                <p14:cNvContentPartPr/>
                <p14:nvPr/>
              </p14:nvContentPartPr>
              <p14:xfrm>
                <a:off x="3924902" y="686185"/>
                <a:ext cx="201960" cy="283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3907262" y="668185"/>
                  <a:ext cx="2376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14:cNvPr>
                <p14:cNvContentPartPr/>
                <p14:nvPr/>
              </p14:nvContentPartPr>
              <p14:xfrm>
                <a:off x="2671022" y="1005505"/>
                <a:ext cx="21888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53022" y="987865"/>
                  <a:ext cx="254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14:cNvPr>
                <p14:cNvContentPartPr/>
                <p14:nvPr/>
              </p14:nvContentPartPr>
              <p14:xfrm>
                <a:off x="2798822" y="945025"/>
                <a:ext cx="10800" cy="267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780822" y="927385"/>
                  <a:ext cx="46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14:cNvPr>
                <p14:cNvContentPartPr/>
                <p14:nvPr/>
              </p14:nvContentPartPr>
              <p14:xfrm>
                <a:off x="2899262" y="832705"/>
                <a:ext cx="116280" cy="173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881262" y="815065"/>
                  <a:ext cx="1519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14:cNvPr>
                <p14:cNvContentPartPr/>
                <p14:nvPr/>
              </p14:nvContentPartPr>
              <p14:xfrm>
                <a:off x="2977382" y="760705"/>
                <a:ext cx="156960" cy="1353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959742" y="743065"/>
                  <a:ext cx="192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14:cNvPr>
                <p14:cNvContentPartPr/>
                <p14:nvPr/>
              </p14:nvContentPartPr>
              <p14:xfrm>
                <a:off x="3045062" y="473785"/>
                <a:ext cx="100440" cy="1864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27062" y="456145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14:cNvPr>
                <p14:cNvContentPartPr/>
                <p14:nvPr/>
              </p14:nvContentPartPr>
              <p14:xfrm>
                <a:off x="2437742" y="1504825"/>
                <a:ext cx="92160" cy="91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419742" y="148718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14:cNvPr>
                <p14:cNvContentPartPr/>
                <p14:nvPr/>
              </p14:nvContentPartPr>
              <p14:xfrm>
                <a:off x="1738982" y="1011625"/>
                <a:ext cx="149760" cy="232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20982" y="993625"/>
                  <a:ext cx="185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14:cNvPr>
                <p14:cNvContentPartPr/>
                <p14:nvPr/>
              </p14:nvContentPartPr>
              <p14:xfrm>
                <a:off x="1798382" y="968065"/>
                <a:ext cx="18684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0382" y="950065"/>
                  <a:ext cx="222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14:cNvPr>
                <p14:cNvContentPartPr/>
                <p14:nvPr/>
              </p14:nvContentPartPr>
              <p14:xfrm>
                <a:off x="1891982" y="759625"/>
                <a:ext cx="74160" cy="936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73982" y="741625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14:cNvPr>
                <p14:cNvContentPartPr/>
                <p14:nvPr/>
              </p14:nvContentPartPr>
              <p14:xfrm>
                <a:off x="2000702" y="516625"/>
                <a:ext cx="181800" cy="234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83062" y="498985"/>
                  <a:ext cx="217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14:cNvPr>
                <p14:cNvContentPartPr/>
                <p14:nvPr/>
              </p14:nvContentPartPr>
              <p14:xfrm>
                <a:off x="3814382" y="907945"/>
                <a:ext cx="647640" cy="558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96742" y="890305"/>
                  <a:ext cx="683280" cy="59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74405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941FF-84C4-D157-A676-4B2CE634C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Non-inverting and inverting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E3F7821-A5F4-4277-E1E5-9C64B041F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73" y="2216990"/>
            <a:ext cx="2415749" cy="15012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44045-A2E1-5988-A113-054B6F7A7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52B7068-03B8-9D63-F887-527D04A7C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495" y="2137477"/>
            <a:ext cx="2156647" cy="150127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B9408A7-5E9E-EDCB-A34C-FAFF1F2F6FE9}"/>
              </a:ext>
            </a:extLst>
          </p:cNvPr>
          <p:cNvGrpSpPr/>
          <p:nvPr/>
        </p:nvGrpSpPr>
        <p:grpSpPr>
          <a:xfrm>
            <a:off x="1477262" y="868705"/>
            <a:ext cx="2412000" cy="1316520"/>
            <a:chOff x="1477262" y="868705"/>
            <a:chExt cx="2412000" cy="13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14:cNvPr>
                <p14:cNvContentPartPr/>
                <p14:nvPr/>
              </p14:nvContentPartPr>
              <p14:xfrm>
                <a:off x="1485542" y="1441465"/>
                <a:ext cx="64800" cy="41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67902" y="1423465"/>
                  <a:ext cx="10044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14:cNvPr>
                <p14:cNvContentPartPr/>
                <p14:nvPr/>
              </p14:nvContentPartPr>
              <p14:xfrm>
                <a:off x="1477262" y="1479625"/>
                <a:ext cx="263160" cy="22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9622" y="1461625"/>
                  <a:ext cx="2988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14:cNvPr>
                <p14:cNvContentPartPr/>
                <p14:nvPr/>
              </p14:nvContentPartPr>
              <p14:xfrm>
                <a:off x="1867142" y="1566025"/>
                <a:ext cx="64800" cy="10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9142" y="1548025"/>
                  <a:ext cx="100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14:cNvPr>
                <p14:cNvContentPartPr/>
                <p14:nvPr/>
              </p14:nvContentPartPr>
              <p14:xfrm>
                <a:off x="1971182" y="1485025"/>
                <a:ext cx="165240" cy="119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3182" y="1467385"/>
                  <a:ext cx="200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14:cNvPr>
                <p14:cNvContentPartPr/>
                <p14:nvPr/>
              </p14:nvContentPartPr>
              <p14:xfrm>
                <a:off x="2278982" y="1487905"/>
                <a:ext cx="90360" cy="7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60982" y="1470265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14:cNvPr>
                <p14:cNvContentPartPr/>
                <p14:nvPr/>
              </p14:nvContentPartPr>
              <p14:xfrm>
                <a:off x="2410742" y="1299985"/>
                <a:ext cx="123840" cy="24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93102" y="1281985"/>
                  <a:ext cx="159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14:cNvPr>
                <p14:cNvContentPartPr/>
                <p14:nvPr/>
              </p14:nvContentPartPr>
              <p14:xfrm>
                <a:off x="2560862" y="1262905"/>
                <a:ext cx="116280" cy="147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43222" y="1245265"/>
                  <a:ext cx="151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14:cNvPr>
                <p14:cNvContentPartPr/>
                <p14:nvPr/>
              </p14:nvContentPartPr>
              <p14:xfrm>
                <a:off x="2772542" y="1166065"/>
                <a:ext cx="110520" cy="12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4542" y="1148425"/>
                  <a:ext cx="146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14:cNvPr>
                <p14:cNvContentPartPr/>
                <p14:nvPr/>
              </p14:nvContentPartPr>
              <p14:xfrm>
                <a:off x="2920142" y="1136545"/>
                <a:ext cx="228240" cy="198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02142" y="1118545"/>
                  <a:ext cx="263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14:cNvPr>
                <p14:cNvContentPartPr/>
                <p14:nvPr/>
              </p14:nvContentPartPr>
              <p14:xfrm>
                <a:off x="3193742" y="943585"/>
                <a:ext cx="12492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742" y="925585"/>
                  <a:ext cx="160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14:cNvPr>
                <p14:cNvContentPartPr/>
                <p14:nvPr/>
              </p14:nvContentPartPr>
              <p14:xfrm>
                <a:off x="3248822" y="990025"/>
                <a:ext cx="235800" cy="10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1182" y="972385"/>
                  <a:ext cx="271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14:cNvPr>
                <p14:cNvContentPartPr/>
                <p14:nvPr/>
              </p14:nvContentPartPr>
              <p14:xfrm>
                <a:off x="3389582" y="874465"/>
                <a:ext cx="69840" cy="3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1942" y="856465"/>
                  <a:ext cx="105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14:cNvPr>
                <p14:cNvContentPartPr/>
                <p14:nvPr/>
              </p14:nvContentPartPr>
              <p14:xfrm>
                <a:off x="3547262" y="914065"/>
                <a:ext cx="187560" cy="97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29262" y="896425"/>
                  <a:ext cx="223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14:cNvPr>
                <p14:cNvContentPartPr/>
                <p14:nvPr/>
              </p14:nvContentPartPr>
              <p14:xfrm>
                <a:off x="3792422" y="868705"/>
                <a:ext cx="96840" cy="173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74422" y="851065"/>
                  <a:ext cx="132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14:cNvPr>
                <p14:cNvContentPartPr/>
                <p14:nvPr/>
              </p14:nvContentPartPr>
              <p14:xfrm>
                <a:off x="2946422" y="1525345"/>
                <a:ext cx="200880" cy="659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928422" y="1507345"/>
                  <a:ext cx="236520" cy="69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184BCB-A207-007E-EDBD-CB72B27ACE48}"/>
              </a:ext>
            </a:extLst>
          </p:cNvPr>
          <p:cNvGrpSpPr/>
          <p:nvPr/>
        </p:nvGrpSpPr>
        <p:grpSpPr>
          <a:xfrm>
            <a:off x="7549742" y="1467025"/>
            <a:ext cx="202320" cy="731880"/>
            <a:chOff x="7549742" y="1467025"/>
            <a:chExt cx="202320" cy="73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14:cNvPr>
                <p14:cNvContentPartPr/>
                <p14:nvPr/>
              </p14:nvContentPartPr>
              <p14:xfrm>
                <a:off x="7660262" y="1467025"/>
                <a:ext cx="91800" cy="731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2262" y="1449025"/>
                  <a:ext cx="12744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14:cNvPr>
                <p14:cNvContentPartPr/>
                <p14:nvPr/>
              </p14:nvContentPartPr>
              <p14:xfrm>
                <a:off x="7549742" y="2012425"/>
                <a:ext cx="14148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31742" y="1994785"/>
                  <a:ext cx="1771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4A8103-DE57-FDD6-03B6-58327403B51C}"/>
              </a:ext>
            </a:extLst>
          </p:cNvPr>
          <p:cNvGrpSpPr/>
          <p:nvPr/>
        </p:nvGrpSpPr>
        <p:grpSpPr>
          <a:xfrm>
            <a:off x="7913342" y="861145"/>
            <a:ext cx="1709280" cy="455040"/>
            <a:chOff x="7913342" y="861145"/>
            <a:chExt cx="170928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14:cNvPr>
                <p14:cNvContentPartPr/>
                <p14:nvPr/>
              </p14:nvContentPartPr>
              <p14:xfrm>
                <a:off x="7913342" y="892465"/>
                <a:ext cx="122400" cy="40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95702" y="874825"/>
                  <a:ext cx="1580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14:cNvPr>
                <p14:cNvContentPartPr/>
                <p14:nvPr/>
              </p14:nvContentPartPr>
              <p14:xfrm>
                <a:off x="7964102" y="1222225"/>
                <a:ext cx="117360" cy="66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46462" y="1204225"/>
                  <a:ext cx="153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14:cNvPr>
                <p14:cNvContentPartPr/>
                <p14:nvPr/>
              </p14:nvContentPartPr>
              <p14:xfrm>
                <a:off x="8190902" y="1142305"/>
                <a:ext cx="141480" cy="129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73262" y="1124665"/>
                  <a:ext cx="177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14:cNvPr>
                <p14:cNvContentPartPr/>
                <p14:nvPr/>
              </p14:nvContentPartPr>
              <p14:xfrm>
                <a:off x="8407262" y="1080385"/>
                <a:ext cx="138960" cy="103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9622" y="1062745"/>
                  <a:ext cx="174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14:cNvPr>
                <p14:cNvContentPartPr/>
                <p14:nvPr/>
              </p14:nvContentPartPr>
              <p14:xfrm>
                <a:off x="8611382" y="1042225"/>
                <a:ext cx="249120" cy="109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93742" y="1024585"/>
                  <a:ext cx="284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14:cNvPr>
                <p14:cNvContentPartPr/>
                <p14:nvPr/>
              </p14:nvContentPartPr>
              <p14:xfrm>
                <a:off x="8964542" y="861145"/>
                <a:ext cx="147960" cy="301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46902" y="843505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14:cNvPr>
                <p14:cNvContentPartPr/>
                <p14:nvPr/>
              </p14:nvContentPartPr>
              <p14:xfrm>
                <a:off x="9005222" y="907945"/>
                <a:ext cx="199080" cy="18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7582" y="890305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14:cNvPr>
                <p14:cNvContentPartPr/>
                <p14:nvPr/>
              </p14:nvContentPartPr>
              <p14:xfrm>
                <a:off x="9293582" y="960505"/>
                <a:ext cx="151560" cy="90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75582" y="942865"/>
                  <a:ext cx="187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14:cNvPr>
                <p14:cNvContentPartPr/>
                <p14:nvPr/>
              </p14:nvContentPartPr>
              <p14:xfrm>
                <a:off x="9537662" y="936385"/>
                <a:ext cx="84960" cy="379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19662" y="918385"/>
                  <a:ext cx="1206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14:cNvPr>
              <p14:cNvContentPartPr/>
              <p14:nvPr/>
            </p14:nvContentPartPr>
            <p14:xfrm>
              <a:off x="2612702" y="2412025"/>
              <a:ext cx="281160" cy="415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595062" y="2394025"/>
                <a:ext cx="31680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14:cNvPr>
              <p14:cNvContentPartPr/>
              <p14:nvPr/>
            </p14:nvContentPartPr>
            <p14:xfrm>
              <a:off x="7138262" y="2288185"/>
              <a:ext cx="264960" cy="342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120262" y="2270545"/>
                <a:ext cx="300600" cy="37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953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21" y="2556877"/>
                <a:ext cx="278227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904"/>
                <a:ext cx="50400" cy="1312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36" y="2571637"/>
                <a:ext cx="139557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977" y="1051717"/>
                  <a:ext cx="112875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22"/>
                  <a:ext cx="1230840" cy="13784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45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1734" y="1872240"/>
                  <a:ext cx="202680" cy="599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47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27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699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254" y="195855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7854" y="132171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82" y="1788997"/>
                  <a:ext cx="263464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699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583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482" y="1313797"/>
                  <a:ext cx="570984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171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175" y="812677"/>
                  <a:ext cx="90596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35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45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272" y="802957"/>
                  <a:ext cx="140523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07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191" y="1499956"/>
                  <a:ext cx="139804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054" y="181455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21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454" y="192651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8934" y="180015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374" y="814452"/>
                  <a:ext cx="214560" cy="293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3010"/>
                  <a:ext cx="135000" cy="1582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671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47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014" y="53007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374" y="54879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944" y="572917"/>
                  <a:ext cx="1637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4903" y="715449"/>
                  <a:ext cx="126861" cy="2657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19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45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195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187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644"/>
                  <a:ext cx="169920" cy="17198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14:cNvPr>
              <p14:cNvContentPartPr/>
              <p14:nvPr/>
            </p14:nvContentPartPr>
            <p14:xfrm>
              <a:off x="929342" y="609145"/>
              <a:ext cx="685080" cy="696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1702" y="591505"/>
                <a:ext cx="720720" cy="73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14:cNvPr>
              <p14:cNvContentPartPr/>
              <p14:nvPr/>
            </p14:nvContentPartPr>
            <p14:xfrm>
              <a:off x="2959742" y="316465"/>
              <a:ext cx="677160" cy="759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941742" y="298465"/>
                <a:ext cx="712800" cy="79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66152F1D-12F7-7471-0D85-DBB57388FD6A}"/>
              </a:ext>
            </a:extLst>
          </p:cNvPr>
          <p:cNvGrpSpPr/>
          <p:nvPr/>
        </p:nvGrpSpPr>
        <p:grpSpPr>
          <a:xfrm>
            <a:off x="5421422" y="111625"/>
            <a:ext cx="2760120" cy="1087920"/>
            <a:chOff x="5421422" y="111625"/>
            <a:chExt cx="2760120" cy="10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14:cNvPr>
                <p14:cNvContentPartPr/>
                <p14:nvPr/>
              </p14:nvContentPartPr>
              <p14:xfrm>
                <a:off x="5426102" y="241945"/>
                <a:ext cx="62280" cy="41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08462" y="223945"/>
                  <a:ext cx="979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14:cNvPr>
                <p14:cNvContentPartPr/>
                <p14:nvPr/>
              </p14:nvContentPartPr>
              <p14:xfrm>
                <a:off x="5421422" y="265705"/>
                <a:ext cx="268560" cy="247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03422" y="247705"/>
                  <a:ext cx="3042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14:cNvPr>
                <p14:cNvContentPartPr/>
                <p14:nvPr/>
              </p14:nvContentPartPr>
              <p14:xfrm>
                <a:off x="5773502" y="412225"/>
                <a:ext cx="34200" cy="133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55502" y="394585"/>
                  <a:ext cx="69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14:cNvPr>
                <p14:cNvContentPartPr/>
                <p14:nvPr/>
              </p14:nvContentPartPr>
              <p14:xfrm>
                <a:off x="5768462" y="321145"/>
                <a:ext cx="19440" cy="24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50462" y="303145"/>
                  <a:ext cx="55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14:cNvPr>
                <p14:cNvContentPartPr/>
                <p14:nvPr/>
              </p14:nvContentPartPr>
              <p14:xfrm>
                <a:off x="5996342" y="338425"/>
                <a:ext cx="114840" cy="121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78342" y="320785"/>
                  <a:ext cx="150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14:cNvPr>
                <p14:cNvContentPartPr/>
                <p14:nvPr/>
              </p14:nvContentPartPr>
              <p14:xfrm>
                <a:off x="6188942" y="266065"/>
                <a:ext cx="67320" cy="268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70942" y="248425"/>
                  <a:ext cx="102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14:cNvPr>
                <p14:cNvContentPartPr/>
                <p14:nvPr/>
              </p14:nvContentPartPr>
              <p14:xfrm>
                <a:off x="6236102" y="176065"/>
                <a:ext cx="177840" cy="237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18102" y="158065"/>
                  <a:ext cx="2134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14:cNvPr>
                <p14:cNvContentPartPr/>
                <p14:nvPr/>
              </p14:nvContentPartPr>
              <p14:xfrm>
                <a:off x="6614822" y="354265"/>
                <a:ext cx="46080" cy="10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97182" y="336625"/>
                  <a:ext cx="81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14:cNvPr>
                <p14:cNvContentPartPr/>
                <p14:nvPr/>
              </p14:nvContentPartPr>
              <p14:xfrm>
                <a:off x="6610862" y="261745"/>
                <a:ext cx="13680" cy="21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3222" y="243745"/>
                  <a:ext cx="49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14:cNvPr>
                <p14:cNvContentPartPr/>
                <p14:nvPr/>
              </p14:nvContentPartPr>
              <p14:xfrm>
                <a:off x="6713102" y="318625"/>
                <a:ext cx="104760" cy="104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95102" y="300625"/>
                  <a:ext cx="140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14:cNvPr>
                <p14:cNvContentPartPr/>
                <p14:nvPr/>
              </p14:nvContentPartPr>
              <p14:xfrm>
                <a:off x="6896702" y="237265"/>
                <a:ext cx="129960" cy="233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879062" y="219265"/>
                  <a:ext cx="165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14:cNvPr>
                <p14:cNvContentPartPr/>
                <p14:nvPr/>
              </p14:nvContentPartPr>
              <p14:xfrm>
                <a:off x="7123502" y="235105"/>
                <a:ext cx="42840" cy="10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05862" y="217105"/>
                  <a:ext cx="78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14:cNvPr>
                <p14:cNvContentPartPr/>
                <p14:nvPr/>
              </p14:nvContentPartPr>
              <p14:xfrm>
                <a:off x="7180742" y="111625"/>
                <a:ext cx="178200" cy="219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162742" y="93985"/>
                  <a:ext cx="2138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14:cNvPr>
                <p14:cNvContentPartPr/>
                <p14:nvPr/>
              </p14:nvContentPartPr>
              <p14:xfrm>
                <a:off x="7295582" y="151225"/>
                <a:ext cx="144000" cy="87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77582" y="133225"/>
                  <a:ext cx="179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14:cNvPr>
                <p14:cNvContentPartPr/>
                <p14:nvPr/>
              </p14:nvContentPartPr>
              <p14:xfrm>
                <a:off x="5582342" y="836305"/>
                <a:ext cx="96840" cy="36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64342" y="818305"/>
                  <a:ext cx="132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14:cNvPr>
                <p14:cNvContentPartPr/>
                <p14:nvPr/>
              </p14:nvContentPartPr>
              <p14:xfrm>
                <a:off x="5603222" y="833065"/>
                <a:ext cx="223200" cy="188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5222" y="815425"/>
                  <a:ext cx="2588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14:cNvPr>
                <p14:cNvContentPartPr/>
                <p14:nvPr/>
              </p14:nvContentPartPr>
              <p14:xfrm>
                <a:off x="5871422" y="912985"/>
                <a:ext cx="109800" cy="230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3422" y="894985"/>
                  <a:ext cx="145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14:cNvPr>
                <p14:cNvContentPartPr/>
                <p14:nvPr/>
              </p14:nvContentPartPr>
              <p14:xfrm>
                <a:off x="6072662" y="961585"/>
                <a:ext cx="127080" cy="76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54662" y="943585"/>
                  <a:ext cx="162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14:cNvPr>
                <p14:cNvContentPartPr/>
                <p14:nvPr/>
              </p14:nvContentPartPr>
              <p14:xfrm>
                <a:off x="6344822" y="793465"/>
                <a:ext cx="111240" cy="336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26822" y="775825"/>
                  <a:ext cx="146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14:cNvPr>
                <p14:cNvContentPartPr/>
                <p14:nvPr/>
              </p14:nvContentPartPr>
              <p14:xfrm>
                <a:off x="6367142" y="775465"/>
                <a:ext cx="211320" cy="19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9502" y="757825"/>
                  <a:ext cx="246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14:cNvPr>
                <p14:cNvContentPartPr/>
                <p14:nvPr/>
              </p14:nvContentPartPr>
              <p14:xfrm>
                <a:off x="6798062" y="832705"/>
                <a:ext cx="89280" cy="28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780422" y="815065"/>
                  <a:ext cx="1249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14:cNvPr>
                <p14:cNvContentPartPr/>
                <p14:nvPr/>
              </p14:nvContentPartPr>
              <p14:xfrm>
                <a:off x="6780062" y="948265"/>
                <a:ext cx="76680" cy="102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62062" y="930265"/>
                  <a:ext cx="112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14:cNvPr>
                <p14:cNvContentPartPr/>
                <p14:nvPr/>
              </p14:nvContentPartPr>
              <p14:xfrm>
                <a:off x="6942782" y="929545"/>
                <a:ext cx="88200" cy="11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5142" y="911545"/>
                  <a:ext cx="123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14:cNvPr>
                <p14:cNvContentPartPr/>
                <p14:nvPr/>
              </p14:nvContentPartPr>
              <p14:xfrm>
                <a:off x="7108742" y="860785"/>
                <a:ext cx="98280" cy="10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91102" y="843145"/>
                  <a:ext cx="133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14:cNvPr>
                <p14:cNvContentPartPr/>
                <p14:nvPr/>
              </p14:nvContentPartPr>
              <p14:xfrm>
                <a:off x="7279382" y="683305"/>
                <a:ext cx="129960" cy="227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61382" y="665305"/>
                  <a:ext cx="165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14:cNvPr>
                <p14:cNvContentPartPr/>
                <p14:nvPr/>
              </p14:nvContentPartPr>
              <p14:xfrm>
                <a:off x="7454702" y="664585"/>
                <a:ext cx="122040" cy="154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36702" y="646945"/>
                  <a:ext cx="157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14:cNvPr>
                <p14:cNvContentPartPr/>
                <p14:nvPr/>
              </p14:nvContentPartPr>
              <p14:xfrm>
                <a:off x="7627502" y="696625"/>
                <a:ext cx="160200" cy="97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609502" y="678625"/>
                  <a:ext cx="195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14:cNvPr>
                <p14:cNvContentPartPr/>
                <p14:nvPr/>
              </p14:nvContentPartPr>
              <p14:xfrm>
                <a:off x="7862222" y="651625"/>
                <a:ext cx="75960" cy="126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44582" y="633625"/>
                  <a:ext cx="1116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14:cNvPr>
                <p14:cNvContentPartPr/>
                <p14:nvPr/>
              </p14:nvContentPartPr>
              <p14:xfrm>
                <a:off x="7987502" y="544345"/>
                <a:ext cx="97920" cy="20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69502" y="526705"/>
                  <a:ext cx="133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14:cNvPr>
                <p14:cNvContentPartPr/>
                <p14:nvPr/>
              </p14:nvContentPartPr>
              <p14:xfrm>
                <a:off x="8033222" y="547585"/>
                <a:ext cx="148320" cy="160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15222" y="529585"/>
                  <a:ext cx="183960" cy="19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14:cNvPr>
              <p14:cNvContentPartPr/>
              <p14:nvPr/>
            </p14:nvContentPartPr>
            <p14:xfrm>
              <a:off x="2078102" y="1247785"/>
              <a:ext cx="78120" cy="69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060102" y="1229785"/>
                <a:ext cx="1137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14:cNvPr>
              <p14:cNvContentPartPr/>
              <p14:nvPr/>
            </p14:nvContentPartPr>
            <p14:xfrm>
              <a:off x="1189622" y="1523185"/>
              <a:ext cx="3240" cy="136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1622" y="1505545"/>
                <a:ext cx="388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365E4133-5BFD-3BD7-A2F0-C62C0B0B2497}"/>
              </a:ext>
            </a:extLst>
          </p:cNvPr>
          <p:cNvGrpSpPr/>
          <p:nvPr/>
        </p:nvGrpSpPr>
        <p:grpSpPr>
          <a:xfrm>
            <a:off x="337502" y="1168225"/>
            <a:ext cx="270360" cy="375120"/>
            <a:chOff x="337502" y="1168225"/>
            <a:chExt cx="27036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14:cNvPr>
                <p14:cNvContentPartPr/>
                <p14:nvPr/>
              </p14:nvContentPartPr>
              <p14:xfrm>
                <a:off x="353342" y="1269745"/>
                <a:ext cx="2520" cy="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5702" y="1251745"/>
                  <a:ext cx="381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14:cNvPr>
                <p14:cNvContentPartPr/>
                <p14:nvPr/>
              </p14:nvContentPartPr>
              <p14:xfrm>
                <a:off x="337502" y="1229785"/>
                <a:ext cx="66240" cy="31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862" y="1211785"/>
                  <a:ext cx="10188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14:cNvPr>
                <p14:cNvContentPartPr/>
                <p14:nvPr/>
              </p14:nvContentPartPr>
              <p14:xfrm>
                <a:off x="350822" y="1168225"/>
                <a:ext cx="257040" cy="58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3182" y="1150225"/>
                  <a:ext cx="292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14:cNvPr>
                <p14:cNvContentPartPr/>
                <p14:nvPr/>
              </p14:nvContentPartPr>
              <p14:xfrm>
                <a:off x="341462" y="1475665"/>
                <a:ext cx="159840" cy="49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23822" y="1458025"/>
                  <a:ext cx="195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A8FE514-E002-7D17-94F8-4394D7D0A96D}"/>
              </a:ext>
            </a:extLst>
          </p:cNvPr>
          <p:cNvGrpSpPr/>
          <p:nvPr/>
        </p:nvGrpSpPr>
        <p:grpSpPr>
          <a:xfrm>
            <a:off x="2014742" y="1162465"/>
            <a:ext cx="269640" cy="376560"/>
            <a:chOff x="2014742" y="1162465"/>
            <a:chExt cx="269640" cy="3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14:cNvPr>
                <p14:cNvContentPartPr/>
                <p14:nvPr/>
              </p14:nvContentPartPr>
              <p14:xfrm>
                <a:off x="2014742" y="1165705"/>
                <a:ext cx="235800" cy="28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997102" y="1147705"/>
                  <a:ext cx="271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14:cNvPr>
                <p14:cNvContentPartPr/>
                <p14:nvPr/>
              </p14:nvContentPartPr>
              <p14:xfrm>
                <a:off x="2038862" y="1162465"/>
                <a:ext cx="245520" cy="376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21222" y="1144465"/>
                  <a:ext cx="28116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A9A26C-2F37-1C01-0EB4-390BED633FA8}"/>
              </a:ext>
            </a:extLst>
          </p:cNvPr>
          <p:cNvGrpSpPr/>
          <p:nvPr/>
        </p:nvGrpSpPr>
        <p:grpSpPr>
          <a:xfrm>
            <a:off x="371702" y="3386905"/>
            <a:ext cx="963360" cy="371880"/>
            <a:chOff x="371702" y="3386905"/>
            <a:chExt cx="96336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14:cNvPr>
                <p14:cNvContentPartPr/>
                <p14:nvPr/>
              </p14:nvContentPartPr>
              <p14:xfrm>
                <a:off x="371702" y="3386905"/>
                <a:ext cx="245160" cy="37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4062" y="3369265"/>
                  <a:ext cx="2808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14:cNvPr>
                <p14:cNvContentPartPr/>
                <p14:nvPr/>
              </p14:nvContentPartPr>
              <p14:xfrm>
                <a:off x="599582" y="3535225"/>
                <a:ext cx="102240" cy="112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81942" y="3517225"/>
                  <a:ext cx="1378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14:cNvPr>
                <p14:cNvContentPartPr/>
                <p14:nvPr/>
              </p14:nvContentPartPr>
              <p14:xfrm>
                <a:off x="748262" y="3492745"/>
                <a:ext cx="108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30262" y="3474745"/>
                  <a:ext cx="144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14:cNvPr>
                <p14:cNvContentPartPr/>
                <p14:nvPr/>
              </p14:nvContentPartPr>
              <p14:xfrm>
                <a:off x="926822" y="3462505"/>
                <a:ext cx="98280" cy="168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09182" y="3444505"/>
                  <a:ext cx="133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14:cNvPr>
                <p14:cNvContentPartPr/>
                <p14:nvPr/>
              </p14:nvContentPartPr>
              <p14:xfrm>
                <a:off x="1110782" y="3418225"/>
                <a:ext cx="224280" cy="166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2782" y="3400225"/>
                  <a:ext cx="259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C667BB4-F311-B1AA-8E78-47562A83C669}"/>
              </a:ext>
            </a:extLst>
          </p:cNvPr>
          <p:cNvGrpSpPr/>
          <p:nvPr/>
        </p:nvGrpSpPr>
        <p:grpSpPr>
          <a:xfrm>
            <a:off x="981542" y="3746185"/>
            <a:ext cx="1740960" cy="618480"/>
            <a:chOff x="981542" y="3746185"/>
            <a:chExt cx="1740960" cy="61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14:cNvPr>
                <p14:cNvContentPartPr/>
                <p14:nvPr/>
              </p14:nvContentPartPr>
              <p14:xfrm>
                <a:off x="1051742" y="3952825"/>
                <a:ext cx="218880" cy="329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3742" y="3935185"/>
                  <a:ext cx="2545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14:cNvPr>
                <p14:cNvContentPartPr/>
                <p14:nvPr/>
              </p14:nvContentPartPr>
              <p14:xfrm>
                <a:off x="1435142" y="4041745"/>
                <a:ext cx="256680" cy="4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17502" y="4024105"/>
                  <a:ext cx="2923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14:cNvPr>
                <p14:cNvContentPartPr/>
                <p14:nvPr/>
              </p14:nvContentPartPr>
              <p14:xfrm>
                <a:off x="1781822" y="3746185"/>
                <a:ext cx="194760" cy="325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63822" y="3728185"/>
                  <a:ext cx="2304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14:cNvPr>
                <p14:cNvContentPartPr/>
                <p14:nvPr/>
              </p14:nvContentPartPr>
              <p14:xfrm>
                <a:off x="2121302" y="3951025"/>
                <a:ext cx="37440" cy="12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03662" y="39330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14:cNvPr>
                <p14:cNvContentPartPr/>
                <p14:nvPr/>
              </p14:nvContentPartPr>
              <p14:xfrm>
                <a:off x="2109422" y="3868945"/>
                <a:ext cx="1764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091422" y="3850945"/>
                  <a:ext cx="5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14:cNvPr>
                <p14:cNvContentPartPr/>
                <p14:nvPr/>
              </p14:nvContentPartPr>
              <p14:xfrm>
                <a:off x="2266382" y="3850585"/>
                <a:ext cx="191160" cy="148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248382" y="3832945"/>
                  <a:ext cx="226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14:cNvPr>
                <p14:cNvContentPartPr/>
                <p14:nvPr/>
              </p14:nvContentPartPr>
              <p14:xfrm>
                <a:off x="981542" y="4073785"/>
                <a:ext cx="1740960" cy="29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3542" y="4056145"/>
                  <a:ext cx="17766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FA425267-FC33-F256-6098-5D83501060DB}"/>
              </a:ext>
            </a:extLst>
          </p:cNvPr>
          <p:cNvGrpSpPr/>
          <p:nvPr/>
        </p:nvGrpSpPr>
        <p:grpSpPr>
          <a:xfrm>
            <a:off x="1703702" y="4293745"/>
            <a:ext cx="384480" cy="478800"/>
            <a:chOff x="1703702" y="4293745"/>
            <a:chExt cx="384480" cy="47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14:cNvPr>
                <p14:cNvContentPartPr/>
                <p14:nvPr/>
              </p14:nvContentPartPr>
              <p14:xfrm>
                <a:off x="1703702" y="4395265"/>
                <a:ext cx="96480" cy="377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685702" y="4377625"/>
                  <a:ext cx="1321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14:cNvPr>
                <p14:cNvContentPartPr/>
                <p14:nvPr/>
              </p14:nvContentPartPr>
              <p14:xfrm>
                <a:off x="1736822" y="4387705"/>
                <a:ext cx="213480" cy="144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18822" y="4370065"/>
                  <a:ext cx="249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14:cNvPr>
                <p14:cNvContentPartPr/>
                <p14:nvPr/>
              </p14:nvContentPartPr>
              <p14:xfrm>
                <a:off x="1995302" y="4425145"/>
                <a:ext cx="92880" cy="154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977662" y="4407145"/>
                  <a:ext cx="128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14:cNvPr>
                <p14:cNvContentPartPr/>
                <p14:nvPr/>
              </p14:nvContentPartPr>
              <p14:xfrm>
                <a:off x="1993502" y="4293745"/>
                <a:ext cx="8640" cy="1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75502" y="4276105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6103FC3-1AF5-AF8D-2256-07CBD3FDB610}"/>
              </a:ext>
            </a:extLst>
          </p:cNvPr>
          <p:cNvGrpSpPr/>
          <p:nvPr/>
        </p:nvGrpSpPr>
        <p:grpSpPr>
          <a:xfrm>
            <a:off x="2872622" y="3970465"/>
            <a:ext cx="114120" cy="87120"/>
            <a:chOff x="2872622" y="3970465"/>
            <a:chExt cx="11412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14:cNvPr>
                <p14:cNvContentPartPr/>
                <p14:nvPr/>
              </p14:nvContentPartPr>
              <p14:xfrm>
                <a:off x="2872622" y="3970465"/>
                <a:ext cx="72720" cy="32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4622" y="3952465"/>
                  <a:ext cx="108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14:cNvPr>
                <p14:cNvContentPartPr/>
                <p14:nvPr/>
              </p14:nvContentPartPr>
              <p14:xfrm>
                <a:off x="2908262" y="4030945"/>
                <a:ext cx="78480" cy="26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90262" y="4012945"/>
                  <a:ext cx="11412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CF0CE3B-6CFD-9AC3-C423-DDCC177C1E5E}"/>
              </a:ext>
            </a:extLst>
          </p:cNvPr>
          <p:cNvGrpSpPr/>
          <p:nvPr/>
        </p:nvGrpSpPr>
        <p:grpSpPr>
          <a:xfrm>
            <a:off x="1693622" y="1078585"/>
            <a:ext cx="251640" cy="350280"/>
            <a:chOff x="1693622" y="1078585"/>
            <a:chExt cx="2516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14:cNvPr>
                <p14:cNvContentPartPr/>
                <p14:nvPr/>
              </p14:nvContentPartPr>
              <p14:xfrm>
                <a:off x="1711622" y="1114945"/>
                <a:ext cx="53280" cy="268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93622" y="1097305"/>
                  <a:ext cx="88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14:cNvPr>
                <p14:cNvContentPartPr/>
                <p14:nvPr/>
              </p14:nvContentPartPr>
              <p14:xfrm>
                <a:off x="1693622" y="1078585"/>
                <a:ext cx="141120" cy="62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675982" y="1060585"/>
                  <a:ext cx="176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14:cNvPr>
                <p14:cNvContentPartPr/>
                <p14:nvPr/>
              </p14:nvContentPartPr>
              <p14:xfrm>
                <a:off x="1761662" y="1400785"/>
                <a:ext cx="183600" cy="28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743662" y="1383145"/>
                  <a:ext cx="21924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1B8849A-30CE-A85A-CA34-FDB0B3746375}"/>
              </a:ext>
            </a:extLst>
          </p:cNvPr>
          <p:cNvGrpSpPr/>
          <p:nvPr/>
        </p:nvGrpSpPr>
        <p:grpSpPr>
          <a:xfrm>
            <a:off x="3865142" y="1314025"/>
            <a:ext cx="215280" cy="524520"/>
            <a:chOff x="3865142" y="1314025"/>
            <a:chExt cx="215280" cy="52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14:cNvPr>
                <p14:cNvContentPartPr/>
                <p14:nvPr/>
              </p14:nvContentPartPr>
              <p14:xfrm>
                <a:off x="3889622" y="1348945"/>
                <a:ext cx="144360" cy="29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871622" y="1330945"/>
                  <a:ext cx="180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14:cNvPr>
                <p14:cNvContentPartPr/>
                <p14:nvPr/>
              </p14:nvContentPartPr>
              <p14:xfrm>
                <a:off x="4023182" y="1314025"/>
                <a:ext cx="40320" cy="505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05542" y="1296385"/>
                  <a:ext cx="759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14:cNvPr>
                <p14:cNvContentPartPr/>
                <p14:nvPr/>
              </p14:nvContentPartPr>
              <p14:xfrm>
                <a:off x="3865142" y="1772665"/>
                <a:ext cx="215280" cy="658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47502" y="1755025"/>
                  <a:ext cx="2509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DB94D81D-481D-6088-734B-82EF4FA928B2}"/>
              </a:ext>
            </a:extLst>
          </p:cNvPr>
          <p:cNvGrpSpPr/>
          <p:nvPr/>
        </p:nvGrpSpPr>
        <p:grpSpPr>
          <a:xfrm>
            <a:off x="3214982" y="3062185"/>
            <a:ext cx="2416320" cy="952200"/>
            <a:chOff x="3214982" y="3062185"/>
            <a:chExt cx="2416320" cy="95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14:cNvPr>
                <p14:cNvContentPartPr/>
                <p14:nvPr/>
              </p14:nvContentPartPr>
              <p14:xfrm>
                <a:off x="3214982" y="3097825"/>
                <a:ext cx="105840" cy="352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96982" y="3079825"/>
                  <a:ext cx="1414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14:cNvPr>
                <p14:cNvContentPartPr/>
                <p14:nvPr/>
              </p14:nvContentPartPr>
              <p14:xfrm>
                <a:off x="3264662" y="3096745"/>
                <a:ext cx="200880" cy="320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246662" y="3078745"/>
                  <a:ext cx="23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14:cNvPr>
                <p14:cNvContentPartPr/>
                <p14:nvPr/>
              </p14:nvContentPartPr>
              <p14:xfrm>
                <a:off x="3549062" y="3062185"/>
                <a:ext cx="70200" cy="245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31422" y="3044185"/>
                  <a:ext cx="1058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14:cNvPr>
                <p14:cNvContentPartPr/>
                <p14:nvPr/>
              </p14:nvContentPartPr>
              <p14:xfrm>
                <a:off x="3704942" y="3149665"/>
                <a:ext cx="19656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87302" y="3132025"/>
                  <a:ext cx="232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14:cNvPr>
                <p14:cNvContentPartPr/>
                <p14:nvPr/>
              </p14:nvContentPartPr>
              <p14:xfrm>
                <a:off x="3987902" y="3063265"/>
                <a:ext cx="125640" cy="137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70262" y="3045265"/>
                  <a:ext cx="161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14:cNvPr>
                <p14:cNvContentPartPr/>
                <p14:nvPr/>
              </p14:nvContentPartPr>
              <p14:xfrm>
                <a:off x="3389582" y="3681025"/>
                <a:ext cx="181080" cy="171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71582" y="3663385"/>
                  <a:ext cx="216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14:cNvPr>
                <p14:cNvContentPartPr/>
                <p14:nvPr/>
              </p14:nvContentPartPr>
              <p14:xfrm>
                <a:off x="3660302" y="3709465"/>
                <a:ext cx="25200" cy="121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42662" y="3691465"/>
                  <a:ext cx="60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14:cNvPr>
                <p14:cNvContentPartPr/>
                <p14:nvPr/>
              </p14:nvContentPartPr>
              <p14:xfrm>
                <a:off x="3650942" y="3618385"/>
                <a:ext cx="286200" cy="12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633302" y="3600385"/>
                  <a:ext cx="321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14:cNvPr>
                <p14:cNvContentPartPr/>
                <p14:nvPr/>
              </p14:nvContentPartPr>
              <p14:xfrm>
                <a:off x="4149542" y="3562225"/>
                <a:ext cx="186120" cy="68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31542" y="3544585"/>
                  <a:ext cx="2217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14:cNvPr>
                <p14:cNvContentPartPr/>
                <p14:nvPr/>
              </p14:nvContentPartPr>
              <p14:xfrm>
                <a:off x="4574702" y="3413905"/>
                <a:ext cx="163800" cy="234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56702" y="3395905"/>
                  <a:ext cx="1994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14:cNvPr>
                <p14:cNvContentPartPr/>
                <p14:nvPr/>
              </p14:nvContentPartPr>
              <p14:xfrm>
                <a:off x="4847942" y="3570505"/>
                <a:ext cx="74160" cy="13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829942" y="3552505"/>
                  <a:ext cx="109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14:cNvPr>
                <p14:cNvContentPartPr/>
                <p14:nvPr/>
              </p14:nvContentPartPr>
              <p14:xfrm>
                <a:off x="4972142" y="3541345"/>
                <a:ext cx="115200" cy="94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954142" y="3523705"/>
                  <a:ext cx="150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14:cNvPr>
                <p14:cNvContentPartPr/>
                <p14:nvPr/>
              </p14:nvContentPartPr>
              <p14:xfrm>
                <a:off x="5098502" y="3405985"/>
                <a:ext cx="134640" cy="302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080502" y="3387985"/>
                  <a:ext cx="170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14:cNvPr>
                <p14:cNvContentPartPr/>
                <p14:nvPr/>
              </p14:nvContentPartPr>
              <p14:xfrm>
                <a:off x="5099222" y="3401305"/>
                <a:ext cx="345960" cy="161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081582" y="3383665"/>
                  <a:ext cx="38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14:cNvPr>
                <p14:cNvContentPartPr/>
                <p14:nvPr/>
              </p14:nvContentPartPr>
              <p14:xfrm>
                <a:off x="3442142" y="3790825"/>
                <a:ext cx="2189160" cy="223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424142" y="3772825"/>
                  <a:ext cx="22248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094FFB07-DA25-59FB-BEDC-91AEDDFE5284}"/>
              </a:ext>
            </a:extLst>
          </p:cNvPr>
          <p:cNvGrpSpPr/>
          <p:nvPr/>
        </p:nvGrpSpPr>
        <p:grpSpPr>
          <a:xfrm>
            <a:off x="4288142" y="4173145"/>
            <a:ext cx="434880" cy="293040"/>
            <a:chOff x="4288142" y="4173145"/>
            <a:chExt cx="43488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14:cNvPr>
                <p14:cNvContentPartPr/>
                <p14:nvPr/>
              </p14:nvContentPartPr>
              <p14:xfrm>
                <a:off x="4296062" y="4197265"/>
                <a:ext cx="58320" cy="268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78062" y="4179625"/>
                  <a:ext cx="93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14:cNvPr>
                <p14:cNvContentPartPr/>
                <p14:nvPr/>
              </p14:nvContentPartPr>
              <p14:xfrm>
                <a:off x="4288142" y="4173145"/>
                <a:ext cx="208800" cy="167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70142" y="4155505"/>
                  <a:ext cx="24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14:cNvPr>
                <p14:cNvContentPartPr/>
                <p14:nvPr/>
              </p14:nvContentPartPr>
              <p14:xfrm>
                <a:off x="4640582" y="4192585"/>
                <a:ext cx="82440" cy="273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622942" y="4174945"/>
                  <a:ext cx="1180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14:cNvPr>
                <p14:cNvContentPartPr/>
                <p14:nvPr/>
              </p14:nvContentPartPr>
              <p14:xfrm>
                <a:off x="4614302" y="4316065"/>
                <a:ext cx="89640" cy="46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662" y="4298425"/>
                  <a:ext cx="125280" cy="8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83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694" y="2556877"/>
                <a:ext cx="278280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837"/>
                <a:ext cx="5040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174" y="2571997"/>
                <a:ext cx="1396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894" y="1051717"/>
                  <a:ext cx="113040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17"/>
                  <a:ext cx="1230840" cy="13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81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2094" y="1872877"/>
                  <a:ext cx="2026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83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63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735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614" y="195891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8214" y="132207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54" y="1788997"/>
                  <a:ext cx="263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735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619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854" y="1313797"/>
                  <a:ext cx="570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207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654" y="813037"/>
                  <a:ext cx="90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71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81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694" y="802957"/>
                  <a:ext cx="14040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43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614" y="1499917"/>
                  <a:ext cx="139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414" y="181491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57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814" y="192687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9294" y="180051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734" y="814837"/>
                  <a:ext cx="2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2957"/>
                  <a:ext cx="135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707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83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374" y="53043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734" y="54915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894" y="572917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5334" y="715837"/>
                  <a:ext cx="126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55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81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231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223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597"/>
                  <a:ext cx="16992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8052A31-936C-BF2B-AD2D-C5395B1EA8D5}"/>
              </a:ext>
            </a:extLst>
          </p:cNvPr>
          <p:cNvGrpSpPr/>
          <p:nvPr/>
        </p:nvGrpSpPr>
        <p:grpSpPr>
          <a:xfrm>
            <a:off x="499414" y="3387397"/>
            <a:ext cx="453960" cy="682560"/>
            <a:chOff x="499414" y="3387397"/>
            <a:chExt cx="453960" cy="6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14:cNvPr>
                <p14:cNvContentPartPr/>
                <p14:nvPr/>
              </p14:nvContentPartPr>
              <p14:xfrm>
                <a:off x="653494" y="3549397"/>
                <a:ext cx="91080" cy="330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5494" y="3531397"/>
                  <a:ext cx="126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14:cNvPr>
                <p14:cNvContentPartPr/>
                <p14:nvPr/>
              </p14:nvContentPartPr>
              <p14:xfrm>
                <a:off x="499414" y="3387397"/>
                <a:ext cx="453960" cy="68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1774" y="3369757"/>
                  <a:ext cx="489600" cy="71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1740530-E954-E970-9752-D9238581F88A}"/>
              </a:ext>
            </a:extLst>
          </p:cNvPr>
          <p:cNvGrpSpPr/>
          <p:nvPr/>
        </p:nvGrpSpPr>
        <p:grpSpPr>
          <a:xfrm>
            <a:off x="1335694" y="755797"/>
            <a:ext cx="5853052" cy="5684400"/>
            <a:chOff x="1335694" y="755797"/>
            <a:chExt cx="5853052" cy="56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14:cNvPr>
                <p14:cNvContentPartPr/>
                <p14:nvPr/>
              </p14:nvContentPartPr>
              <p14:xfrm>
                <a:off x="1436854" y="3640477"/>
                <a:ext cx="206640" cy="37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18854" y="3622837"/>
                  <a:ext cx="24228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14:cNvPr>
                <p14:cNvContentPartPr/>
                <p14:nvPr/>
              </p14:nvContentPartPr>
              <p14:xfrm>
                <a:off x="1770214" y="3739117"/>
                <a:ext cx="140040" cy="40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752214" y="3721477"/>
                  <a:ext cx="175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14:cNvPr>
                <p14:cNvContentPartPr/>
                <p14:nvPr/>
              </p14:nvContentPartPr>
              <p14:xfrm>
                <a:off x="2161894" y="3570997"/>
                <a:ext cx="194400" cy="24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44254" y="3553357"/>
                  <a:ext cx="2300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14:cNvPr>
                <p14:cNvContentPartPr/>
                <p14:nvPr/>
              </p14:nvContentPartPr>
              <p14:xfrm>
                <a:off x="2461414" y="3704557"/>
                <a:ext cx="24120" cy="92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43414" y="3686917"/>
                  <a:ext cx="5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14:cNvPr>
                <p14:cNvContentPartPr/>
                <p14:nvPr/>
              </p14:nvContentPartPr>
              <p14:xfrm>
                <a:off x="2421814" y="3531397"/>
                <a:ext cx="329760" cy="156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03814" y="3513757"/>
                  <a:ext cx="365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14:cNvPr>
                <p14:cNvContentPartPr/>
                <p14:nvPr/>
              </p14:nvContentPartPr>
              <p14:xfrm>
                <a:off x="1335694" y="3821557"/>
                <a:ext cx="1849680" cy="47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17694" y="3803917"/>
                  <a:ext cx="188532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14:cNvPr>
                <p14:cNvContentPartPr/>
                <p14:nvPr/>
              </p14:nvContentPartPr>
              <p14:xfrm>
                <a:off x="2097814" y="4370557"/>
                <a:ext cx="75960" cy="328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79814" y="4352557"/>
                  <a:ext cx="11160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14:cNvPr>
                <p14:cNvContentPartPr/>
                <p14:nvPr/>
              </p14:nvContentPartPr>
              <p14:xfrm>
                <a:off x="2081974" y="4369477"/>
                <a:ext cx="21672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64334" y="4351477"/>
                  <a:ext cx="25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14:cNvPr>
                <p14:cNvContentPartPr/>
                <p14:nvPr/>
              </p14:nvContentPartPr>
              <p14:xfrm>
                <a:off x="2362414" y="4425277"/>
                <a:ext cx="53640" cy="10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44774" y="4407637"/>
                  <a:ext cx="89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14:cNvPr>
                <p14:cNvContentPartPr/>
                <p14:nvPr/>
              </p14:nvContentPartPr>
              <p14:xfrm>
                <a:off x="2324614" y="4314037"/>
                <a:ext cx="32760" cy="2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06614" y="4296037"/>
                  <a:ext cx="68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14:cNvPr>
                <p14:cNvContentPartPr/>
                <p14:nvPr/>
              </p14:nvContentPartPr>
              <p14:xfrm>
                <a:off x="3400294" y="3786277"/>
                <a:ext cx="108360" cy="7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382654" y="3768277"/>
                  <a:ext cx="144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14:cNvPr>
                <p14:cNvContentPartPr/>
                <p14:nvPr/>
              </p14:nvContentPartPr>
              <p14:xfrm>
                <a:off x="3500014" y="3819037"/>
                <a:ext cx="56520" cy="77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82014" y="3801397"/>
                  <a:ext cx="92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14:cNvPr>
                <p14:cNvContentPartPr/>
                <p14:nvPr/>
              </p14:nvContentPartPr>
              <p14:xfrm>
                <a:off x="3747334" y="3393517"/>
                <a:ext cx="218880" cy="24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729694" y="3375517"/>
                  <a:ext cx="2545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14:cNvPr>
                <p14:cNvContentPartPr/>
                <p14:nvPr/>
              </p14:nvContentPartPr>
              <p14:xfrm>
                <a:off x="4107334" y="3502957"/>
                <a:ext cx="41760" cy="13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89694" y="3484957"/>
                  <a:ext cx="7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14:cNvPr>
                <p14:cNvContentPartPr/>
                <p14:nvPr/>
              </p14:nvContentPartPr>
              <p14:xfrm>
                <a:off x="4120654" y="3422677"/>
                <a:ext cx="13680" cy="20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102654" y="3404677"/>
                  <a:ext cx="49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14:cNvPr>
                <p14:cNvContentPartPr/>
                <p14:nvPr/>
              </p14:nvContentPartPr>
              <p14:xfrm>
                <a:off x="4257094" y="3471997"/>
                <a:ext cx="174600" cy="124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39094" y="3453997"/>
                  <a:ext cx="210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14:cNvPr>
                <p14:cNvContentPartPr/>
                <p14:nvPr/>
              </p14:nvContentPartPr>
              <p14:xfrm>
                <a:off x="4587934" y="3444997"/>
                <a:ext cx="173160" cy="6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569934" y="3426997"/>
                  <a:ext cx="2088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14:cNvPr>
                <p14:cNvContentPartPr/>
                <p14:nvPr/>
              </p14:nvContentPartPr>
              <p14:xfrm>
                <a:off x="4977094" y="3226117"/>
                <a:ext cx="194400" cy="268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959454" y="3208477"/>
                  <a:ext cx="230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14:cNvPr>
                <p14:cNvContentPartPr/>
                <p14:nvPr/>
              </p14:nvContentPartPr>
              <p14:xfrm>
                <a:off x="5308654" y="3416197"/>
                <a:ext cx="72000" cy="112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91014" y="3398197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14:cNvPr>
                <p14:cNvContentPartPr/>
                <p14:nvPr/>
              </p14:nvContentPartPr>
              <p14:xfrm>
                <a:off x="5465254" y="3365077"/>
                <a:ext cx="162720" cy="125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47254" y="3347077"/>
                  <a:ext cx="198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14:cNvPr>
                <p14:cNvContentPartPr/>
                <p14:nvPr/>
              </p14:nvContentPartPr>
              <p14:xfrm>
                <a:off x="5660734" y="3209557"/>
                <a:ext cx="145080" cy="210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642734" y="3191917"/>
                  <a:ext cx="180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14:cNvPr>
                <p14:cNvContentPartPr/>
                <p14:nvPr/>
              </p14:nvContentPartPr>
              <p14:xfrm>
                <a:off x="3911854" y="3627877"/>
                <a:ext cx="2198160" cy="273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94214" y="3610237"/>
                  <a:ext cx="22338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14:cNvPr>
                <p14:cNvContentPartPr/>
                <p14:nvPr/>
              </p14:nvContentPartPr>
              <p14:xfrm>
                <a:off x="4728694" y="4154197"/>
                <a:ext cx="56160" cy="349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10694" y="4136197"/>
                  <a:ext cx="91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14:cNvPr>
                <p14:cNvContentPartPr/>
                <p14:nvPr/>
              </p14:nvContentPartPr>
              <p14:xfrm>
                <a:off x="4725454" y="4134397"/>
                <a:ext cx="241200" cy="181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707814" y="4116757"/>
                  <a:ext cx="2768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14:cNvPr>
                <p14:cNvContentPartPr/>
                <p14:nvPr/>
              </p14:nvContentPartPr>
              <p14:xfrm>
                <a:off x="5060254" y="4155277"/>
                <a:ext cx="92520" cy="21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042614" y="4137637"/>
                  <a:ext cx="1281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14:cNvPr>
                <p14:cNvContentPartPr/>
                <p14:nvPr/>
              </p14:nvContentPartPr>
              <p14:xfrm>
                <a:off x="5075014" y="4221517"/>
                <a:ext cx="95760" cy="141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057014" y="4203877"/>
                  <a:ext cx="131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14:cNvPr>
                <p14:cNvContentPartPr/>
                <p14:nvPr/>
              </p14:nvContentPartPr>
              <p14:xfrm>
                <a:off x="3535654" y="2989237"/>
                <a:ext cx="199440" cy="214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17654" y="2971597"/>
                  <a:ext cx="235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14:cNvPr>
                <p14:cNvContentPartPr/>
                <p14:nvPr/>
              </p14:nvContentPartPr>
              <p14:xfrm>
                <a:off x="3318934" y="2885917"/>
                <a:ext cx="574920" cy="46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00934" y="2868277"/>
                  <a:ext cx="6105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14:cNvPr>
                <p14:cNvContentPartPr/>
                <p14:nvPr/>
              </p14:nvContentPartPr>
              <p14:xfrm>
                <a:off x="1450534" y="5447677"/>
                <a:ext cx="154440" cy="55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32894" y="5430037"/>
                  <a:ext cx="190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14:cNvPr>
                <p14:cNvContentPartPr/>
                <p14:nvPr/>
              </p14:nvContentPartPr>
              <p14:xfrm>
                <a:off x="1661854" y="5204677"/>
                <a:ext cx="132480" cy="221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643854" y="5187037"/>
                  <a:ext cx="168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14:cNvPr>
                <p14:cNvContentPartPr/>
                <p14:nvPr/>
              </p14:nvContentPartPr>
              <p14:xfrm>
                <a:off x="1971454" y="5338237"/>
                <a:ext cx="38160" cy="124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53454" y="5320597"/>
                  <a:ext cx="73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14:cNvPr>
                <p14:cNvContentPartPr/>
                <p14:nvPr/>
              </p14:nvContentPartPr>
              <p14:xfrm>
                <a:off x="1973254" y="5159677"/>
                <a:ext cx="36360" cy="4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5614" y="5142037"/>
                  <a:ext cx="72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14:cNvPr>
                <p14:cNvContentPartPr/>
                <p14:nvPr/>
              </p14:nvContentPartPr>
              <p14:xfrm>
                <a:off x="2112934" y="5256517"/>
                <a:ext cx="205920" cy="123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94934" y="5238517"/>
                  <a:ext cx="241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14:cNvPr>
                <p14:cNvContentPartPr/>
                <p14:nvPr/>
              </p14:nvContentPartPr>
              <p14:xfrm>
                <a:off x="1602814" y="5456677"/>
                <a:ext cx="984960" cy="233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584814" y="5438677"/>
                  <a:ext cx="1020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14:cNvPr>
                <p14:cNvContentPartPr/>
                <p14:nvPr/>
              </p14:nvContentPartPr>
              <p14:xfrm>
                <a:off x="1922134" y="5869237"/>
                <a:ext cx="114840" cy="28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904494" y="5851597"/>
                  <a:ext cx="150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14:cNvPr>
                <p14:cNvContentPartPr/>
                <p14:nvPr/>
              </p14:nvContentPartPr>
              <p14:xfrm>
                <a:off x="1970734" y="5762677"/>
                <a:ext cx="200880" cy="193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953094" y="5745037"/>
                  <a:ext cx="236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14:cNvPr>
                <p14:cNvContentPartPr/>
                <p14:nvPr/>
              </p14:nvContentPartPr>
              <p14:xfrm>
                <a:off x="2295814" y="5783917"/>
                <a:ext cx="63000" cy="19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78174" y="5766277"/>
                  <a:ext cx="98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14:cNvPr>
                <p14:cNvContentPartPr/>
                <p14:nvPr/>
              </p14:nvContentPartPr>
              <p14:xfrm>
                <a:off x="2762374" y="5333557"/>
                <a:ext cx="93960" cy="28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744734" y="5315557"/>
                  <a:ext cx="129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14:cNvPr>
                <p14:cNvContentPartPr/>
                <p14:nvPr/>
              </p14:nvContentPartPr>
              <p14:xfrm>
                <a:off x="2842294" y="5439037"/>
                <a:ext cx="70200" cy="39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824294" y="5421037"/>
                  <a:ext cx="1058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14:cNvPr>
                <p14:cNvContentPartPr/>
                <p14:nvPr/>
              </p14:nvContentPartPr>
              <p14:xfrm>
                <a:off x="3092134" y="5007397"/>
                <a:ext cx="190080" cy="297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074494" y="4989757"/>
                  <a:ext cx="2257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14:cNvPr>
                <p14:cNvContentPartPr/>
                <p14:nvPr/>
              </p14:nvContentPartPr>
              <p14:xfrm>
                <a:off x="3449974" y="5143117"/>
                <a:ext cx="63720" cy="147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432334" y="5125117"/>
                  <a:ext cx="99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14:cNvPr>
                <p14:cNvContentPartPr/>
                <p14:nvPr/>
              </p14:nvContentPartPr>
              <p14:xfrm>
                <a:off x="3467254" y="4992277"/>
                <a:ext cx="58320" cy="5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49254" y="4974277"/>
                  <a:ext cx="939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14:cNvPr>
                <p14:cNvContentPartPr/>
                <p14:nvPr/>
              </p14:nvContentPartPr>
              <p14:xfrm>
                <a:off x="3650494" y="5060317"/>
                <a:ext cx="181800" cy="129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632854" y="5042677"/>
                  <a:ext cx="217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14:cNvPr>
                <p14:cNvContentPartPr/>
                <p14:nvPr/>
              </p14:nvContentPartPr>
              <p14:xfrm>
                <a:off x="3268894" y="5338957"/>
                <a:ext cx="856440" cy="203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250894" y="5320957"/>
                  <a:ext cx="8920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14:cNvPr>
                <p14:cNvContentPartPr/>
                <p14:nvPr/>
              </p14:nvContentPartPr>
              <p14:xfrm>
                <a:off x="3598654" y="5763397"/>
                <a:ext cx="88200" cy="308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81014" y="5745397"/>
                  <a:ext cx="1238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14:cNvPr>
                <p14:cNvContentPartPr/>
                <p14:nvPr/>
              </p14:nvContentPartPr>
              <p14:xfrm>
                <a:off x="3613774" y="5682757"/>
                <a:ext cx="175320" cy="217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596134" y="5664757"/>
                  <a:ext cx="210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14:cNvPr>
                <p14:cNvContentPartPr/>
                <p14:nvPr/>
              </p14:nvContentPartPr>
              <p14:xfrm>
                <a:off x="3890974" y="5806957"/>
                <a:ext cx="111960" cy="292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72974" y="5788957"/>
                  <a:ext cx="147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14:cNvPr>
                <p14:cNvContentPartPr/>
                <p14:nvPr/>
              </p14:nvContentPartPr>
              <p14:xfrm>
                <a:off x="3891334" y="5927557"/>
                <a:ext cx="70560" cy="62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73334" y="5909557"/>
                  <a:ext cx="106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14:cNvPr>
                <p14:cNvContentPartPr/>
                <p14:nvPr/>
              </p14:nvContentPartPr>
              <p14:xfrm>
                <a:off x="4304974" y="5293597"/>
                <a:ext cx="241920" cy="56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87334" y="5275957"/>
                  <a:ext cx="277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14:cNvPr>
                <p14:cNvContentPartPr/>
                <p14:nvPr/>
              </p14:nvContentPartPr>
              <p14:xfrm>
                <a:off x="4729774" y="4884997"/>
                <a:ext cx="149040" cy="255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11774" y="4866997"/>
                  <a:ext cx="184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14:cNvPr>
                <p14:cNvContentPartPr/>
                <p14:nvPr/>
              </p14:nvContentPartPr>
              <p14:xfrm>
                <a:off x="5010574" y="5072917"/>
                <a:ext cx="106920" cy="144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92574" y="5054917"/>
                  <a:ext cx="142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14:cNvPr>
                <p14:cNvContentPartPr/>
                <p14:nvPr/>
              </p14:nvContentPartPr>
              <p14:xfrm>
                <a:off x="5162134" y="5060317"/>
                <a:ext cx="214920" cy="102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144134" y="5042317"/>
                  <a:ext cx="250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14:cNvPr>
                <p14:cNvContentPartPr/>
                <p14:nvPr/>
              </p14:nvContentPartPr>
              <p14:xfrm>
                <a:off x="5380294" y="4917037"/>
                <a:ext cx="73440" cy="200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62294" y="4899037"/>
                  <a:ext cx="1090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14:cNvPr>
                <p14:cNvContentPartPr/>
                <p14:nvPr/>
              </p14:nvContentPartPr>
              <p14:xfrm>
                <a:off x="5364454" y="4957717"/>
                <a:ext cx="125640" cy="116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346814" y="4940077"/>
                  <a:ext cx="161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14:cNvPr>
                <p14:cNvContentPartPr/>
                <p14:nvPr/>
              </p14:nvContentPartPr>
              <p14:xfrm>
                <a:off x="4887814" y="5238877"/>
                <a:ext cx="874440" cy="604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869814" y="5221237"/>
                  <a:ext cx="91008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14:cNvPr>
                <p14:cNvContentPartPr/>
                <p14:nvPr/>
              </p14:nvContentPartPr>
              <p14:xfrm>
                <a:off x="5234854" y="5497717"/>
                <a:ext cx="152640" cy="183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217214" y="5479717"/>
                  <a:ext cx="188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14:cNvPr>
                <p14:cNvContentPartPr/>
                <p14:nvPr/>
              </p14:nvContentPartPr>
              <p14:xfrm>
                <a:off x="5578294" y="5565397"/>
                <a:ext cx="93240" cy="279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560654" y="5547757"/>
                  <a:ext cx="128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14:cNvPr>
                <p14:cNvContentPartPr/>
                <p14:nvPr/>
              </p14:nvContentPartPr>
              <p14:xfrm>
                <a:off x="5556334" y="5655757"/>
                <a:ext cx="116640" cy="87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38334" y="5638117"/>
                  <a:ext cx="152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14:cNvPr>
                <p14:cNvContentPartPr/>
                <p14:nvPr/>
              </p14:nvContentPartPr>
              <p14:xfrm>
                <a:off x="6437786" y="755797"/>
                <a:ext cx="300960" cy="56844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786" y="738157"/>
                  <a:ext cx="336600" cy="57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14:cNvPr>
                <p14:cNvContentPartPr/>
                <p14:nvPr/>
              </p14:nvContentPartPr>
              <p14:xfrm>
                <a:off x="6078146" y="1002037"/>
                <a:ext cx="917280" cy="4037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60146" y="984397"/>
                  <a:ext cx="952920" cy="40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14:cNvPr>
                <p14:cNvContentPartPr/>
                <p14:nvPr/>
              </p14:nvContentPartPr>
              <p14:xfrm>
                <a:off x="6906506" y="1089517"/>
                <a:ext cx="151920" cy="68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88506" y="1071517"/>
                  <a:ext cx="187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14:cNvPr>
                <p14:cNvContentPartPr/>
                <p14:nvPr/>
              </p14:nvContentPartPr>
              <p14:xfrm>
                <a:off x="7000466" y="893317"/>
                <a:ext cx="188280" cy="321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982826" y="875317"/>
                  <a:ext cx="2239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14:cNvPr>
                <p14:cNvContentPartPr/>
                <p14:nvPr/>
              </p14:nvContentPartPr>
              <p14:xfrm>
                <a:off x="6957986" y="873517"/>
                <a:ext cx="39240" cy="34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0346" y="855517"/>
                  <a:ext cx="74880" cy="38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14:cNvPr>
              <p14:cNvContentPartPr/>
              <p14:nvPr/>
            </p14:nvContentPartPr>
            <p14:xfrm>
              <a:off x="8135906" y="1788637"/>
              <a:ext cx="78120" cy="2872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117906" y="1770997"/>
                <a:ext cx="1137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14:cNvPr>
              <p14:cNvContentPartPr/>
              <p14:nvPr/>
            </p14:nvContentPartPr>
            <p14:xfrm>
              <a:off x="8126906" y="1752277"/>
              <a:ext cx="192240" cy="1846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8109266" y="1734277"/>
                <a:ext cx="2278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14:cNvPr>
              <p14:cNvContentPartPr/>
              <p14:nvPr/>
            </p14:nvContentPartPr>
            <p14:xfrm>
              <a:off x="8448026" y="1777837"/>
              <a:ext cx="122400" cy="3315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8430026" y="1760197"/>
                <a:ext cx="15804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14:cNvPr>
              <p14:cNvContentPartPr/>
              <p14:nvPr/>
            </p14:nvContentPartPr>
            <p14:xfrm>
              <a:off x="8421386" y="1946677"/>
              <a:ext cx="130320" cy="7704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8403386" y="1928677"/>
                <a:ext cx="165960" cy="11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3BD8F2B-2F88-49FF-F96A-C21A163051BE}"/>
              </a:ext>
            </a:extLst>
          </p:cNvPr>
          <p:cNvGrpSpPr/>
          <p:nvPr/>
        </p:nvGrpSpPr>
        <p:grpSpPr>
          <a:xfrm>
            <a:off x="7544066" y="1084837"/>
            <a:ext cx="2981160" cy="558360"/>
            <a:chOff x="7544066" y="1084837"/>
            <a:chExt cx="2981160" cy="55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14:cNvPr>
                <p14:cNvContentPartPr/>
                <p14:nvPr/>
              </p14:nvContentPartPr>
              <p14:xfrm>
                <a:off x="7544066" y="1389397"/>
                <a:ext cx="194760" cy="65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26066" y="1371397"/>
                  <a:ext cx="230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14:cNvPr>
                <p14:cNvContentPartPr/>
                <p14:nvPr/>
              </p14:nvContentPartPr>
              <p14:xfrm>
                <a:off x="7812266" y="1193917"/>
                <a:ext cx="171000" cy="237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94626" y="1175917"/>
                  <a:ext cx="2066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14:cNvPr>
                <p14:cNvContentPartPr/>
                <p14:nvPr/>
              </p14:nvContentPartPr>
              <p14:xfrm>
                <a:off x="8162906" y="1347997"/>
                <a:ext cx="81720" cy="94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44906" y="1329997"/>
                  <a:ext cx="117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14:cNvPr>
                <p14:cNvContentPartPr/>
                <p14:nvPr/>
              </p14:nvContentPartPr>
              <p14:xfrm>
                <a:off x="8367746" y="1286437"/>
                <a:ext cx="135000" cy="100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350106" y="1268437"/>
                  <a:ext cx="170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14:cNvPr>
                <p14:cNvContentPartPr/>
                <p14:nvPr/>
              </p14:nvContentPartPr>
              <p14:xfrm>
                <a:off x="8600306" y="1150717"/>
                <a:ext cx="67680" cy="167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82666" y="1132717"/>
                  <a:ext cx="103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14:cNvPr>
                <p14:cNvContentPartPr/>
                <p14:nvPr/>
              </p14:nvContentPartPr>
              <p14:xfrm>
                <a:off x="8588066" y="1225957"/>
                <a:ext cx="157680" cy="61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066" y="1207957"/>
                  <a:ext cx="193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14:cNvPr>
                <p14:cNvContentPartPr/>
                <p14:nvPr/>
              </p14:nvContentPartPr>
              <p14:xfrm>
                <a:off x="7739546" y="1449157"/>
                <a:ext cx="1150200" cy="19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21906" y="1431517"/>
                  <a:ext cx="118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14:cNvPr>
                <p14:cNvContentPartPr/>
                <p14:nvPr/>
              </p14:nvContentPartPr>
              <p14:xfrm>
                <a:off x="9023666" y="1451317"/>
                <a:ext cx="81360" cy="27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006026" y="1433317"/>
                  <a:ext cx="117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14:cNvPr>
                <p14:cNvContentPartPr/>
                <p14:nvPr/>
              </p14:nvContentPartPr>
              <p14:xfrm>
                <a:off x="9060026" y="1555357"/>
                <a:ext cx="89280" cy="62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042026" y="1537717"/>
                  <a:ext cx="1249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14:cNvPr>
                <p14:cNvContentPartPr/>
                <p14:nvPr/>
              </p14:nvContentPartPr>
              <p14:xfrm>
                <a:off x="9367466" y="1245037"/>
                <a:ext cx="177120" cy="1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349826" y="1227037"/>
                  <a:ext cx="212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14:cNvPr>
                <p14:cNvContentPartPr/>
                <p14:nvPr/>
              </p14:nvContentPartPr>
              <p14:xfrm>
                <a:off x="9639626" y="1084837"/>
                <a:ext cx="194760" cy="2498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21986" y="1067197"/>
                  <a:ext cx="2304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14:cNvPr>
                <p14:cNvContentPartPr/>
                <p14:nvPr/>
              </p14:nvContentPartPr>
              <p14:xfrm>
                <a:off x="9996386" y="1246477"/>
                <a:ext cx="29880" cy="1224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978386" y="1228837"/>
                  <a:ext cx="655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14:cNvPr>
                <p14:cNvContentPartPr/>
                <p14:nvPr/>
              </p14:nvContentPartPr>
              <p14:xfrm>
                <a:off x="10002146" y="1107877"/>
                <a:ext cx="25200" cy="381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84506" y="1089877"/>
                  <a:ext cx="608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14:cNvPr>
                <p14:cNvContentPartPr/>
                <p14:nvPr/>
              </p14:nvContentPartPr>
              <p14:xfrm>
                <a:off x="10129586" y="1195717"/>
                <a:ext cx="176400" cy="104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11946" y="1178077"/>
                  <a:ext cx="212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14:cNvPr>
                <p14:cNvContentPartPr/>
                <p14:nvPr/>
              </p14:nvContentPartPr>
              <p14:xfrm>
                <a:off x="9511826" y="1455997"/>
                <a:ext cx="1013400" cy="124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94186" y="1438357"/>
                  <a:ext cx="1049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9895D0-91BD-F4A3-CA0D-C78CEDFFB987}"/>
              </a:ext>
            </a:extLst>
          </p:cNvPr>
          <p:cNvGrpSpPr/>
          <p:nvPr/>
        </p:nvGrpSpPr>
        <p:grpSpPr>
          <a:xfrm>
            <a:off x="9769586" y="1761637"/>
            <a:ext cx="340200" cy="312120"/>
            <a:chOff x="9769586" y="1761637"/>
            <a:chExt cx="3402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14:cNvPr>
                <p14:cNvContentPartPr/>
                <p14:nvPr/>
              </p14:nvContentPartPr>
              <p14:xfrm>
                <a:off x="9769586" y="1828237"/>
                <a:ext cx="79560" cy="245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51946" y="1810597"/>
                  <a:ext cx="1152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14:cNvPr>
                <p14:cNvContentPartPr/>
                <p14:nvPr/>
              </p14:nvContentPartPr>
              <p14:xfrm>
                <a:off x="9776786" y="1764877"/>
                <a:ext cx="200520" cy="2095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59146" y="1747237"/>
                  <a:ext cx="236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14:cNvPr>
                <p14:cNvContentPartPr/>
                <p14:nvPr/>
              </p14:nvContentPartPr>
              <p14:xfrm>
                <a:off x="10067666" y="1884037"/>
                <a:ext cx="42120" cy="139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49666" y="1866397"/>
                  <a:ext cx="777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14:cNvPr>
                <p14:cNvContentPartPr/>
                <p14:nvPr/>
              </p14:nvContentPartPr>
              <p14:xfrm>
                <a:off x="10072706" y="1761637"/>
                <a:ext cx="8280" cy="19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4706" y="1743997"/>
                  <a:ext cx="43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A66D50A3-B84A-F532-EF52-281A35EA6280}"/>
              </a:ext>
            </a:extLst>
          </p:cNvPr>
          <p:cNvGrpSpPr/>
          <p:nvPr/>
        </p:nvGrpSpPr>
        <p:grpSpPr>
          <a:xfrm>
            <a:off x="10689386" y="956677"/>
            <a:ext cx="1123920" cy="918000"/>
            <a:chOff x="10689386" y="956677"/>
            <a:chExt cx="1123920" cy="91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14:cNvPr>
                <p14:cNvContentPartPr/>
                <p14:nvPr/>
              </p14:nvContentPartPr>
              <p14:xfrm>
                <a:off x="10689386" y="1415317"/>
                <a:ext cx="192240" cy="4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671746" y="1397677"/>
                  <a:ext cx="2278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14:cNvPr>
                <p14:cNvContentPartPr/>
                <p14:nvPr/>
              </p14:nvContentPartPr>
              <p14:xfrm>
                <a:off x="10986386" y="956677"/>
                <a:ext cx="195480" cy="27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68746" y="939037"/>
                  <a:ext cx="2311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14:cNvPr>
                <p14:cNvContentPartPr/>
                <p14:nvPr/>
              </p14:nvContentPartPr>
              <p14:xfrm>
                <a:off x="11296706" y="1183837"/>
                <a:ext cx="20520" cy="946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279066" y="1165837"/>
                  <a:ext cx="561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14:cNvPr>
                <p14:cNvContentPartPr/>
                <p14:nvPr/>
              </p14:nvContentPartPr>
              <p14:xfrm>
                <a:off x="11286266" y="1084837"/>
                <a:ext cx="14040" cy="39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68266" y="1067197"/>
                  <a:ext cx="49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14:cNvPr>
                <p14:cNvContentPartPr/>
                <p14:nvPr/>
              </p14:nvContentPartPr>
              <p14:xfrm>
                <a:off x="11396066" y="1123357"/>
                <a:ext cx="126000" cy="94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8426" y="1105357"/>
                  <a:ext cx="161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14:cNvPr>
                <p14:cNvContentPartPr/>
                <p14:nvPr/>
              </p14:nvContentPartPr>
              <p14:xfrm>
                <a:off x="11087546" y="1345117"/>
                <a:ext cx="7257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069906" y="1327117"/>
                  <a:ext cx="761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14:cNvPr>
                <p14:cNvContentPartPr/>
                <p14:nvPr/>
              </p14:nvContentPartPr>
              <p14:xfrm>
                <a:off x="11247746" y="1511437"/>
                <a:ext cx="54000" cy="316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230106" y="1493437"/>
                  <a:ext cx="896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14:cNvPr>
                <p14:cNvContentPartPr/>
                <p14:nvPr/>
              </p14:nvContentPartPr>
              <p14:xfrm>
                <a:off x="11215706" y="1523317"/>
                <a:ext cx="204120" cy="151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198066" y="1505317"/>
                  <a:ext cx="239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14:cNvPr>
                <p14:cNvContentPartPr/>
                <p14:nvPr/>
              </p14:nvContentPartPr>
              <p14:xfrm>
                <a:off x="11489666" y="1576597"/>
                <a:ext cx="74160" cy="298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472026" y="1558597"/>
                  <a:ext cx="109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14:cNvPr>
                <p14:cNvContentPartPr/>
                <p14:nvPr/>
              </p14:nvContentPartPr>
              <p14:xfrm>
                <a:off x="11452946" y="1704397"/>
                <a:ext cx="92160" cy="126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434946" y="1686757"/>
                  <a:ext cx="12780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DC11124E-988F-97A1-3702-9CCEDF0F35F9}"/>
              </a:ext>
            </a:extLst>
          </p:cNvPr>
          <p:cNvGrpSpPr/>
          <p:nvPr/>
        </p:nvGrpSpPr>
        <p:grpSpPr>
          <a:xfrm>
            <a:off x="7424906" y="2810677"/>
            <a:ext cx="1089720" cy="346320"/>
            <a:chOff x="7424906" y="2810677"/>
            <a:chExt cx="108972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14:cNvPr>
                <p14:cNvContentPartPr/>
                <p14:nvPr/>
              </p14:nvContentPartPr>
              <p14:xfrm>
                <a:off x="7424906" y="2810677"/>
                <a:ext cx="223920" cy="324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406906" y="2793037"/>
                  <a:ext cx="2595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14:cNvPr>
                <p14:cNvContentPartPr/>
                <p14:nvPr/>
              </p14:nvContentPartPr>
              <p14:xfrm>
                <a:off x="7746026" y="3015877"/>
                <a:ext cx="105480" cy="1411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728026" y="2997877"/>
                  <a:ext cx="141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14:cNvPr>
                <p14:cNvContentPartPr/>
                <p14:nvPr/>
              </p14:nvContentPartPr>
              <p14:xfrm>
                <a:off x="7955186" y="2968717"/>
                <a:ext cx="132120" cy="138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937186" y="2950717"/>
                  <a:ext cx="167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14:cNvPr>
                <p14:cNvContentPartPr/>
                <p14:nvPr/>
              </p14:nvContentPartPr>
              <p14:xfrm>
                <a:off x="8183426" y="2818597"/>
                <a:ext cx="59400" cy="263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165786" y="2800957"/>
                  <a:ext cx="950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14:cNvPr>
                <p14:cNvContentPartPr/>
                <p14:nvPr/>
              </p14:nvContentPartPr>
              <p14:xfrm>
                <a:off x="8148866" y="2921917"/>
                <a:ext cx="92160" cy="63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131226" y="2903917"/>
                  <a:ext cx="127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14:cNvPr>
                <p14:cNvContentPartPr/>
                <p14:nvPr/>
              </p14:nvContentPartPr>
              <p14:xfrm>
                <a:off x="8354066" y="2978437"/>
                <a:ext cx="160560" cy="103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36426" y="2960437"/>
                  <a:ext cx="196200" cy="13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14:cNvPr>
              <p14:cNvContentPartPr/>
              <p14:nvPr/>
            </p14:nvContentPartPr>
            <p14:xfrm>
              <a:off x="10521626" y="2468317"/>
              <a:ext cx="146160" cy="57744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0503626" y="2450677"/>
                <a:ext cx="181800" cy="61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FEA9189F-3C46-DE13-B591-7A351DED3638}"/>
              </a:ext>
            </a:extLst>
          </p:cNvPr>
          <p:cNvGrpSpPr/>
          <p:nvPr/>
        </p:nvGrpSpPr>
        <p:grpSpPr>
          <a:xfrm>
            <a:off x="10752249" y="2249794"/>
            <a:ext cx="1326600" cy="1495800"/>
            <a:chOff x="10752249" y="2249794"/>
            <a:chExt cx="1326600" cy="14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14:cNvPr>
                <p14:cNvContentPartPr/>
                <p14:nvPr/>
              </p14:nvContentPartPr>
              <p14:xfrm>
                <a:off x="10768809" y="2527354"/>
                <a:ext cx="83160" cy="294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751169" y="2509354"/>
                  <a:ext cx="11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14:cNvPr>
                <p14:cNvContentPartPr/>
                <p14:nvPr/>
              </p14:nvContentPartPr>
              <p14:xfrm>
                <a:off x="10752249" y="2502874"/>
                <a:ext cx="178200" cy="1764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734609" y="2485234"/>
                  <a:ext cx="2138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14:cNvPr>
                <p14:cNvContentPartPr/>
                <p14:nvPr/>
              </p14:nvContentPartPr>
              <p14:xfrm>
                <a:off x="11081289" y="2564434"/>
                <a:ext cx="115920" cy="280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063649" y="2546434"/>
                  <a:ext cx="151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14:cNvPr>
                <p14:cNvContentPartPr/>
                <p14:nvPr/>
              </p14:nvContentPartPr>
              <p14:xfrm>
                <a:off x="11085969" y="2655874"/>
                <a:ext cx="112680" cy="217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68329" y="2637874"/>
                  <a:ext cx="1483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14:cNvPr>
                <p14:cNvContentPartPr/>
                <p14:nvPr/>
              </p14:nvContentPartPr>
              <p14:xfrm>
                <a:off x="11301609" y="2562994"/>
                <a:ext cx="146160" cy="149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83609" y="2545354"/>
                  <a:ext cx="181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14:cNvPr>
                <p14:cNvContentPartPr/>
                <p14:nvPr/>
              </p14:nvContentPartPr>
              <p14:xfrm>
                <a:off x="11622369" y="2436994"/>
                <a:ext cx="68760" cy="246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604729" y="2419354"/>
                  <a:ext cx="1044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14:cNvPr>
                <p14:cNvContentPartPr/>
                <p14:nvPr/>
              </p14:nvContentPartPr>
              <p14:xfrm>
                <a:off x="11623449" y="2372554"/>
                <a:ext cx="154440" cy="2023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605809" y="2354554"/>
                  <a:ext cx="19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14:cNvPr>
                <p14:cNvContentPartPr/>
                <p14:nvPr/>
              </p14:nvContentPartPr>
              <p14:xfrm>
                <a:off x="11864649" y="2543194"/>
                <a:ext cx="27000" cy="101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846649" y="2525194"/>
                  <a:ext cx="62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14:cNvPr>
                <p14:cNvContentPartPr/>
                <p14:nvPr/>
              </p14:nvContentPartPr>
              <p14:xfrm>
                <a:off x="11863929" y="2425474"/>
                <a:ext cx="15840" cy="56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846289" y="2407474"/>
                  <a:ext cx="514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14:cNvPr>
                <p14:cNvContentPartPr/>
                <p14:nvPr/>
              </p14:nvContentPartPr>
              <p14:xfrm>
                <a:off x="11957889" y="2249794"/>
                <a:ext cx="120960" cy="513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940249" y="2231794"/>
                  <a:ext cx="15660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14:cNvPr>
                <p14:cNvContentPartPr/>
                <p14:nvPr/>
              </p14:nvContentPartPr>
              <p14:xfrm>
                <a:off x="10797249" y="2843794"/>
                <a:ext cx="1122480" cy="167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779609" y="2825794"/>
                  <a:ext cx="1158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14:cNvPr>
                <p14:cNvContentPartPr/>
                <p14:nvPr/>
              </p14:nvContentPartPr>
              <p14:xfrm>
                <a:off x="10950249" y="3231154"/>
                <a:ext cx="83520" cy="272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932609" y="3213154"/>
                  <a:ext cx="1191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14:cNvPr>
                <p14:cNvContentPartPr/>
                <p14:nvPr/>
              </p14:nvContentPartPr>
              <p14:xfrm>
                <a:off x="10938009" y="3168514"/>
                <a:ext cx="191520" cy="2160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20369" y="3150514"/>
                  <a:ext cx="227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14:cNvPr>
                <p14:cNvContentPartPr/>
                <p14:nvPr/>
              </p14:nvContentPartPr>
              <p14:xfrm>
                <a:off x="11249769" y="3363274"/>
                <a:ext cx="1800" cy="1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32129" y="3345634"/>
                  <a:ext cx="37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14:cNvPr>
                <p14:cNvContentPartPr/>
                <p14:nvPr/>
              </p14:nvContentPartPr>
              <p14:xfrm>
                <a:off x="11237169" y="3344194"/>
                <a:ext cx="45000" cy="160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219169" y="3326194"/>
                  <a:ext cx="806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14:cNvPr>
                <p14:cNvContentPartPr/>
                <p14:nvPr/>
              </p14:nvContentPartPr>
              <p14:xfrm>
                <a:off x="11228169" y="3213154"/>
                <a:ext cx="11520" cy="29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210529" y="3195514"/>
                  <a:ext cx="47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14:cNvPr>
                <p14:cNvContentPartPr/>
                <p14:nvPr/>
              </p14:nvContentPartPr>
              <p14:xfrm>
                <a:off x="11351289" y="3451834"/>
                <a:ext cx="8280" cy="15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333289" y="3434194"/>
                  <a:ext cx="43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14:cNvPr>
                <p14:cNvContentPartPr/>
                <p14:nvPr/>
              </p14:nvContentPartPr>
              <p14:xfrm>
                <a:off x="11519049" y="3171754"/>
                <a:ext cx="70920" cy="269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501049" y="3153754"/>
                  <a:ext cx="106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14:cNvPr>
                <p14:cNvContentPartPr/>
                <p14:nvPr/>
              </p14:nvContentPartPr>
              <p14:xfrm>
                <a:off x="11539569" y="3101554"/>
                <a:ext cx="114840" cy="2048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521569" y="3083914"/>
                  <a:ext cx="1504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14:cNvPr>
                <p14:cNvContentPartPr/>
                <p14:nvPr/>
              </p14:nvContentPartPr>
              <p14:xfrm>
                <a:off x="11748729" y="3184714"/>
                <a:ext cx="128880" cy="217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731089" y="3167074"/>
                  <a:ext cx="164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14:cNvPr>
                <p14:cNvContentPartPr/>
                <p14:nvPr/>
              </p14:nvContentPartPr>
              <p14:xfrm>
                <a:off x="11512209" y="2872594"/>
                <a:ext cx="510840" cy="873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1494209" y="2854594"/>
                  <a:ext cx="546480" cy="90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EF9DCA05-D327-F470-D222-D7A542B55DB1}"/>
              </a:ext>
            </a:extLst>
          </p:cNvPr>
          <p:cNvGrpSpPr/>
          <p:nvPr/>
        </p:nvGrpSpPr>
        <p:grpSpPr>
          <a:xfrm>
            <a:off x="8749346" y="2497474"/>
            <a:ext cx="1603080" cy="644760"/>
            <a:chOff x="8749346" y="2497474"/>
            <a:chExt cx="160308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14:cNvPr>
                <p14:cNvContentPartPr/>
                <p14:nvPr/>
              </p14:nvContentPartPr>
              <p14:xfrm>
                <a:off x="8749346" y="2784037"/>
                <a:ext cx="187920" cy="237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731346" y="2766397"/>
                  <a:ext cx="223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14:cNvPr>
                <p14:cNvContentPartPr/>
                <p14:nvPr/>
              </p14:nvContentPartPr>
              <p14:xfrm>
                <a:off x="9088106" y="2925157"/>
                <a:ext cx="27720" cy="142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070106" y="2907157"/>
                  <a:ext cx="63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14:cNvPr>
                <p14:cNvContentPartPr/>
                <p14:nvPr/>
              </p14:nvContentPartPr>
              <p14:xfrm>
                <a:off x="9084506" y="2822557"/>
                <a:ext cx="23760" cy="22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066506" y="2804557"/>
                  <a:ext cx="59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14:cNvPr>
                <p14:cNvContentPartPr/>
                <p14:nvPr/>
              </p14:nvContentPartPr>
              <p14:xfrm>
                <a:off x="9241826" y="2902477"/>
                <a:ext cx="49320" cy="137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23826" y="2884837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14:cNvPr>
                <p14:cNvContentPartPr/>
                <p14:nvPr/>
              </p14:nvContentPartPr>
              <p14:xfrm>
                <a:off x="9246146" y="2812477"/>
                <a:ext cx="1440" cy="14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228506" y="2794477"/>
                  <a:ext cx="370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14:cNvPr>
                <p14:cNvContentPartPr/>
                <p14:nvPr/>
              </p14:nvContentPartPr>
              <p14:xfrm>
                <a:off x="9268106" y="2888077"/>
                <a:ext cx="148680" cy="132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50466" y="2870077"/>
                  <a:ext cx="184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14:cNvPr>
                <p14:cNvContentPartPr/>
                <p14:nvPr/>
              </p14:nvContentPartPr>
              <p14:xfrm>
                <a:off x="9560066" y="2910397"/>
                <a:ext cx="33840" cy="38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542066" y="2892397"/>
                  <a:ext cx="694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14:cNvPr>
                <p14:cNvContentPartPr/>
                <p14:nvPr/>
              </p14:nvContentPartPr>
              <p14:xfrm>
                <a:off x="9792266" y="2714197"/>
                <a:ext cx="56160" cy="259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74266" y="2696197"/>
                  <a:ext cx="91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14:cNvPr>
                <p14:cNvContentPartPr/>
                <p14:nvPr/>
              </p14:nvContentPartPr>
              <p14:xfrm>
                <a:off x="9768146" y="2711677"/>
                <a:ext cx="168120" cy="171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750146" y="2694037"/>
                  <a:ext cx="203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14:cNvPr>
                <p14:cNvContentPartPr/>
                <p14:nvPr/>
              </p14:nvContentPartPr>
              <p14:xfrm>
                <a:off x="10068386" y="2785837"/>
                <a:ext cx="91440" cy="295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0386" y="2768197"/>
                  <a:ext cx="127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14:cNvPr>
                <p14:cNvContentPartPr/>
                <p14:nvPr/>
              </p14:nvContentPartPr>
              <p14:xfrm>
                <a:off x="10083146" y="2899237"/>
                <a:ext cx="81000" cy="100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65506" y="2881237"/>
                  <a:ext cx="116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14:cNvPr>
                <p14:cNvContentPartPr/>
                <p14:nvPr/>
              </p14:nvContentPartPr>
              <p14:xfrm>
                <a:off x="10351706" y="2828317"/>
                <a:ext cx="720" cy="1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334066" y="2810677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14:cNvPr>
                <p14:cNvContentPartPr/>
                <p14:nvPr/>
              </p14:nvContentPartPr>
              <p14:xfrm>
                <a:off x="9950889" y="2497474"/>
                <a:ext cx="340560" cy="6447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932889" y="2479834"/>
                  <a:ext cx="376200" cy="68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A08783E-267A-66DC-A2E7-6CC85933D216}"/>
              </a:ext>
            </a:extLst>
          </p:cNvPr>
          <p:cNvGrpSpPr/>
          <p:nvPr/>
        </p:nvGrpSpPr>
        <p:grpSpPr>
          <a:xfrm>
            <a:off x="8374809" y="4301074"/>
            <a:ext cx="148320" cy="144720"/>
            <a:chOff x="8374809" y="4301074"/>
            <a:chExt cx="14832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14:cNvPr>
                <p14:cNvContentPartPr/>
                <p14:nvPr/>
              </p14:nvContentPartPr>
              <p14:xfrm>
                <a:off x="8374809" y="4301074"/>
                <a:ext cx="148320" cy="1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57169" y="4283074"/>
                  <a:ext cx="183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14:cNvPr>
                <p14:cNvContentPartPr/>
                <p14:nvPr/>
              </p14:nvContentPartPr>
              <p14:xfrm>
                <a:off x="8419449" y="4420234"/>
                <a:ext cx="86400" cy="255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01449" y="4402594"/>
                  <a:ext cx="12204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61DD95C8-ABC1-ABD6-33DD-968876183EDC}"/>
              </a:ext>
            </a:extLst>
          </p:cNvPr>
          <p:cNvGrpSpPr/>
          <p:nvPr/>
        </p:nvGrpSpPr>
        <p:grpSpPr>
          <a:xfrm>
            <a:off x="8784849" y="4173634"/>
            <a:ext cx="633240" cy="400680"/>
            <a:chOff x="8784849" y="4173634"/>
            <a:chExt cx="633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14:cNvPr>
                <p14:cNvContentPartPr/>
                <p14:nvPr/>
              </p14:nvContentPartPr>
              <p14:xfrm>
                <a:off x="8784849" y="4173634"/>
                <a:ext cx="220320" cy="343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767209" y="4155994"/>
                  <a:ext cx="2559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14:cNvPr>
                <p14:cNvContentPartPr/>
                <p14:nvPr/>
              </p14:nvContentPartPr>
              <p14:xfrm>
                <a:off x="9145569" y="4445434"/>
                <a:ext cx="33120" cy="1288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127929" y="4427794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14:cNvPr>
                <p14:cNvContentPartPr/>
                <p14:nvPr/>
              </p14:nvContentPartPr>
              <p14:xfrm>
                <a:off x="9123249" y="4298914"/>
                <a:ext cx="45000" cy="50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105249" y="4281274"/>
                  <a:ext cx="80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14:cNvPr>
                <p14:cNvContentPartPr/>
                <p14:nvPr/>
              </p14:nvContentPartPr>
              <p14:xfrm>
                <a:off x="9282009" y="4370554"/>
                <a:ext cx="136080" cy="111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64009" y="4352914"/>
                  <a:ext cx="17172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56C4938-3E0D-DA20-D1F7-CDCFB57FDCD0}"/>
              </a:ext>
            </a:extLst>
          </p:cNvPr>
          <p:cNvGrpSpPr/>
          <p:nvPr/>
        </p:nvGrpSpPr>
        <p:grpSpPr>
          <a:xfrm>
            <a:off x="9732369" y="3836314"/>
            <a:ext cx="1603440" cy="628200"/>
            <a:chOff x="9732369" y="3836314"/>
            <a:chExt cx="160344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14:cNvPr>
                <p14:cNvContentPartPr/>
                <p14:nvPr/>
              </p14:nvContentPartPr>
              <p14:xfrm>
                <a:off x="9732369" y="3967354"/>
                <a:ext cx="106920" cy="299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14729" y="3949354"/>
                  <a:ext cx="1425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14:cNvPr>
                <p14:cNvContentPartPr/>
                <p14:nvPr/>
              </p14:nvContentPartPr>
              <p14:xfrm>
                <a:off x="9766929" y="3936394"/>
                <a:ext cx="185040" cy="175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748929" y="3918754"/>
                  <a:ext cx="22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14:cNvPr>
                <p14:cNvContentPartPr/>
                <p14:nvPr/>
              </p14:nvContentPartPr>
              <p14:xfrm>
                <a:off x="9996969" y="4072834"/>
                <a:ext cx="27000" cy="918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978969" y="4055194"/>
                  <a:ext cx="62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14:cNvPr>
                <p14:cNvContentPartPr/>
                <p14:nvPr/>
              </p14:nvContentPartPr>
              <p14:xfrm>
                <a:off x="9978249" y="3936394"/>
                <a:ext cx="360000" cy="115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60249" y="3918394"/>
                  <a:ext cx="3956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14:cNvPr>
                <p14:cNvContentPartPr/>
                <p14:nvPr/>
              </p14:nvContentPartPr>
              <p14:xfrm>
                <a:off x="10269489" y="3938554"/>
                <a:ext cx="4536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251489" y="3920914"/>
                  <a:ext cx="81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14:cNvPr>
                <p14:cNvContentPartPr/>
                <p14:nvPr/>
              </p14:nvContentPartPr>
              <p14:xfrm>
                <a:off x="10516449" y="3888514"/>
                <a:ext cx="90720" cy="316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498449" y="3870874"/>
                  <a:ext cx="126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14:cNvPr>
                <p14:cNvContentPartPr/>
                <p14:nvPr/>
              </p14:nvContentPartPr>
              <p14:xfrm>
                <a:off x="10510329" y="3836314"/>
                <a:ext cx="215640" cy="205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492329" y="3818314"/>
                  <a:ext cx="251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14:cNvPr>
                <p14:cNvContentPartPr/>
                <p14:nvPr/>
              </p14:nvContentPartPr>
              <p14:xfrm>
                <a:off x="10907769" y="3893914"/>
                <a:ext cx="82080" cy="410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0129" y="3875914"/>
                  <a:ext cx="11772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14:cNvPr>
                <p14:cNvContentPartPr/>
                <p14:nvPr/>
              </p14:nvContentPartPr>
              <p14:xfrm>
                <a:off x="10864569" y="4047634"/>
                <a:ext cx="145440" cy="119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846569" y="4029994"/>
                  <a:ext cx="181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14:cNvPr>
                <p14:cNvContentPartPr/>
                <p14:nvPr/>
              </p14:nvContentPartPr>
              <p14:xfrm>
                <a:off x="9893649" y="4335634"/>
                <a:ext cx="1442160" cy="1288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875649" y="4317994"/>
                  <a:ext cx="14778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27C2E5CD-CFF0-58F4-EF64-5651C83F9BD7}"/>
              </a:ext>
            </a:extLst>
          </p:cNvPr>
          <p:cNvGrpSpPr/>
          <p:nvPr/>
        </p:nvGrpSpPr>
        <p:grpSpPr>
          <a:xfrm>
            <a:off x="10217649" y="4648834"/>
            <a:ext cx="304920" cy="403200"/>
            <a:chOff x="10217649" y="4648834"/>
            <a:chExt cx="30492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14:cNvPr>
                <p14:cNvContentPartPr/>
                <p14:nvPr/>
              </p14:nvContentPartPr>
              <p14:xfrm>
                <a:off x="10220529" y="4686994"/>
                <a:ext cx="79560" cy="36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202529" y="4668994"/>
                  <a:ext cx="11520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14:cNvPr>
                <p14:cNvContentPartPr/>
                <p14:nvPr/>
              </p14:nvContentPartPr>
              <p14:xfrm>
                <a:off x="10217649" y="4675474"/>
                <a:ext cx="196560" cy="1843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199649" y="4657474"/>
                  <a:ext cx="232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14:cNvPr>
                <p14:cNvContentPartPr/>
                <p14:nvPr/>
              </p14:nvContentPartPr>
              <p14:xfrm>
                <a:off x="10467489" y="4648834"/>
                <a:ext cx="55080" cy="266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449489" y="4631194"/>
                  <a:ext cx="90720" cy="3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C5619B1-E0B0-F568-3F90-2A29ADE2DE84}"/>
              </a:ext>
            </a:extLst>
          </p:cNvPr>
          <p:cNvGrpSpPr/>
          <p:nvPr/>
        </p:nvGrpSpPr>
        <p:grpSpPr>
          <a:xfrm>
            <a:off x="7326849" y="4400794"/>
            <a:ext cx="873000" cy="340920"/>
            <a:chOff x="7326849" y="4400794"/>
            <a:chExt cx="8730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14:cNvPr>
                <p14:cNvContentPartPr/>
                <p14:nvPr/>
              </p14:nvContentPartPr>
              <p14:xfrm>
                <a:off x="7326849" y="4409434"/>
                <a:ext cx="210240" cy="306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308849" y="4391434"/>
                  <a:ext cx="245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14:cNvPr>
                <p14:cNvContentPartPr/>
                <p14:nvPr/>
              </p14:nvContentPartPr>
              <p14:xfrm>
                <a:off x="7683609" y="4586914"/>
                <a:ext cx="116280" cy="1548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665609" y="4568914"/>
                  <a:ext cx="151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14:cNvPr>
                <p14:cNvContentPartPr/>
                <p14:nvPr/>
              </p14:nvContentPartPr>
              <p14:xfrm>
                <a:off x="7882329" y="4527154"/>
                <a:ext cx="180000" cy="127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864329" y="4509154"/>
                  <a:ext cx="215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14:cNvPr>
                <p14:cNvContentPartPr/>
                <p14:nvPr/>
              </p14:nvContentPartPr>
              <p14:xfrm>
                <a:off x="8088249" y="4400794"/>
                <a:ext cx="111600" cy="1620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070249" y="4382794"/>
                  <a:ext cx="147240" cy="19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14:cNvPr>
              <p14:cNvContentPartPr/>
              <p14:nvPr/>
            </p14:nvContentPartPr>
            <p14:xfrm>
              <a:off x="7446422" y="4770385"/>
              <a:ext cx="915840" cy="16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7428422" y="4752385"/>
                <a:ext cx="95148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14:cNvPr>
              <p14:cNvContentPartPr/>
              <p14:nvPr/>
            </p14:nvContentPartPr>
            <p14:xfrm>
              <a:off x="11166662" y="3777505"/>
              <a:ext cx="352800" cy="1413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1149022" y="3759505"/>
                <a:ext cx="388440" cy="144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992D68-8C5D-5DDA-A7F2-D9086CB8D069}"/>
              </a:ext>
            </a:extLst>
          </p:cNvPr>
          <p:cNvGrpSpPr/>
          <p:nvPr/>
        </p:nvGrpSpPr>
        <p:grpSpPr>
          <a:xfrm>
            <a:off x="7423742" y="3713065"/>
            <a:ext cx="2766240" cy="2274840"/>
            <a:chOff x="7423742" y="3713065"/>
            <a:chExt cx="2766240" cy="22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14:cNvPr>
                <p14:cNvContentPartPr/>
                <p14:nvPr/>
              </p14:nvContentPartPr>
              <p14:xfrm>
                <a:off x="8844302" y="4625305"/>
                <a:ext cx="662400" cy="651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826302" y="4607305"/>
                  <a:ext cx="698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14:cNvPr>
                <p14:cNvContentPartPr/>
                <p14:nvPr/>
              </p14:nvContentPartPr>
              <p14:xfrm>
                <a:off x="9588782" y="3713065"/>
                <a:ext cx="601200" cy="141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571142" y="3695065"/>
                  <a:ext cx="636840" cy="14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14:cNvPr>
                <p14:cNvContentPartPr/>
                <p14:nvPr/>
              </p14:nvContentPartPr>
              <p14:xfrm>
                <a:off x="7423742" y="5554825"/>
                <a:ext cx="225720" cy="399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405742" y="5537185"/>
                  <a:ext cx="2613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14:cNvPr>
                <p14:cNvContentPartPr/>
                <p14:nvPr/>
              </p14:nvContentPartPr>
              <p14:xfrm>
                <a:off x="7830182" y="5766505"/>
                <a:ext cx="103680" cy="173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812182" y="5748505"/>
                  <a:ext cx="139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14:cNvPr>
                <p14:cNvContentPartPr/>
                <p14:nvPr/>
              </p14:nvContentPartPr>
              <p14:xfrm>
                <a:off x="7999742" y="5738065"/>
                <a:ext cx="178200" cy="15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982102" y="5720425"/>
                  <a:ext cx="21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14:cNvPr>
                <p14:cNvContentPartPr/>
                <p14:nvPr/>
              </p14:nvContentPartPr>
              <p14:xfrm>
                <a:off x="8267582" y="5561305"/>
                <a:ext cx="83880" cy="37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249942" y="5543665"/>
                  <a:ext cx="1195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14:cNvPr>
                <p14:cNvContentPartPr/>
                <p14:nvPr/>
              </p14:nvContentPartPr>
              <p14:xfrm>
                <a:off x="8270462" y="5692705"/>
                <a:ext cx="116640" cy="99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252822" y="5674705"/>
                  <a:ext cx="152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14:cNvPr>
                <p14:cNvContentPartPr/>
                <p14:nvPr/>
              </p14:nvContentPartPr>
              <p14:xfrm>
                <a:off x="8514182" y="5685505"/>
                <a:ext cx="185400" cy="102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496182" y="5667865"/>
                  <a:ext cx="221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14:cNvPr>
                <p14:cNvContentPartPr/>
                <p14:nvPr/>
              </p14:nvContentPartPr>
              <p14:xfrm>
                <a:off x="8940782" y="5455825"/>
                <a:ext cx="43200" cy="532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923142" y="5438185"/>
                  <a:ext cx="7884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14:cNvPr>
                <p14:cNvContentPartPr/>
                <p14:nvPr/>
              </p14:nvContentPartPr>
              <p14:xfrm>
                <a:off x="8981822" y="5479945"/>
                <a:ext cx="178560" cy="37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963822" y="5461945"/>
                  <a:ext cx="214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14:cNvPr>
                <p14:cNvContentPartPr/>
                <p14:nvPr/>
              </p14:nvContentPartPr>
              <p14:xfrm>
                <a:off x="8960582" y="5701345"/>
                <a:ext cx="172800" cy="87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942942" y="5683705"/>
                  <a:ext cx="2084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14:cNvPr>
                <p14:cNvContentPartPr/>
                <p14:nvPr/>
              </p14:nvContentPartPr>
              <p14:xfrm>
                <a:off x="9417782" y="4662745"/>
                <a:ext cx="531360" cy="660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0142" y="4644745"/>
                  <a:ext cx="5670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14:cNvPr>
                <p14:cNvContentPartPr/>
                <p14:nvPr/>
              </p14:nvContentPartPr>
              <p14:xfrm>
                <a:off x="9384662" y="5199505"/>
                <a:ext cx="126000" cy="201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366662" y="5181865"/>
                  <a:ext cx="161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14:cNvPr>
                <p14:cNvContentPartPr/>
                <p14:nvPr/>
              </p14:nvContentPartPr>
              <p14:xfrm>
                <a:off x="9574382" y="5513425"/>
                <a:ext cx="169200" cy="320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556382" y="5495425"/>
                  <a:ext cx="204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14:cNvPr>
                <p14:cNvContentPartPr/>
                <p14:nvPr/>
              </p14:nvContentPartPr>
              <p14:xfrm>
                <a:off x="9901262" y="5751025"/>
                <a:ext cx="20520" cy="113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883262" y="5733025"/>
                  <a:ext cx="561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14:cNvPr>
                <p14:cNvContentPartPr/>
                <p14:nvPr/>
              </p14:nvContentPartPr>
              <p14:xfrm>
                <a:off x="9903782" y="5610985"/>
                <a:ext cx="20160" cy="4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885782" y="5592985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14:cNvPr>
                <p14:cNvContentPartPr/>
                <p14:nvPr/>
              </p14:nvContentPartPr>
              <p14:xfrm>
                <a:off x="10009622" y="5691265"/>
                <a:ext cx="170280" cy="118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991982" y="5673265"/>
                  <a:ext cx="205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14:cNvPr>
                <p14:cNvContentPartPr/>
                <p14:nvPr/>
              </p14:nvContentPartPr>
              <p14:xfrm>
                <a:off x="9332102" y="5865505"/>
                <a:ext cx="2520" cy="3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314462" y="5847505"/>
                  <a:ext cx="38160" cy="3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1290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911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574" y="1909957"/>
                  <a:ext cx="931680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814" y="1747237"/>
                  <a:ext cx="201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57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374" y="1627357"/>
                  <a:ext cx="550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694" y="170799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734" y="113703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3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477"/>
                  <a:ext cx="436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877"/>
                  <a:ext cx="5245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414" y="1843357"/>
                  <a:ext cx="882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894" y="1743277"/>
                  <a:ext cx="1890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619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79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3414" y="3006517"/>
                  <a:ext cx="126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4054" y="180447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454" y="2163757"/>
                  <a:ext cx="138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435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34" y="1197877"/>
                  <a:ext cx="25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71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87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134" y="749677"/>
                  <a:ext cx="122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409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34" y="714397"/>
                  <a:ext cx="135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3334" y="748957"/>
                  <a:ext cx="150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14" y="1792237"/>
                  <a:ext cx="230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69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694" y="1878637"/>
                  <a:ext cx="75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357"/>
                  <a:ext cx="160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55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93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494" y="208311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34" y="2049277"/>
                  <a:ext cx="1454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534" y="238371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374" y="2364997"/>
                  <a:ext cx="96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14" y="2282197"/>
                  <a:ext cx="158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814" y="2215597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823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494" y="91635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34" y="787117"/>
                  <a:ext cx="3560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50174" y="899437"/>
                  <a:ext cx="8578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8014" y="799717"/>
                  <a:ext cx="1746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39134" y="71007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60214" y="61107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3534" y="635197"/>
                  <a:ext cx="216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5614" y="55383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CC855AA-E1BD-72B7-1E5F-2C8128524AC4}"/>
              </a:ext>
            </a:extLst>
          </p:cNvPr>
          <p:cNvGrpSpPr/>
          <p:nvPr/>
        </p:nvGrpSpPr>
        <p:grpSpPr>
          <a:xfrm>
            <a:off x="1421822" y="3319585"/>
            <a:ext cx="261720" cy="640800"/>
            <a:chOff x="1421822" y="3319585"/>
            <a:chExt cx="261720" cy="64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151560" cy="57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03822" y="3301945"/>
                  <a:ext cx="187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261720" cy="640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04182" y="3301585"/>
                  <a:ext cx="297360" cy="67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03AEBE1-6D39-44F6-65F5-17C305F0A960}"/>
              </a:ext>
            </a:extLst>
          </p:cNvPr>
          <p:cNvGrpSpPr/>
          <p:nvPr/>
        </p:nvGrpSpPr>
        <p:grpSpPr>
          <a:xfrm>
            <a:off x="2928062" y="3212665"/>
            <a:ext cx="306000" cy="515880"/>
            <a:chOff x="2928062" y="3212665"/>
            <a:chExt cx="306000" cy="51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14:cNvPr>
                <p14:cNvContentPartPr/>
                <p14:nvPr/>
              </p14:nvContentPartPr>
              <p14:xfrm>
                <a:off x="2928062" y="3212665"/>
                <a:ext cx="164880" cy="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62" y="3194665"/>
                  <a:ext cx="200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14:cNvPr>
                <p14:cNvContentPartPr/>
                <p14:nvPr/>
              </p14:nvContentPartPr>
              <p14:xfrm>
                <a:off x="3117062" y="3217705"/>
                <a:ext cx="117000" cy="51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99422" y="3199705"/>
                  <a:ext cx="152640" cy="54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9F38D08-2C81-59D3-348B-4CEB324E0A3A}"/>
              </a:ext>
            </a:extLst>
          </p:cNvPr>
          <p:cNvGrpSpPr/>
          <p:nvPr/>
        </p:nvGrpSpPr>
        <p:grpSpPr>
          <a:xfrm>
            <a:off x="5592062" y="974905"/>
            <a:ext cx="1728720" cy="919080"/>
            <a:chOff x="5592062" y="974905"/>
            <a:chExt cx="1728720" cy="91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14:cNvPr>
                <p14:cNvContentPartPr/>
                <p14:nvPr/>
              </p14:nvContentPartPr>
              <p14:xfrm>
                <a:off x="5592062" y="1076785"/>
                <a:ext cx="177840" cy="218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574422" y="1059145"/>
                  <a:ext cx="2134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14:cNvPr>
                <p14:cNvContentPartPr/>
                <p14:nvPr/>
              </p14:nvContentPartPr>
              <p14:xfrm>
                <a:off x="5946302" y="1183345"/>
                <a:ext cx="42840" cy="138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28662" y="1165705"/>
                  <a:ext cx="78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14:cNvPr>
                <p14:cNvContentPartPr/>
                <p14:nvPr/>
              </p14:nvContentPartPr>
              <p14:xfrm>
                <a:off x="5924342" y="1062025"/>
                <a:ext cx="45720" cy="66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06342" y="1044385"/>
                  <a:ext cx="81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14:cNvPr>
                <p14:cNvContentPartPr/>
                <p14:nvPr/>
              </p14:nvContentPartPr>
              <p14:xfrm>
                <a:off x="6092462" y="1130785"/>
                <a:ext cx="149760" cy="97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462" y="1113145"/>
                  <a:ext cx="185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14:cNvPr>
                <p14:cNvContentPartPr/>
                <p14:nvPr/>
              </p14:nvContentPartPr>
              <p14:xfrm>
                <a:off x="6353102" y="1118545"/>
                <a:ext cx="172800" cy="1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35102" y="1100905"/>
                  <a:ext cx="208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14:cNvPr>
                <p14:cNvContentPartPr/>
                <p14:nvPr/>
              </p14:nvContentPartPr>
              <p14:xfrm>
                <a:off x="6703742" y="974905"/>
                <a:ext cx="116280" cy="258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5742" y="957265"/>
                  <a:ext cx="151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14:cNvPr>
                <p14:cNvContentPartPr/>
                <p14:nvPr/>
              </p14:nvContentPartPr>
              <p14:xfrm>
                <a:off x="5682422" y="1312225"/>
                <a:ext cx="1638360" cy="141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64422" y="1294225"/>
                  <a:ext cx="1674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14:cNvPr>
                <p14:cNvContentPartPr/>
                <p14:nvPr/>
              </p14:nvContentPartPr>
              <p14:xfrm>
                <a:off x="6221702" y="1587985"/>
                <a:ext cx="47880" cy="30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03702" y="1570345"/>
                  <a:ext cx="835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14:cNvPr>
                <p14:cNvContentPartPr/>
                <p14:nvPr/>
              </p14:nvContentPartPr>
              <p14:xfrm>
                <a:off x="6238262" y="1553065"/>
                <a:ext cx="141840" cy="18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20262" y="1535425"/>
                  <a:ext cx="177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14:cNvPr>
                <p14:cNvContentPartPr/>
                <p14:nvPr/>
              </p14:nvContentPartPr>
              <p14:xfrm>
                <a:off x="6524462" y="1675465"/>
                <a:ext cx="3204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06822" y="1657465"/>
                  <a:ext cx="67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14:cNvPr>
                <p14:cNvContentPartPr/>
                <p14:nvPr/>
              </p14:nvContentPartPr>
              <p14:xfrm>
                <a:off x="6494582" y="1551265"/>
                <a:ext cx="7920" cy="64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476942" y="1533625"/>
                  <a:ext cx="435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79E8A4B-D296-545D-A8CF-9E49BDFDABB3}"/>
              </a:ext>
            </a:extLst>
          </p:cNvPr>
          <p:cNvGrpSpPr/>
          <p:nvPr/>
        </p:nvGrpSpPr>
        <p:grpSpPr>
          <a:xfrm>
            <a:off x="7561982" y="1224385"/>
            <a:ext cx="181080" cy="104760"/>
            <a:chOff x="7561982" y="1224385"/>
            <a:chExt cx="18108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14:cNvPr>
                <p14:cNvContentPartPr/>
                <p14:nvPr/>
              </p14:nvContentPartPr>
              <p14:xfrm>
                <a:off x="7561982" y="1224385"/>
                <a:ext cx="97560" cy="27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43982" y="1206745"/>
                  <a:ext cx="1332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14:cNvPr>
                <p14:cNvContentPartPr/>
                <p14:nvPr/>
              </p14:nvContentPartPr>
              <p14:xfrm>
                <a:off x="7620302" y="1284145"/>
                <a:ext cx="122760" cy="45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02662" y="1266145"/>
                  <a:ext cx="15840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8FE0A8A-D956-BF8B-5480-DB2DA0649337}"/>
              </a:ext>
            </a:extLst>
          </p:cNvPr>
          <p:cNvGrpSpPr/>
          <p:nvPr/>
        </p:nvGrpSpPr>
        <p:grpSpPr>
          <a:xfrm>
            <a:off x="2580302" y="2659345"/>
            <a:ext cx="258840" cy="291960"/>
            <a:chOff x="2580302" y="2659345"/>
            <a:chExt cx="25884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14:cNvPr>
                <p14:cNvContentPartPr/>
                <p14:nvPr/>
              </p14:nvContentPartPr>
              <p14:xfrm>
                <a:off x="2601902" y="2659345"/>
                <a:ext cx="45360" cy="175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595782" y="2653225"/>
                  <a:ext cx="57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14:cNvPr>
                <p14:cNvContentPartPr/>
                <p14:nvPr/>
              </p14:nvContentPartPr>
              <p14:xfrm>
                <a:off x="2580302" y="2850505"/>
                <a:ext cx="258840" cy="100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74182" y="2844385"/>
                  <a:ext cx="2710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8F95F9A-292C-6047-62CC-9829EDA72284}"/>
              </a:ext>
            </a:extLst>
          </p:cNvPr>
          <p:cNvGrpSpPr/>
          <p:nvPr/>
        </p:nvGrpSpPr>
        <p:grpSpPr>
          <a:xfrm>
            <a:off x="2616662" y="3233905"/>
            <a:ext cx="212040" cy="390240"/>
            <a:chOff x="2616662" y="3233905"/>
            <a:chExt cx="2120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14:cNvPr>
                <p14:cNvContentPartPr/>
                <p14:nvPr/>
              </p14:nvContentPartPr>
              <p14:xfrm>
                <a:off x="2680742" y="3268825"/>
                <a:ext cx="76680" cy="291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3102" y="3251185"/>
                  <a:ext cx="1123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14:cNvPr>
                <p14:cNvContentPartPr/>
                <p14:nvPr/>
              </p14:nvContentPartPr>
              <p14:xfrm>
                <a:off x="2616662" y="3278905"/>
                <a:ext cx="32040" cy="3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98662" y="3261265"/>
                  <a:ext cx="67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14:cNvPr>
                <p14:cNvContentPartPr/>
                <p14:nvPr/>
              </p14:nvContentPartPr>
              <p14:xfrm>
                <a:off x="2633222" y="3233905"/>
                <a:ext cx="195480" cy="390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15582" y="3216265"/>
                  <a:ext cx="23112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0AF2708-5258-9F98-B126-6EE63D1A8576}"/>
              </a:ext>
            </a:extLst>
          </p:cNvPr>
          <p:cNvGrpSpPr/>
          <p:nvPr/>
        </p:nvGrpSpPr>
        <p:grpSpPr>
          <a:xfrm>
            <a:off x="4381742" y="3281065"/>
            <a:ext cx="134640" cy="345600"/>
            <a:chOff x="4381742" y="3281065"/>
            <a:chExt cx="13464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14:cNvPr>
                <p14:cNvContentPartPr/>
                <p14:nvPr/>
              </p14:nvContentPartPr>
              <p14:xfrm>
                <a:off x="4381742" y="3292945"/>
                <a:ext cx="77760" cy="3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63742" y="3275305"/>
                  <a:ext cx="113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14:cNvPr>
                <p14:cNvContentPartPr/>
                <p14:nvPr/>
              </p14:nvContentPartPr>
              <p14:xfrm>
                <a:off x="4480022" y="3281065"/>
                <a:ext cx="36360" cy="301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62022" y="3263065"/>
                  <a:ext cx="720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14:cNvPr>
                <p14:cNvContentPartPr/>
                <p14:nvPr/>
              </p14:nvContentPartPr>
              <p14:xfrm>
                <a:off x="4382102" y="3599305"/>
                <a:ext cx="63000" cy="2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64102" y="3581665"/>
                  <a:ext cx="986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B069E16-412E-CCB4-08FD-A19D38B64A78}"/>
              </a:ext>
            </a:extLst>
          </p:cNvPr>
          <p:cNvGrpSpPr/>
          <p:nvPr/>
        </p:nvGrpSpPr>
        <p:grpSpPr>
          <a:xfrm>
            <a:off x="7840622" y="924505"/>
            <a:ext cx="513000" cy="234360"/>
            <a:chOff x="7840622" y="924505"/>
            <a:chExt cx="51300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14:cNvPr>
                <p14:cNvContentPartPr/>
                <p14:nvPr/>
              </p14:nvContentPartPr>
              <p14:xfrm>
                <a:off x="7840622" y="924505"/>
                <a:ext cx="216000" cy="234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822982" y="906505"/>
                  <a:ext cx="2516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14:cNvPr>
                <p14:cNvContentPartPr/>
                <p14:nvPr/>
              </p14:nvContentPartPr>
              <p14:xfrm>
                <a:off x="8170022" y="1017385"/>
                <a:ext cx="183600" cy="1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52382" y="999745"/>
                  <a:ext cx="2192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79E1763-8F70-F121-4DE2-95724F94515C}"/>
              </a:ext>
            </a:extLst>
          </p:cNvPr>
          <p:cNvGrpSpPr/>
          <p:nvPr/>
        </p:nvGrpSpPr>
        <p:grpSpPr>
          <a:xfrm>
            <a:off x="8495102" y="768985"/>
            <a:ext cx="911880" cy="271800"/>
            <a:chOff x="8495102" y="768985"/>
            <a:chExt cx="91188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14:cNvPr>
                <p14:cNvContentPartPr/>
                <p14:nvPr/>
              </p14:nvContentPartPr>
              <p14:xfrm>
                <a:off x="8495102" y="768985"/>
                <a:ext cx="251640" cy="261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7102" y="750985"/>
                  <a:ext cx="2872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14:cNvPr>
                <p14:cNvContentPartPr/>
                <p14:nvPr/>
              </p14:nvContentPartPr>
              <p14:xfrm>
                <a:off x="8879942" y="909745"/>
                <a:ext cx="75600" cy="122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62302" y="892105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14:cNvPr>
                <p14:cNvContentPartPr/>
                <p14:nvPr/>
              </p14:nvContentPartPr>
              <p14:xfrm>
                <a:off x="9036902" y="878425"/>
                <a:ext cx="120600" cy="162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19262" y="860425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14:cNvPr>
                <p14:cNvContentPartPr/>
                <p14:nvPr/>
              </p14:nvContentPartPr>
              <p14:xfrm>
                <a:off x="9297902" y="769705"/>
                <a:ext cx="49680" cy="241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279902" y="752065"/>
                  <a:ext cx="853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14:cNvPr>
                <p14:cNvContentPartPr/>
                <p14:nvPr/>
              </p14:nvContentPartPr>
              <p14:xfrm>
                <a:off x="9226982" y="902545"/>
                <a:ext cx="180000" cy="65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08982" y="884905"/>
                  <a:ext cx="21564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940679F-3C28-835B-6732-C3D132450ADF}"/>
              </a:ext>
            </a:extLst>
          </p:cNvPr>
          <p:cNvGrpSpPr/>
          <p:nvPr/>
        </p:nvGrpSpPr>
        <p:grpSpPr>
          <a:xfrm>
            <a:off x="7883102" y="1207825"/>
            <a:ext cx="1759680" cy="550080"/>
            <a:chOff x="7883102" y="1207825"/>
            <a:chExt cx="1759680" cy="5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14:cNvPr>
                <p14:cNvContentPartPr/>
                <p14:nvPr/>
              </p14:nvContentPartPr>
              <p14:xfrm>
                <a:off x="7883102" y="1207825"/>
                <a:ext cx="1759680" cy="122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65102" y="1189825"/>
                  <a:ext cx="1795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14:cNvPr>
                <p14:cNvContentPartPr/>
                <p14:nvPr/>
              </p14:nvContentPartPr>
              <p14:xfrm>
                <a:off x="8496542" y="1378465"/>
                <a:ext cx="64080" cy="331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478902" y="1360825"/>
                  <a:ext cx="99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14:cNvPr>
                <p14:cNvContentPartPr/>
                <p14:nvPr/>
              </p14:nvContentPartPr>
              <p14:xfrm>
                <a:off x="8536142" y="1410145"/>
                <a:ext cx="177120" cy="153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18502" y="1392145"/>
                  <a:ext cx="212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14:cNvPr>
                <p14:cNvContentPartPr/>
                <p14:nvPr/>
              </p14:nvContentPartPr>
              <p14:xfrm>
                <a:off x="8800742" y="1430665"/>
                <a:ext cx="100080" cy="327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82742" y="1413025"/>
                  <a:ext cx="1357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14:cNvPr>
                <p14:cNvContentPartPr/>
                <p14:nvPr/>
              </p14:nvContentPartPr>
              <p14:xfrm>
                <a:off x="8775902" y="1549825"/>
                <a:ext cx="138600" cy="134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57902" y="1532185"/>
                  <a:ext cx="174240" cy="17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1099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875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207" y="1909597"/>
                  <a:ext cx="931694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454" y="1746842"/>
                  <a:ext cx="20196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21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001" y="1626997"/>
                  <a:ext cx="550465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334" y="170763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374" y="113667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077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089"/>
                  <a:ext cx="436680" cy="26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450"/>
                  <a:ext cx="524520" cy="132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054" y="1842894"/>
                  <a:ext cx="882000" cy="988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936" y="1742917"/>
                  <a:ext cx="188917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583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43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2982" y="3006517"/>
                  <a:ext cx="126143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3694" y="180411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031" y="2163911"/>
                  <a:ext cx="138725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399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64" y="1197517"/>
                  <a:ext cx="252301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35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51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209" y="749677"/>
                  <a:ext cx="121892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373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99" y="714397"/>
                  <a:ext cx="135592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2917" y="748957"/>
                  <a:ext cx="150232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47" y="1792237"/>
                  <a:ext cx="229974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33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334" y="1878132"/>
                  <a:ext cx="7560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418"/>
                  <a:ext cx="160560" cy="140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19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57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134" y="208275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93" y="2049334"/>
                  <a:ext cx="145324" cy="14892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174" y="238335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479" y="2364997"/>
                  <a:ext cx="96632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67" y="2281837"/>
                  <a:ext cx="157935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454" y="2215192"/>
                  <a:ext cx="11520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787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134" y="91599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54" y="786757"/>
                  <a:ext cx="35600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49806" y="899437"/>
                  <a:ext cx="857896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7607" y="799357"/>
                  <a:ext cx="174693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AFCE12B-BD99-7051-DBEF-DC959C83C268}"/>
              </a:ext>
            </a:extLst>
          </p:cNvPr>
          <p:cNvGrpSpPr/>
          <p:nvPr/>
        </p:nvGrpSpPr>
        <p:grpSpPr>
          <a:xfrm>
            <a:off x="6325654" y="1071877"/>
            <a:ext cx="2105280" cy="994680"/>
            <a:chOff x="6325654" y="1071877"/>
            <a:chExt cx="2105280" cy="9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14:cNvPr>
                <p14:cNvContentPartPr/>
                <p14:nvPr/>
              </p14:nvContentPartPr>
              <p14:xfrm>
                <a:off x="6560374" y="1238557"/>
                <a:ext cx="15120" cy="248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42374" y="1220557"/>
                  <a:ext cx="50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14:cNvPr>
                <p14:cNvContentPartPr/>
                <p14:nvPr/>
              </p14:nvContentPartPr>
              <p14:xfrm>
                <a:off x="6325654" y="1071877"/>
                <a:ext cx="466920" cy="582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07640" y="1053877"/>
                  <a:ext cx="502588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14:cNvPr>
                <p14:cNvContentPartPr/>
                <p14:nvPr/>
              </p14:nvContentPartPr>
              <p14:xfrm>
                <a:off x="7111174" y="1518997"/>
                <a:ext cx="129600" cy="221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93124" y="1500997"/>
                  <a:ext cx="165339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14:cNvPr>
                <p14:cNvContentPartPr/>
                <p14:nvPr/>
              </p14:nvContentPartPr>
              <p14:xfrm>
                <a:off x="7313854" y="1689277"/>
                <a:ext cx="50760" cy="145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5854" y="1671277"/>
                  <a:ext cx="86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14:cNvPr>
                <p14:cNvContentPartPr/>
                <p14:nvPr/>
              </p14:nvContentPartPr>
              <p14:xfrm>
                <a:off x="7322134" y="1555717"/>
                <a:ext cx="10440" cy="78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04134" y="1537717"/>
                  <a:ext cx="46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14:cNvPr>
                <p14:cNvContentPartPr/>
                <p14:nvPr/>
              </p14:nvContentPartPr>
              <p14:xfrm>
                <a:off x="7463974" y="1627717"/>
                <a:ext cx="308520" cy="125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45974" y="1609717"/>
                  <a:ext cx="344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14:cNvPr>
                <p14:cNvContentPartPr/>
                <p14:nvPr/>
              </p14:nvContentPartPr>
              <p14:xfrm>
                <a:off x="8014414" y="1469677"/>
                <a:ext cx="155880" cy="21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96414" y="1451647"/>
                  <a:ext cx="191520" cy="251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14:cNvPr>
                <p14:cNvContentPartPr/>
                <p14:nvPr/>
              </p14:nvContentPartPr>
              <p14:xfrm>
                <a:off x="6810934" y="1948477"/>
                <a:ext cx="162000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92934" y="1930477"/>
                  <a:ext cx="16556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E0FE2E8-47B7-C111-6310-2400DA7889A7}"/>
              </a:ext>
            </a:extLst>
          </p:cNvPr>
          <p:cNvGrpSpPr/>
          <p:nvPr/>
        </p:nvGrpSpPr>
        <p:grpSpPr>
          <a:xfrm>
            <a:off x="7472614" y="2243317"/>
            <a:ext cx="262080" cy="353520"/>
            <a:chOff x="7472614" y="2243317"/>
            <a:chExt cx="26208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14:cNvPr>
                <p14:cNvContentPartPr/>
                <p14:nvPr/>
              </p14:nvContentPartPr>
              <p14:xfrm>
                <a:off x="7472614" y="2298757"/>
                <a:ext cx="44640" cy="298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54614" y="2280779"/>
                  <a:ext cx="80280" cy="3336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14:cNvPr>
                <p14:cNvContentPartPr/>
                <p14:nvPr/>
              </p14:nvContentPartPr>
              <p14:xfrm>
                <a:off x="7481614" y="2243317"/>
                <a:ext cx="253080" cy="202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63614" y="2225317"/>
                  <a:ext cx="28872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1957DF5-F7B0-0B7A-455B-C7608A3583F1}"/>
              </a:ext>
            </a:extLst>
          </p:cNvPr>
          <p:cNvGrpSpPr/>
          <p:nvPr/>
        </p:nvGrpSpPr>
        <p:grpSpPr>
          <a:xfrm>
            <a:off x="7883374" y="2225317"/>
            <a:ext cx="46800" cy="271800"/>
            <a:chOff x="7883374" y="2225317"/>
            <a:chExt cx="4680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14:cNvPr>
                <p14:cNvContentPartPr/>
                <p14:nvPr/>
              </p14:nvContentPartPr>
              <p14:xfrm>
                <a:off x="7898494" y="2333317"/>
                <a:ext cx="31680" cy="163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0494" y="2315317"/>
                  <a:ext cx="673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14:cNvPr>
                <p14:cNvContentPartPr/>
                <p14:nvPr/>
              </p14:nvContentPartPr>
              <p14:xfrm>
                <a:off x="7883374" y="2225317"/>
                <a:ext cx="10080" cy="1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65374" y="2207317"/>
                  <a:ext cx="457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32DDA72-F002-FECF-43C2-E57EBA0711F1}"/>
              </a:ext>
            </a:extLst>
          </p:cNvPr>
          <p:cNvGrpSpPr/>
          <p:nvPr/>
        </p:nvGrpSpPr>
        <p:grpSpPr>
          <a:xfrm>
            <a:off x="8686534" y="1845517"/>
            <a:ext cx="126720" cy="93600"/>
            <a:chOff x="8686534" y="1845517"/>
            <a:chExt cx="12672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14:cNvPr>
                <p14:cNvContentPartPr/>
                <p14:nvPr/>
              </p14:nvContentPartPr>
              <p14:xfrm>
                <a:off x="8686534" y="1845517"/>
                <a:ext cx="59040" cy="25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68534" y="1827517"/>
                  <a:ext cx="94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14:cNvPr>
                <p14:cNvContentPartPr/>
                <p14:nvPr/>
              </p14:nvContentPartPr>
              <p14:xfrm>
                <a:off x="8732254" y="1892317"/>
                <a:ext cx="81000" cy="4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14174" y="1874317"/>
                  <a:ext cx="116799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4A4ABEE-90DF-16FE-9CA2-30C677AB1252}"/>
              </a:ext>
            </a:extLst>
          </p:cNvPr>
          <p:cNvGrpSpPr/>
          <p:nvPr/>
        </p:nvGrpSpPr>
        <p:grpSpPr>
          <a:xfrm>
            <a:off x="9064534" y="1469317"/>
            <a:ext cx="398880" cy="195480"/>
            <a:chOff x="9064534" y="1469317"/>
            <a:chExt cx="39888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14:cNvPr>
                <p14:cNvContentPartPr/>
                <p14:nvPr/>
              </p14:nvContentPartPr>
              <p14:xfrm>
                <a:off x="9064534" y="1469317"/>
                <a:ext cx="134640" cy="195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6534" y="1451284"/>
                  <a:ext cx="170280" cy="231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14:cNvPr>
                <p14:cNvContentPartPr/>
                <p14:nvPr/>
              </p14:nvContentPartPr>
              <p14:xfrm>
                <a:off x="9365134" y="1517197"/>
                <a:ext cx="9828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7200" y="1499564"/>
                  <a:ext cx="133790" cy="5219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EF5EBDD-80DE-B21D-4217-D3C2616B682F}"/>
              </a:ext>
            </a:extLst>
          </p:cNvPr>
          <p:cNvGrpSpPr/>
          <p:nvPr/>
        </p:nvGrpSpPr>
        <p:grpSpPr>
          <a:xfrm>
            <a:off x="9719734" y="1286077"/>
            <a:ext cx="783720" cy="340560"/>
            <a:chOff x="9719734" y="1286077"/>
            <a:chExt cx="78372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14:cNvPr>
                <p14:cNvContentPartPr/>
                <p14:nvPr/>
              </p14:nvContentPartPr>
              <p14:xfrm>
                <a:off x="9719734" y="1286077"/>
                <a:ext cx="163080" cy="29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01734" y="1268077"/>
                  <a:ext cx="1987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14:cNvPr>
                <p14:cNvContentPartPr/>
                <p14:nvPr/>
              </p14:nvContentPartPr>
              <p14:xfrm>
                <a:off x="10051654" y="1489477"/>
                <a:ext cx="84600" cy="137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3654" y="1471477"/>
                  <a:ext cx="120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14:cNvPr>
                <p14:cNvContentPartPr/>
                <p14:nvPr/>
              </p14:nvContentPartPr>
              <p14:xfrm>
                <a:off x="10224094" y="1493077"/>
                <a:ext cx="94680" cy="90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06094" y="1475077"/>
                  <a:ext cx="130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14:cNvPr>
                <p14:cNvContentPartPr/>
                <p14:nvPr/>
              </p14:nvContentPartPr>
              <p14:xfrm>
                <a:off x="10377814" y="1338277"/>
                <a:ext cx="80280" cy="265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59814" y="1320277"/>
                  <a:ext cx="115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14:cNvPr>
                <p14:cNvContentPartPr/>
                <p14:nvPr/>
              </p14:nvContentPartPr>
              <p14:xfrm>
                <a:off x="10382854" y="1398037"/>
                <a:ext cx="120600" cy="85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364908" y="1380037"/>
                  <a:ext cx="156134" cy="12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14:cNvPr>
              <p14:cNvContentPartPr/>
              <p14:nvPr/>
            </p14:nvContentPartPr>
            <p14:xfrm>
              <a:off x="9229054" y="1799437"/>
              <a:ext cx="1575000" cy="54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211050" y="1781437"/>
                <a:ext cx="1610648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967D2DAB-1E45-98BD-3CC1-0708A73395FD}"/>
              </a:ext>
            </a:extLst>
          </p:cNvPr>
          <p:cNvGrpSpPr/>
          <p:nvPr/>
        </p:nvGrpSpPr>
        <p:grpSpPr>
          <a:xfrm>
            <a:off x="9515254" y="2069077"/>
            <a:ext cx="400680" cy="332280"/>
            <a:chOff x="9515254" y="2069077"/>
            <a:chExt cx="40068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14:cNvPr>
                <p14:cNvContentPartPr/>
                <p14:nvPr/>
              </p14:nvContentPartPr>
              <p14:xfrm>
                <a:off x="9542974" y="2075557"/>
                <a:ext cx="24840" cy="305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24974" y="2057557"/>
                  <a:ext cx="604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14:cNvPr>
                <p14:cNvContentPartPr/>
                <p14:nvPr/>
              </p14:nvContentPartPr>
              <p14:xfrm>
                <a:off x="9515254" y="2069077"/>
                <a:ext cx="204120" cy="154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97254" y="2051119"/>
                  <a:ext cx="239760" cy="1899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14:cNvPr>
                <p14:cNvContentPartPr/>
                <p14:nvPr/>
              </p14:nvContentPartPr>
              <p14:xfrm>
                <a:off x="9843934" y="2109397"/>
                <a:ext cx="61200" cy="29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25934" y="2091397"/>
                  <a:ext cx="96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14:cNvPr>
                <p14:cNvContentPartPr/>
                <p14:nvPr/>
              </p14:nvContentPartPr>
              <p14:xfrm>
                <a:off x="9809734" y="2222437"/>
                <a:ext cx="106200" cy="107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791734" y="2204437"/>
                  <a:ext cx="1418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938774" y="70971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59854" y="61071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83534" y="634795"/>
                  <a:ext cx="216000" cy="1894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85254" y="55347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1D9B603-D46A-3009-9CE0-09AB6CCC9D32}"/>
              </a:ext>
            </a:extLst>
          </p:cNvPr>
          <p:cNvGrpSpPr/>
          <p:nvPr/>
        </p:nvGrpSpPr>
        <p:grpSpPr>
          <a:xfrm>
            <a:off x="8772574" y="869197"/>
            <a:ext cx="401400" cy="452520"/>
            <a:chOff x="8772574" y="869197"/>
            <a:chExt cx="40140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14:cNvPr>
                <p14:cNvContentPartPr/>
                <p14:nvPr/>
              </p14:nvContentPartPr>
              <p14:xfrm>
                <a:off x="8866174" y="1053877"/>
                <a:ext cx="177840" cy="20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48137" y="1035877"/>
                  <a:ext cx="213552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14:cNvPr>
                <p14:cNvContentPartPr/>
                <p14:nvPr/>
              </p14:nvContentPartPr>
              <p14:xfrm>
                <a:off x="8772574" y="869197"/>
                <a:ext cx="401400" cy="452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54558" y="851197"/>
                  <a:ext cx="437072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66497CC-5FDC-B4FD-68A5-3B3CD77251EB}"/>
              </a:ext>
            </a:extLst>
          </p:cNvPr>
          <p:cNvGrpSpPr/>
          <p:nvPr/>
        </p:nvGrpSpPr>
        <p:grpSpPr>
          <a:xfrm>
            <a:off x="7259134" y="3209917"/>
            <a:ext cx="1240920" cy="545040"/>
            <a:chOff x="7259134" y="3209917"/>
            <a:chExt cx="124092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14:cNvPr>
                <p14:cNvContentPartPr/>
                <p14:nvPr/>
              </p14:nvContentPartPr>
              <p14:xfrm>
                <a:off x="7329334" y="3209917"/>
                <a:ext cx="179280" cy="270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11334" y="3191917"/>
                  <a:ext cx="2149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14:cNvPr>
                <p14:cNvContentPartPr/>
                <p14:nvPr/>
              </p14:nvContentPartPr>
              <p14:xfrm>
                <a:off x="7638934" y="3408637"/>
                <a:ext cx="34200" cy="154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620934" y="3390637"/>
                  <a:ext cx="69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14:cNvPr>
                <p14:cNvContentPartPr/>
                <p14:nvPr/>
              </p14:nvContentPartPr>
              <p14:xfrm>
                <a:off x="7639654" y="3222517"/>
                <a:ext cx="20520" cy="5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21654" y="3204517"/>
                  <a:ext cx="56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14:cNvPr>
                <p14:cNvContentPartPr/>
                <p14:nvPr/>
              </p14:nvContentPartPr>
              <p14:xfrm>
                <a:off x="7827934" y="3358237"/>
                <a:ext cx="163440" cy="114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809934" y="3340237"/>
                  <a:ext cx="19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14:cNvPr>
                <p14:cNvContentPartPr/>
                <p14:nvPr/>
              </p14:nvContentPartPr>
              <p14:xfrm>
                <a:off x="7259134" y="3643717"/>
                <a:ext cx="1240920" cy="111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41134" y="3625717"/>
                  <a:ext cx="127656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F401B02-53AC-546E-C2C3-D5AD5F522CEB}"/>
              </a:ext>
            </a:extLst>
          </p:cNvPr>
          <p:cNvGrpSpPr/>
          <p:nvPr/>
        </p:nvGrpSpPr>
        <p:grpSpPr>
          <a:xfrm>
            <a:off x="7654774" y="3988237"/>
            <a:ext cx="368640" cy="360720"/>
            <a:chOff x="7654774" y="3988237"/>
            <a:chExt cx="36864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14:cNvPr>
                <p14:cNvContentPartPr/>
                <p14:nvPr/>
              </p14:nvContentPartPr>
              <p14:xfrm>
                <a:off x="7677454" y="4022437"/>
                <a:ext cx="54360" cy="326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59454" y="4004437"/>
                  <a:ext cx="90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14:cNvPr>
                <p14:cNvContentPartPr/>
                <p14:nvPr/>
              </p14:nvContentPartPr>
              <p14:xfrm>
                <a:off x="7654774" y="4005877"/>
                <a:ext cx="223560" cy="18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36774" y="3987877"/>
                  <a:ext cx="259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14:cNvPr>
                <p14:cNvContentPartPr/>
                <p14:nvPr/>
              </p14:nvContentPartPr>
              <p14:xfrm>
                <a:off x="7980934" y="4081477"/>
                <a:ext cx="42480" cy="166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962780" y="4063477"/>
                  <a:ext cx="78425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14:cNvPr>
                <p14:cNvContentPartPr/>
                <p14:nvPr/>
              </p14:nvContentPartPr>
              <p14:xfrm>
                <a:off x="7969414" y="3988237"/>
                <a:ext cx="20160" cy="76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951414" y="3970237"/>
                  <a:ext cx="5580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9A1AD8F-CB31-9919-1F32-D80C0C25F926}"/>
              </a:ext>
            </a:extLst>
          </p:cNvPr>
          <p:cNvGrpSpPr/>
          <p:nvPr/>
        </p:nvGrpSpPr>
        <p:grpSpPr>
          <a:xfrm>
            <a:off x="8848534" y="3450037"/>
            <a:ext cx="128160" cy="123480"/>
            <a:chOff x="8848534" y="3450037"/>
            <a:chExt cx="128160" cy="12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14:cNvPr>
                <p14:cNvContentPartPr/>
                <p14:nvPr/>
              </p14:nvContentPartPr>
              <p14:xfrm>
                <a:off x="8848534" y="3450037"/>
                <a:ext cx="77040" cy="27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830534" y="3432037"/>
                  <a:ext cx="112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14:cNvPr>
                <p14:cNvContentPartPr/>
                <p14:nvPr/>
              </p14:nvContentPartPr>
              <p14:xfrm>
                <a:off x="8920894" y="3518437"/>
                <a:ext cx="55800" cy="5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02894" y="3500437"/>
                  <a:ext cx="91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7E0F025-7D40-7772-64D1-5C802DA7BAC6}"/>
              </a:ext>
            </a:extLst>
          </p:cNvPr>
          <p:cNvGrpSpPr/>
          <p:nvPr/>
        </p:nvGrpSpPr>
        <p:grpSpPr>
          <a:xfrm>
            <a:off x="9270814" y="2949637"/>
            <a:ext cx="1592280" cy="570600"/>
            <a:chOff x="9270814" y="2949637"/>
            <a:chExt cx="159228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14:cNvPr>
                <p14:cNvContentPartPr/>
                <p14:nvPr/>
              </p14:nvContentPartPr>
              <p14:xfrm>
                <a:off x="9270814" y="3264997"/>
                <a:ext cx="155880" cy="11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52814" y="3246997"/>
                  <a:ext cx="191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14:cNvPr>
                <p14:cNvContentPartPr/>
                <p14:nvPr/>
              </p14:nvContentPartPr>
              <p14:xfrm>
                <a:off x="9544054" y="2953957"/>
                <a:ext cx="230040" cy="309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26026" y="2935957"/>
                  <a:ext cx="265736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14:cNvPr>
                <p14:cNvContentPartPr/>
                <p14:nvPr/>
              </p14:nvContentPartPr>
              <p14:xfrm>
                <a:off x="9924214" y="3126757"/>
                <a:ext cx="125280" cy="173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906266" y="3108757"/>
                  <a:ext cx="160818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14:cNvPr>
                <p14:cNvContentPartPr/>
                <p14:nvPr/>
              </p14:nvContentPartPr>
              <p14:xfrm>
                <a:off x="10167934" y="3104797"/>
                <a:ext cx="204120" cy="1209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149902" y="3086797"/>
                  <a:ext cx="23982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14:cNvPr>
                <p14:cNvContentPartPr/>
                <p14:nvPr/>
              </p14:nvContentPartPr>
              <p14:xfrm>
                <a:off x="10447654" y="2949637"/>
                <a:ext cx="81720" cy="240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29654" y="2931637"/>
                  <a:ext cx="117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14:cNvPr>
                <p14:cNvContentPartPr/>
                <p14:nvPr/>
              </p14:nvContentPartPr>
              <p14:xfrm>
                <a:off x="10432534" y="3016237"/>
                <a:ext cx="103680" cy="99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414534" y="2998237"/>
                  <a:ext cx="139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14:cNvPr>
                <p14:cNvContentPartPr/>
                <p14:nvPr/>
              </p14:nvContentPartPr>
              <p14:xfrm>
                <a:off x="9440374" y="3393517"/>
                <a:ext cx="1422720" cy="126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22374" y="3375517"/>
                  <a:ext cx="14583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CE51E97-7A02-1620-2AEC-5360F0FEFDD5}"/>
              </a:ext>
            </a:extLst>
          </p:cNvPr>
          <p:cNvGrpSpPr/>
          <p:nvPr/>
        </p:nvGrpSpPr>
        <p:grpSpPr>
          <a:xfrm>
            <a:off x="9749254" y="3766477"/>
            <a:ext cx="515520" cy="366840"/>
            <a:chOff x="9749254" y="3766477"/>
            <a:chExt cx="51552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14:cNvPr>
                <p14:cNvContentPartPr/>
                <p14:nvPr/>
              </p14:nvContentPartPr>
              <p14:xfrm>
                <a:off x="9790654" y="3802837"/>
                <a:ext cx="53640" cy="330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2532" y="3784837"/>
                  <a:ext cx="89521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14:cNvPr>
                <p14:cNvContentPartPr/>
                <p14:nvPr/>
              </p14:nvContentPartPr>
              <p14:xfrm>
                <a:off x="9749254" y="3766477"/>
                <a:ext cx="252360" cy="190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1280" y="3748477"/>
                  <a:ext cx="287949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14:cNvPr>
                <p14:cNvContentPartPr/>
                <p14:nvPr/>
              </p14:nvContentPartPr>
              <p14:xfrm>
                <a:off x="10123654" y="3816157"/>
                <a:ext cx="94320" cy="298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05722" y="3798157"/>
                  <a:ext cx="129824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14:cNvPr>
                <p14:cNvContentPartPr/>
                <p14:nvPr/>
              </p14:nvContentPartPr>
              <p14:xfrm>
                <a:off x="10133734" y="3927397"/>
                <a:ext cx="131040" cy="100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15734" y="3909461"/>
                  <a:ext cx="166680" cy="1363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1808A14-06BE-A4CF-C0C7-23C030BF6777}"/>
              </a:ext>
            </a:extLst>
          </p:cNvPr>
          <p:cNvGrpSpPr/>
          <p:nvPr/>
        </p:nvGrpSpPr>
        <p:grpSpPr>
          <a:xfrm>
            <a:off x="7709134" y="4807597"/>
            <a:ext cx="957600" cy="322920"/>
            <a:chOff x="7709134" y="4807597"/>
            <a:chExt cx="95760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14:cNvPr>
                <p14:cNvContentPartPr/>
                <p14:nvPr/>
              </p14:nvContentPartPr>
              <p14:xfrm>
                <a:off x="7709134" y="4809757"/>
                <a:ext cx="195120" cy="293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91134" y="4791757"/>
                  <a:ext cx="230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14:cNvPr>
                <p14:cNvContentPartPr/>
                <p14:nvPr/>
              </p14:nvContentPartPr>
              <p14:xfrm>
                <a:off x="8045734" y="5006677"/>
                <a:ext cx="96840" cy="123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27734" y="4988677"/>
                  <a:ext cx="132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14:cNvPr>
                <p14:cNvContentPartPr/>
                <p14:nvPr/>
              </p14:nvContentPartPr>
              <p14:xfrm>
                <a:off x="8231854" y="4940437"/>
                <a:ext cx="17568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13891" y="4922478"/>
                  <a:ext cx="211247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14:cNvPr>
                <p14:cNvContentPartPr/>
                <p14:nvPr/>
              </p14:nvContentPartPr>
              <p14:xfrm>
                <a:off x="8478814" y="4807597"/>
                <a:ext cx="12060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60814" y="4789597"/>
                  <a:ext cx="156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14:cNvPr>
                <p14:cNvContentPartPr/>
                <p14:nvPr/>
              </p14:nvContentPartPr>
              <p14:xfrm>
                <a:off x="8504734" y="4815877"/>
                <a:ext cx="162000" cy="78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486734" y="4797877"/>
                  <a:ext cx="19764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34DEE5C4-AB09-F279-C58A-FAF605D36591}"/>
              </a:ext>
            </a:extLst>
          </p:cNvPr>
          <p:cNvGrpSpPr/>
          <p:nvPr/>
        </p:nvGrpSpPr>
        <p:grpSpPr>
          <a:xfrm>
            <a:off x="8972734" y="4846117"/>
            <a:ext cx="112320" cy="137880"/>
            <a:chOff x="8972734" y="4846117"/>
            <a:chExt cx="112320" cy="1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14:cNvPr>
                <p14:cNvContentPartPr/>
                <p14:nvPr/>
              </p14:nvContentPartPr>
              <p14:xfrm>
                <a:off x="8972734" y="4846117"/>
                <a:ext cx="85320" cy="2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54734" y="4828117"/>
                  <a:ext cx="1209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14:cNvPr>
                <p14:cNvContentPartPr/>
                <p14:nvPr/>
              </p14:nvContentPartPr>
              <p14:xfrm>
                <a:off x="9001534" y="4929637"/>
                <a:ext cx="83520" cy="54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83534" y="4911637"/>
                  <a:ext cx="11916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866AFBD-0D68-561C-71B0-D7C472B2621A}"/>
              </a:ext>
            </a:extLst>
          </p:cNvPr>
          <p:cNvGrpSpPr/>
          <p:nvPr/>
        </p:nvGrpSpPr>
        <p:grpSpPr>
          <a:xfrm>
            <a:off x="9311494" y="4508077"/>
            <a:ext cx="2089080" cy="1027440"/>
            <a:chOff x="9311494" y="4508077"/>
            <a:chExt cx="208908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14:cNvPr>
                <p14:cNvContentPartPr/>
                <p14:nvPr/>
              </p14:nvContentPartPr>
              <p14:xfrm>
                <a:off x="9450454" y="4760437"/>
                <a:ext cx="129240" cy="24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32454" y="4742437"/>
                  <a:ext cx="1648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14:cNvPr>
                <p14:cNvContentPartPr/>
                <p14:nvPr/>
              </p14:nvContentPartPr>
              <p14:xfrm>
                <a:off x="9703894" y="4608877"/>
                <a:ext cx="63720" cy="210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85894" y="4590846"/>
                  <a:ext cx="99360" cy="246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14:cNvPr>
                <p14:cNvContentPartPr/>
                <p14:nvPr/>
              </p14:nvContentPartPr>
              <p14:xfrm>
                <a:off x="9705694" y="4560277"/>
                <a:ext cx="198360" cy="150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87694" y="4542277"/>
                  <a:ext cx="234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14:cNvPr>
                <p14:cNvContentPartPr/>
                <p14:nvPr/>
              </p14:nvContentPartPr>
              <p14:xfrm>
                <a:off x="10049854" y="4601317"/>
                <a:ext cx="105840" cy="291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31854" y="4583317"/>
                  <a:ext cx="141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14:cNvPr>
                <p14:cNvContentPartPr/>
                <p14:nvPr/>
              </p14:nvContentPartPr>
              <p14:xfrm>
                <a:off x="10053094" y="4710757"/>
                <a:ext cx="74520" cy="124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5094" y="4692705"/>
                  <a:ext cx="110160" cy="160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14:cNvPr>
                <p14:cNvContentPartPr/>
                <p14:nvPr/>
              </p14:nvContentPartPr>
              <p14:xfrm>
                <a:off x="9639454" y="4916317"/>
                <a:ext cx="705960" cy="1267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21454" y="4898317"/>
                  <a:ext cx="741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14:cNvPr>
                <p14:cNvContentPartPr/>
                <p14:nvPr/>
              </p14:nvContentPartPr>
              <p14:xfrm>
                <a:off x="9883894" y="5221237"/>
                <a:ext cx="62280" cy="314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865894" y="5203237"/>
                  <a:ext cx="97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14:cNvPr>
                <p14:cNvContentPartPr/>
                <p14:nvPr/>
              </p14:nvContentPartPr>
              <p14:xfrm>
                <a:off x="9865174" y="5209357"/>
                <a:ext cx="177840" cy="15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847174" y="5191357"/>
                  <a:ext cx="213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14:cNvPr>
                <p14:cNvContentPartPr/>
                <p14:nvPr/>
              </p14:nvContentPartPr>
              <p14:xfrm>
                <a:off x="10149214" y="5138437"/>
                <a:ext cx="60480" cy="254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131214" y="5120437"/>
                  <a:ext cx="9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14:cNvPr>
                <p14:cNvContentPartPr/>
                <p14:nvPr/>
              </p14:nvContentPartPr>
              <p14:xfrm>
                <a:off x="9311494" y="4508077"/>
                <a:ext cx="158040" cy="879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293494" y="4490070"/>
                  <a:ext cx="193680" cy="914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14:cNvPr>
                <p14:cNvContentPartPr/>
                <p14:nvPr/>
              </p14:nvContentPartPr>
              <p14:xfrm>
                <a:off x="10343974" y="4532917"/>
                <a:ext cx="249840" cy="658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25974" y="4514917"/>
                  <a:ext cx="285480" cy="69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14:cNvPr>
                <p14:cNvContentPartPr/>
                <p14:nvPr/>
              </p14:nvContentPartPr>
              <p14:xfrm>
                <a:off x="10714774" y="4731997"/>
                <a:ext cx="207000" cy="255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96774" y="4713972"/>
                  <a:ext cx="242640" cy="2912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14:cNvPr>
                <p14:cNvContentPartPr/>
                <p14:nvPr/>
              </p14:nvContentPartPr>
              <p14:xfrm>
                <a:off x="11050294" y="4923877"/>
                <a:ext cx="306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32294" y="4905834"/>
                  <a:ext cx="66240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14:cNvPr>
                <p14:cNvContentPartPr/>
                <p14:nvPr/>
              </p14:nvContentPartPr>
              <p14:xfrm>
                <a:off x="11048854" y="4796797"/>
                <a:ext cx="16200" cy="82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30445" y="4778797"/>
                  <a:ext cx="5265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14:cNvPr>
                <p14:cNvContentPartPr/>
                <p14:nvPr/>
              </p14:nvContentPartPr>
              <p14:xfrm>
                <a:off x="11179534" y="4883917"/>
                <a:ext cx="221040" cy="128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61534" y="4865866"/>
                  <a:ext cx="256680" cy="1642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5A81443-653C-352E-B178-EA93E467F28F}"/>
              </a:ext>
            </a:extLst>
          </p:cNvPr>
          <p:cNvGrpSpPr/>
          <p:nvPr/>
        </p:nvGrpSpPr>
        <p:grpSpPr>
          <a:xfrm>
            <a:off x="7881662" y="5575705"/>
            <a:ext cx="3398400" cy="811080"/>
            <a:chOff x="7881662" y="5575705"/>
            <a:chExt cx="3398400" cy="81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14:cNvPr>
                <p14:cNvContentPartPr/>
                <p14:nvPr/>
              </p14:nvContentPartPr>
              <p14:xfrm>
                <a:off x="7881662" y="5839585"/>
                <a:ext cx="221400" cy="32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64022" y="5821945"/>
                  <a:ext cx="2570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14:cNvPr>
                <p14:cNvContentPartPr/>
                <p14:nvPr/>
              </p14:nvContentPartPr>
              <p14:xfrm>
                <a:off x="8225102" y="6048385"/>
                <a:ext cx="110160" cy="155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07462" y="6030745"/>
                  <a:ext cx="145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14:cNvPr>
                <p14:cNvContentPartPr/>
                <p14:nvPr/>
              </p14:nvContentPartPr>
              <p14:xfrm>
                <a:off x="8433182" y="5972065"/>
                <a:ext cx="248400" cy="169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15542" y="5954425"/>
                  <a:ext cx="284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14:cNvPr>
                <p14:cNvContentPartPr/>
                <p14:nvPr/>
              </p14:nvContentPartPr>
              <p14:xfrm>
                <a:off x="8791742" y="5875945"/>
                <a:ext cx="46440" cy="22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774102" y="5857945"/>
                  <a:ext cx="82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14:cNvPr>
                <p14:cNvContentPartPr/>
                <p14:nvPr/>
              </p14:nvContentPartPr>
              <p14:xfrm>
                <a:off x="8791382" y="5985385"/>
                <a:ext cx="88200" cy="6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773382" y="5967385"/>
                  <a:ext cx="123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14:cNvPr>
                <p14:cNvContentPartPr/>
                <p14:nvPr/>
              </p14:nvContentPartPr>
              <p14:xfrm>
                <a:off x="9071462" y="5968465"/>
                <a:ext cx="183960" cy="71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053822" y="5950825"/>
                  <a:ext cx="219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14:cNvPr>
                <p14:cNvContentPartPr/>
                <p14:nvPr/>
              </p14:nvContentPartPr>
              <p14:xfrm>
                <a:off x="9457382" y="5575705"/>
                <a:ext cx="297360" cy="811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439382" y="5558065"/>
                  <a:ext cx="33300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14:cNvPr>
                <p14:cNvContentPartPr/>
                <p14:nvPr/>
              </p14:nvContentPartPr>
              <p14:xfrm>
                <a:off x="9669422" y="5981785"/>
                <a:ext cx="182880" cy="34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51782" y="5964145"/>
                  <a:ext cx="218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14:cNvPr>
                <p14:cNvContentPartPr/>
                <p14:nvPr/>
              </p14:nvContentPartPr>
              <p14:xfrm>
                <a:off x="9985142" y="5770465"/>
                <a:ext cx="48600" cy="420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67142" y="5752825"/>
                  <a:ext cx="8424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14:cNvPr>
                <p14:cNvContentPartPr/>
                <p14:nvPr/>
              </p14:nvContentPartPr>
              <p14:xfrm>
                <a:off x="9995942" y="5812225"/>
                <a:ext cx="159840" cy="237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77942" y="5794585"/>
                  <a:ext cx="1954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14:cNvPr>
                <p14:cNvContentPartPr/>
                <p14:nvPr/>
              </p14:nvContentPartPr>
              <p14:xfrm>
                <a:off x="10020062" y="5986825"/>
                <a:ext cx="148320" cy="16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002422" y="5968825"/>
                  <a:ext cx="183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14:cNvPr>
                <p14:cNvContentPartPr/>
                <p14:nvPr/>
              </p14:nvContentPartPr>
              <p14:xfrm>
                <a:off x="10225622" y="5652385"/>
                <a:ext cx="270720" cy="585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07982" y="5634385"/>
                  <a:ext cx="3063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14:cNvPr>
                <p14:cNvContentPartPr/>
                <p14:nvPr/>
              </p14:nvContentPartPr>
              <p14:xfrm>
                <a:off x="10648262" y="5790625"/>
                <a:ext cx="160560" cy="234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630262" y="5772985"/>
                  <a:ext cx="196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14:cNvPr>
                <p14:cNvContentPartPr/>
                <p14:nvPr/>
              </p14:nvContentPartPr>
              <p14:xfrm>
                <a:off x="10938062" y="5994745"/>
                <a:ext cx="46080" cy="86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20062" y="5976745"/>
                  <a:ext cx="81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14:cNvPr>
                <p14:cNvContentPartPr/>
                <p14:nvPr/>
              </p14:nvContentPartPr>
              <p14:xfrm>
                <a:off x="10932302" y="5848225"/>
                <a:ext cx="14400" cy="5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914662" y="5830225"/>
                  <a:ext cx="50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14:cNvPr>
                <p14:cNvContentPartPr/>
                <p14:nvPr/>
              </p14:nvContentPartPr>
              <p14:xfrm>
                <a:off x="11088542" y="5941825"/>
                <a:ext cx="191520" cy="1202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070542" y="5924185"/>
                  <a:ext cx="2271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DA6DDAD-E055-02D7-A435-1D0ACDD39A2B}"/>
              </a:ext>
            </a:extLst>
          </p:cNvPr>
          <p:cNvGrpSpPr/>
          <p:nvPr/>
        </p:nvGrpSpPr>
        <p:grpSpPr>
          <a:xfrm>
            <a:off x="1209062" y="1608865"/>
            <a:ext cx="270000" cy="673920"/>
            <a:chOff x="1209062" y="1608865"/>
            <a:chExt cx="270000" cy="67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14:cNvPr>
                <p14:cNvContentPartPr/>
                <p14:nvPr/>
              </p14:nvContentPartPr>
              <p14:xfrm>
                <a:off x="1303022" y="1641625"/>
                <a:ext cx="176040" cy="64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285382" y="1623625"/>
                  <a:ext cx="21168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14:cNvPr>
                <p14:cNvContentPartPr/>
                <p14:nvPr/>
              </p14:nvContentPartPr>
              <p14:xfrm>
                <a:off x="1209062" y="1608865"/>
                <a:ext cx="163800" cy="89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91062" y="1591225"/>
                  <a:ext cx="1994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D70D65B-A1D8-E085-7E9B-3F54DF7C4FD7}"/>
              </a:ext>
            </a:extLst>
          </p:cNvPr>
          <p:cNvGrpSpPr/>
          <p:nvPr/>
        </p:nvGrpSpPr>
        <p:grpSpPr>
          <a:xfrm>
            <a:off x="2529902" y="1639825"/>
            <a:ext cx="510120" cy="1801080"/>
            <a:chOff x="2529902" y="1639825"/>
            <a:chExt cx="510120" cy="18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14:cNvPr>
                <p14:cNvContentPartPr/>
                <p14:nvPr/>
              </p14:nvContentPartPr>
              <p14:xfrm>
                <a:off x="2981702" y="3340825"/>
                <a:ext cx="58320" cy="100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63702" y="3323185"/>
                  <a:ext cx="9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14:cNvPr>
                <p14:cNvContentPartPr/>
                <p14:nvPr/>
              </p14:nvContentPartPr>
              <p14:xfrm>
                <a:off x="2543582" y="1699945"/>
                <a:ext cx="471960" cy="1650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525582" y="1682305"/>
                  <a:ext cx="507600" cy="16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14:cNvPr>
                <p14:cNvContentPartPr/>
                <p14:nvPr/>
              </p14:nvContentPartPr>
              <p14:xfrm>
                <a:off x="2529902" y="1639825"/>
                <a:ext cx="96480" cy="160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511902" y="1622185"/>
                  <a:ext cx="1321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F814CD3-C1E2-AC0E-40E2-D6468BACD4FD}"/>
              </a:ext>
            </a:extLst>
          </p:cNvPr>
          <p:cNvGrpSpPr/>
          <p:nvPr/>
        </p:nvGrpSpPr>
        <p:grpSpPr>
          <a:xfrm>
            <a:off x="1201862" y="805345"/>
            <a:ext cx="1218240" cy="589680"/>
            <a:chOff x="1201862" y="805345"/>
            <a:chExt cx="12182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14:cNvPr>
                <p14:cNvContentPartPr/>
                <p14:nvPr/>
              </p14:nvContentPartPr>
              <p14:xfrm>
                <a:off x="1201862" y="1014865"/>
                <a:ext cx="129600" cy="24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84222" y="997225"/>
                  <a:ext cx="165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14:cNvPr>
                <p14:cNvContentPartPr/>
                <p14:nvPr/>
              </p14:nvContentPartPr>
              <p14:xfrm>
                <a:off x="1412822" y="1164265"/>
                <a:ext cx="66240" cy="5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395182" y="1146625"/>
                  <a:ext cx="101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14:cNvPr>
                <p14:cNvContentPartPr/>
                <p14:nvPr/>
              </p14:nvContentPartPr>
              <p14:xfrm>
                <a:off x="1392302" y="1029265"/>
                <a:ext cx="11880" cy="68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74662" y="1011625"/>
                  <a:ext cx="47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14:cNvPr>
                <p14:cNvContentPartPr/>
                <p14:nvPr/>
              </p14:nvContentPartPr>
              <p14:xfrm>
                <a:off x="1479422" y="1005505"/>
                <a:ext cx="116640" cy="110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61422" y="987865"/>
                  <a:ext cx="152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14:cNvPr>
                <p14:cNvContentPartPr/>
                <p14:nvPr/>
              </p14:nvContentPartPr>
              <p14:xfrm>
                <a:off x="1820342" y="937105"/>
                <a:ext cx="118800" cy="58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2702" y="919465"/>
                  <a:ext cx="154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14:cNvPr>
                <p14:cNvContentPartPr/>
                <p14:nvPr/>
              </p14:nvContentPartPr>
              <p14:xfrm>
                <a:off x="1964702" y="805345"/>
                <a:ext cx="168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47062" y="787345"/>
                  <a:ext cx="204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14:cNvPr>
                <p14:cNvContentPartPr/>
                <p14:nvPr/>
              </p14:nvContentPartPr>
              <p14:xfrm>
                <a:off x="1341542" y="944305"/>
                <a:ext cx="1078560" cy="4507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323902" y="926305"/>
                  <a:ext cx="11142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B488D74-2E84-1CA0-E0AD-B8F0B64AE4DF}"/>
              </a:ext>
            </a:extLst>
          </p:cNvPr>
          <p:cNvGrpSpPr/>
          <p:nvPr/>
        </p:nvGrpSpPr>
        <p:grpSpPr>
          <a:xfrm>
            <a:off x="1804142" y="1288465"/>
            <a:ext cx="315720" cy="254880"/>
            <a:chOff x="1804142" y="1288465"/>
            <a:chExt cx="3157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14:cNvPr>
                <p14:cNvContentPartPr/>
                <p14:nvPr/>
              </p14:nvContentPartPr>
              <p14:xfrm>
                <a:off x="1813142" y="1359745"/>
                <a:ext cx="133560" cy="183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795142" y="1342105"/>
                  <a:ext cx="1692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14:cNvPr>
                <p14:cNvContentPartPr/>
                <p14:nvPr/>
              </p14:nvContentPartPr>
              <p14:xfrm>
                <a:off x="1804142" y="1294225"/>
                <a:ext cx="161280" cy="1533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786502" y="1276225"/>
                  <a:ext cx="196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14:cNvPr>
                <p14:cNvContentPartPr/>
                <p14:nvPr/>
              </p14:nvContentPartPr>
              <p14:xfrm>
                <a:off x="2000702" y="1288465"/>
                <a:ext cx="119160" cy="2127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83062" y="1270465"/>
                  <a:ext cx="15480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903E878B-A225-2C38-1BA8-FD54D4F15E12}"/>
              </a:ext>
            </a:extLst>
          </p:cNvPr>
          <p:cNvGrpSpPr/>
          <p:nvPr/>
        </p:nvGrpSpPr>
        <p:grpSpPr>
          <a:xfrm>
            <a:off x="2842742" y="841345"/>
            <a:ext cx="2300040" cy="2678400"/>
            <a:chOff x="2842742" y="841345"/>
            <a:chExt cx="2300040" cy="26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14:cNvPr>
                <p14:cNvContentPartPr/>
                <p14:nvPr/>
              </p14:nvContentPartPr>
              <p14:xfrm>
                <a:off x="2961542" y="3365305"/>
                <a:ext cx="34560" cy="10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43902" y="3347305"/>
                  <a:ext cx="70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14:cNvPr>
                <p14:cNvContentPartPr/>
                <p14:nvPr/>
              </p14:nvContentPartPr>
              <p14:xfrm>
                <a:off x="2842742" y="1481425"/>
                <a:ext cx="822600" cy="198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824742" y="1463425"/>
                  <a:ext cx="85824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14:cNvPr>
                <p14:cNvContentPartPr/>
                <p14:nvPr/>
              </p14:nvContentPartPr>
              <p14:xfrm>
                <a:off x="3602342" y="1312225"/>
                <a:ext cx="208080" cy="1101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84342" y="1294225"/>
                  <a:ext cx="243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14:cNvPr>
                <p14:cNvContentPartPr/>
                <p14:nvPr/>
              </p14:nvContentPartPr>
              <p14:xfrm>
                <a:off x="4866662" y="1726945"/>
                <a:ext cx="192960" cy="1792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48662" y="1708945"/>
                  <a:ext cx="228600" cy="18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14:cNvPr>
                <p14:cNvContentPartPr/>
                <p14:nvPr/>
              </p14:nvContentPartPr>
              <p14:xfrm>
                <a:off x="4995182" y="1677265"/>
                <a:ext cx="138240" cy="149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77542" y="1659265"/>
                  <a:ext cx="173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14:cNvPr>
                <p14:cNvContentPartPr/>
                <p14:nvPr/>
              </p14:nvContentPartPr>
              <p14:xfrm>
                <a:off x="3906902" y="1132225"/>
                <a:ext cx="142200" cy="232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888902" y="1114225"/>
                  <a:ext cx="177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14:cNvPr>
                <p14:cNvContentPartPr/>
                <p14:nvPr/>
              </p14:nvContentPartPr>
              <p14:xfrm>
                <a:off x="4201382" y="1101985"/>
                <a:ext cx="171360" cy="59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83742" y="1083985"/>
                  <a:ext cx="207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14:cNvPr>
                <p14:cNvContentPartPr/>
                <p14:nvPr/>
              </p14:nvContentPartPr>
              <p14:xfrm>
                <a:off x="4466702" y="996145"/>
                <a:ext cx="138240" cy="166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49062" y="978505"/>
                  <a:ext cx="173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14:cNvPr>
                <p14:cNvContentPartPr/>
                <p14:nvPr/>
              </p14:nvContentPartPr>
              <p14:xfrm>
                <a:off x="4705022" y="1043305"/>
                <a:ext cx="71640" cy="9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87382" y="1025305"/>
                  <a:ext cx="107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14:cNvPr>
                <p14:cNvContentPartPr/>
                <p14:nvPr/>
              </p14:nvContentPartPr>
              <p14:xfrm>
                <a:off x="4816982" y="971305"/>
                <a:ext cx="180360" cy="124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98982" y="953665"/>
                  <a:ext cx="216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14:cNvPr>
                <p14:cNvContentPartPr/>
                <p14:nvPr/>
              </p14:nvContentPartPr>
              <p14:xfrm>
                <a:off x="5026502" y="841345"/>
                <a:ext cx="87480" cy="1998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008862" y="823345"/>
                  <a:ext cx="123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14:cNvPr>
                <p14:cNvContentPartPr/>
                <p14:nvPr/>
              </p14:nvContentPartPr>
              <p14:xfrm>
                <a:off x="5032982" y="899665"/>
                <a:ext cx="109800" cy="68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015342" y="881665"/>
                  <a:ext cx="145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14:cNvPr>
                <p14:cNvContentPartPr/>
                <p14:nvPr/>
              </p14:nvContentPartPr>
              <p14:xfrm>
                <a:off x="3849662" y="1096585"/>
                <a:ext cx="1285920" cy="447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832022" y="1078945"/>
                  <a:ext cx="13215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14:cNvPr>
                <p14:cNvContentPartPr/>
                <p14:nvPr/>
              </p14:nvContentPartPr>
              <p14:xfrm>
                <a:off x="4287782" y="1518865"/>
                <a:ext cx="104040" cy="247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269782" y="1501225"/>
                  <a:ext cx="139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14:cNvPr>
                <p14:cNvContentPartPr/>
                <p14:nvPr/>
              </p14:nvContentPartPr>
              <p14:xfrm>
                <a:off x="4337462" y="1501225"/>
                <a:ext cx="215640" cy="1490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319822" y="1483585"/>
                  <a:ext cx="251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14:cNvPr>
                <p14:cNvContentPartPr/>
                <p14:nvPr/>
              </p14:nvContentPartPr>
              <p14:xfrm>
                <a:off x="4557422" y="1513825"/>
                <a:ext cx="28080" cy="27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539782" y="1495825"/>
                  <a:ext cx="63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14:cNvPr>
                <p14:cNvContentPartPr/>
                <p14:nvPr/>
              </p14:nvContentPartPr>
              <p14:xfrm>
                <a:off x="4581542" y="1480705"/>
                <a:ext cx="84960" cy="268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63542" y="1462705"/>
                  <a:ext cx="1206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14:cNvPr>
                <p14:cNvContentPartPr/>
                <p14:nvPr/>
              </p14:nvContentPartPr>
              <p14:xfrm>
                <a:off x="4592702" y="1546585"/>
                <a:ext cx="128520" cy="123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74702" y="1528585"/>
                  <a:ext cx="16416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6354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AA68-9210-F8A7-9B67-48BC9917B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6D5D1-3EA4-E7EA-D82C-C63D674B4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14:cNvPr>
              <p14:cNvContentPartPr/>
              <p14:nvPr/>
            </p14:nvContentPartPr>
            <p14:xfrm>
              <a:off x="1664102" y="1570345"/>
              <a:ext cx="1694160" cy="1770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6462" y="1552705"/>
                <a:ext cx="1729800" cy="180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2644295-1FAD-7EA4-CD60-50FEEDFBE65C}"/>
              </a:ext>
            </a:extLst>
          </p:cNvPr>
          <p:cNvGrpSpPr/>
          <p:nvPr/>
        </p:nvGrpSpPr>
        <p:grpSpPr>
          <a:xfrm>
            <a:off x="1773182" y="762505"/>
            <a:ext cx="1015920" cy="464760"/>
            <a:chOff x="1773182" y="762505"/>
            <a:chExt cx="1015920" cy="46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14:cNvPr>
                <p14:cNvContentPartPr/>
                <p14:nvPr/>
              </p14:nvContentPartPr>
              <p14:xfrm>
                <a:off x="1803422" y="857905"/>
                <a:ext cx="41040" cy="36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5422" y="839905"/>
                  <a:ext cx="7668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14:cNvPr>
                <p14:cNvContentPartPr/>
                <p14:nvPr/>
              </p14:nvContentPartPr>
              <p14:xfrm>
                <a:off x="1773182" y="870865"/>
                <a:ext cx="19188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55182" y="853225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14:cNvPr>
                <p14:cNvContentPartPr/>
                <p14:nvPr/>
              </p14:nvContentPartPr>
              <p14:xfrm>
                <a:off x="1825382" y="961585"/>
                <a:ext cx="118080" cy="90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07382" y="943585"/>
                  <a:ext cx="153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14:cNvPr>
                <p14:cNvContentPartPr/>
                <p14:nvPr/>
              </p14:nvContentPartPr>
              <p14:xfrm>
                <a:off x="2011142" y="939265"/>
                <a:ext cx="133560" cy="82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3502" y="921625"/>
                  <a:ext cx="169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14:cNvPr>
                <p14:cNvContentPartPr/>
                <p14:nvPr/>
              </p14:nvContentPartPr>
              <p14:xfrm>
                <a:off x="2203382" y="782305"/>
                <a:ext cx="219960" cy="22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5382" y="764665"/>
                  <a:ext cx="2556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14:cNvPr>
                <p14:cNvContentPartPr/>
                <p14:nvPr/>
              </p14:nvContentPartPr>
              <p14:xfrm>
                <a:off x="2490302" y="832705"/>
                <a:ext cx="66960" cy="8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72662" y="815065"/>
                  <a:ext cx="102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14:cNvPr>
                <p14:cNvContentPartPr/>
                <p14:nvPr/>
              </p14:nvContentPartPr>
              <p14:xfrm>
                <a:off x="2665262" y="762505"/>
                <a:ext cx="123840" cy="22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47622" y="744505"/>
                  <a:ext cx="15948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D6F916-CB7B-2CAF-3501-97B9B66CAB6D}"/>
              </a:ext>
            </a:extLst>
          </p:cNvPr>
          <p:cNvGrpSpPr/>
          <p:nvPr/>
        </p:nvGrpSpPr>
        <p:grpSpPr>
          <a:xfrm>
            <a:off x="4777742" y="3354865"/>
            <a:ext cx="524880" cy="939600"/>
            <a:chOff x="4777742" y="3354865"/>
            <a:chExt cx="524880" cy="93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14:cNvPr>
                <p14:cNvContentPartPr/>
                <p14:nvPr/>
              </p14:nvContentPartPr>
              <p14:xfrm>
                <a:off x="4822382" y="4273945"/>
                <a:ext cx="720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04742" y="4256305"/>
                  <a:ext cx="42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14:cNvPr>
                <p14:cNvContentPartPr/>
                <p14:nvPr/>
              </p14:nvContentPartPr>
              <p14:xfrm>
                <a:off x="4777742" y="3354865"/>
                <a:ext cx="524880" cy="775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60102" y="3336865"/>
                  <a:ext cx="560520" cy="81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14:cNvPr>
              <p14:cNvContentPartPr/>
              <p14:nvPr/>
            </p14:nvContentPartPr>
            <p14:xfrm>
              <a:off x="5309462" y="3365665"/>
              <a:ext cx="757080" cy="1477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91822" y="3347665"/>
                <a:ext cx="792720" cy="151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FAC043F-99EB-518B-4A08-BC58543EC3CD}"/>
              </a:ext>
            </a:extLst>
          </p:cNvPr>
          <p:cNvGrpSpPr/>
          <p:nvPr/>
        </p:nvGrpSpPr>
        <p:grpSpPr>
          <a:xfrm>
            <a:off x="6065102" y="3850945"/>
            <a:ext cx="510120" cy="1112040"/>
            <a:chOff x="6065102" y="3850945"/>
            <a:chExt cx="5101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14:cNvPr>
                <p14:cNvContentPartPr/>
                <p14:nvPr/>
              </p14:nvContentPartPr>
              <p14:xfrm>
                <a:off x="6065102" y="3914305"/>
                <a:ext cx="385560" cy="10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47462" y="3896305"/>
                  <a:ext cx="421200" cy="10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14:cNvPr>
                <p14:cNvContentPartPr/>
                <p14:nvPr/>
              </p14:nvContentPartPr>
              <p14:xfrm>
                <a:off x="6425822" y="3850945"/>
                <a:ext cx="149400" cy="32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07822" y="3832945"/>
                  <a:ext cx="18504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14:cNvPr>
              <p14:cNvContentPartPr/>
              <p14:nvPr/>
            </p14:nvContentPartPr>
            <p14:xfrm>
              <a:off x="2458262" y="1551265"/>
              <a:ext cx="249480" cy="2581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440262" y="1533625"/>
                <a:ext cx="28512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14:cNvPr>
              <p14:cNvContentPartPr/>
              <p14:nvPr/>
            </p14:nvContentPartPr>
            <p14:xfrm>
              <a:off x="2659142" y="1472065"/>
              <a:ext cx="170640" cy="145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41502" y="1454425"/>
                <a:ext cx="2062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14:cNvPr>
              <p14:cNvContentPartPr/>
              <p14:nvPr/>
            </p14:nvContentPartPr>
            <p14:xfrm>
              <a:off x="2957582" y="1321945"/>
              <a:ext cx="155880" cy="135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39942" y="1304305"/>
                <a:ext cx="19152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14:cNvPr>
              <p14:cNvContentPartPr/>
              <p14:nvPr/>
            </p14:nvContentPartPr>
            <p14:xfrm>
              <a:off x="3052622" y="1254265"/>
              <a:ext cx="88200" cy="1202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34622" y="1236265"/>
                <a:ext cx="12384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14:cNvPr>
              <p14:cNvContentPartPr/>
              <p14:nvPr/>
            </p14:nvContentPartPr>
            <p14:xfrm>
              <a:off x="3142982" y="1246345"/>
              <a:ext cx="12240" cy="30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24982" y="1228345"/>
                <a:ext cx="478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14:cNvPr>
              <p14:cNvContentPartPr/>
              <p14:nvPr/>
            </p14:nvContentPartPr>
            <p14:xfrm>
              <a:off x="3204902" y="1068145"/>
              <a:ext cx="121680" cy="165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187262" y="1050505"/>
                <a:ext cx="15732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14:cNvPr>
              <p14:cNvContentPartPr/>
              <p14:nvPr/>
            </p14:nvContentPartPr>
            <p14:xfrm>
              <a:off x="3303542" y="985345"/>
              <a:ext cx="156960" cy="1378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85902" y="967705"/>
                <a:ext cx="1926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14:cNvPr>
              <p14:cNvContentPartPr/>
              <p14:nvPr/>
            </p14:nvContentPartPr>
            <p14:xfrm>
              <a:off x="3425942" y="864025"/>
              <a:ext cx="201960" cy="14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407942" y="846025"/>
                <a:ext cx="2376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14:cNvPr>
              <p14:cNvContentPartPr/>
              <p14:nvPr/>
            </p14:nvContentPartPr>
            <p14:xfrm>
              <a:off x="3515942" y="851065"/>
              <a:ext cx="95400" cy="172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497942" y="833425"/>
                <a:ext cx="1310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14:cNvPr>
              <p14:cNvContentPartPr/>
              <p14:nvPr/>
            </p14:nvContentPartPr>
            <p14:xfrm>
              <a:off x="3619982" y="735865"/>
              <a:ext cx="126720" cy="1242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601982" y="718225"/>
                <a:ext cx="16236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14:cNvPr>
              <p14:cNvContentPartPr/>
              <p14:nvPr/>
            </p14:nvContentPartPr>
            <p14:xfrm>
              <a:off x="3806102" y="598345"/>
              <a:ext cx="106560" cy="1256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88102" y="580705"/>
                <a:ext cx="14220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14:cNvPr>
              <p14:cNvContentPartPr/>
              <p14:nvPr/>
            </p14:nvContentPartPr>
            <p14:xfrm>
              <a:off x="3915902" y="495025"/>
              <a:ext cx="129240" cy="1018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898262" y="477025"/>
                <a:ext cx="16488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14:cNvPr>
              <p14:cNvContentPartPr/>
              <p14:nvPr/>
            </p14:nvContentPartPr>
            <p14:xfrm>
              <a:off x="4031102" y="426985"/>
              <a:ext cx="102240" cy="1015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013102" y="409345"/>
                <a:ext cx="13788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14:cNvPr>
              <p14:cNvContentPartPr/>
              <p14:nvPr/>
            </p14:nvContentPartPr>
            <p14:xfrm>
              <a:off x="4194542" y="322225"/>
              <a:ext cx="9720" cy="176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176542" y="304225"/>
                <a:ext cx="453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14:cNvPr>
              <p14:cNvContentPartPr/>
              <p14:nvPr/>
            </p14:nvContentPartPr>
            <p14:xfrm>
              <a:off x="4300022" y="129625"/>
              <a:ext cx="128160" cy="127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282022" y="111985"/>
                <a:ext cx="1638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1F59C391-1960-9BF0-E9AA-E35D728FCDE6}"/>
              </a:ext>
            </a:extLst>
          </p:cNvPr>
          <p:cNvGrpSpPr/>
          <p:nvPr/>
        </p:nvGrpSpPr>
        <p:grpSpPr>
          <a:xfrm>
            <a:off x="4194902" y="1084345"/>
            <a:ext cx="3881880" cy="2543040"/>
            <a:chOff x="4194902" y="1084345"/>
            <a:chExt cx="3881880" cy="25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14:cNvPr>
                <p14:cNvContentPartPr/>
                <p14:nvPr/>
              </p14:nvContentPartPr>
              <p14:xfrm>
                <a:off x="4541222" y="1423465"/>
                <a:ext cx="1487160" cy="1603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23222" y="1405465"/>
                  <a:ext cx="1522800" cy="16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14:cNvPr>
                <p14:cNvContentPartPr/>
                <p14:nvPr/>
              </p14:nvContentPartPr>
              <p14:xfrm>
                <a:off x="4455902" y="2241025"/>
                <a:ext cx="1666080" cy="155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38262" y="2223025"/>
                  <a:ext cx="170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14:cNvPr>
                <p14:cNvContentPartPr/>
                <p14:nvPr/>
              </p14:nvContentPartPr>
              <p14:xfrm>
                <a:off x="4586942" y="1985425"/>
                <a:ext cx="121320" cy="418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8942" y="1967425"/>
                  <a:ext cx="15696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14:cNvPr>
                <p14:cNvContentPartPr/>
                <p14:nvPr/>
              </p14:nvContentPartPr>
              <p14:xfrm>
                <a:off x="4588382" y="1899745"/>
                <a:ext cx="71280" cy="144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70382" y="1882105"/>
                  <a:ext cx="106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14:cNvPr>
                <p14:cNvContentPartPr/>
                <p14:nvPr/>
              </p14:nvContentPartPr>
              <p14:xfrm>
                <a:off x="4713662" y="1600225"/>
                <a:ext cx="134280" cy="68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96022" y="1582225"/>
                  <a:ext cx="16992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14:cNvPr>
                <p14:cNvContentPartPr/>
                <p14:nvPr/>
              </p14:nvContentPartPr>
              <p14:xfrm>
                <a:off x="4687382" y="1572145"/>
                <a:ext cx="23760" cy="92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669382" y="1554505"/>
                  <a:ext cx="59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14:cNvPr>
                <p14:cNvContentPartPr/>
                <p14:nvPr/>
              </p14:nvContentPartPr>
              <p14:xfrm>
                <a:off x="4844702" y="1468105"/>
                <a:ext cx="164160" cy="90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27062" y="1450465"/>
                  <a:ext cx="19980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14:cNvPr>
                <p14:cNvContentPartPr/>
                <p14:nvPr/>
              </p14:nvContentPartPr>
              <p14:xfrm>
                <a:off x="4786382" y="1440745"/>
                <a:ext cx="8640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68382" y="1423105"/>
                  <a:ext cx="122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14:cNvPr>
                <p14:cNvContentPartPr/>
                <p14:nvPr/>
              </p14:nvContentPartPr>
              <p14:xfrm>
                <a:off x="5083742" y="1883545"/>
                <a:ext cx="30960" cy="387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65742" y="1865545"/>
                  <a:ext cx="6660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14:cNvPr>
                <p14:cNvContentPartPr/>
                <p14:nvPr/>
              </p14:nvContentPartPr>
              <p14:xfrm>
                <a:off x="5042702" y="1879945"/>
                <a:ext cx="73800" cy="40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25062" y="1862305"/>
                  <a:ext cx="109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14:cNvPr>
                <p14:cNvContentPartPr/>
                <p14:nvPr/>
              </p14:nvContentPartPr>
              <p14:xfrm>
                <a:off x="5345462" y="2325985"/>
                <a:ext cx="48960" cy="27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27822" y="2308345"/>
                  <a:ext cx="846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14:cNvPr>
                <p14:cNvContentPartPr/>
                <p14:nvPr/>
              </p14:nvContentPartPr>
              <p14:xfrm>
                <a:off x="5349422" y="2606065"/>
                <a:ext cx="4644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1422" y="2588065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14:cNvPr>
                <p14:cNvContentPartPr/>
                <p14:nvPr/>
              </p14:nvContentPartPr>
              <p14:xfrm>
                <a:off x="5552462" y="2262625"/>
                <a:ext cx="41040" cy="741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34822" y="2244625"/>
                  <a:ext cx="76680" cy="77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14:cNvPr>
                <p14:cNvContentPartPr/>
                <p14:nvPr/>
              </p14:nvContentPartPr>
              <p14:xfrm>
                <a:off x="5509622" y="2830705"/>
                <a:ext cx="7128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91622" y="2813065"/>
                  <a:ext cx="106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14:cNvPr>
                <p14:cNvContentPartPr/>
                <p14:nvPr/>
              </p14:nvContentPartPr>
              <p14:xfrm>
                <a:off x="5696102" y="2315185"/>
                <a:ext cx="90000" cy="47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78462" y="2297185"/>
                  <a:ext cx="12564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14:cNvPr>
                <p14:cNvContentPartPr/>
                <p14:nvPr/>
              </p14:nvContentPartPr>
              <p14:xfrm>
                <a:off x="5720942" y="2684545"/>
                <a:ext cx="75240" cy="88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03302" y="2666905"/>
                  <a:ext cx="110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14:cNvPr>
                <p14:cNvContentPartPr/>
                <p14:nvPr/>
              </p14:nvContentPartPr>
              <p14:xfrm>
                <a:off x="4194902" y="3394465"/>
                <a:ext cx="148320" cy="23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7262" y="3376825"/>
                  <a:ext cx="183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14:cNvPr>
                <p14:cNvContentPartPr/>
                <p14:nvPr/>
              </p14:nvContentPartPr>
              <p14:xfrm>
                <a:off x="4266182" y="3399505"/>
                <a:ext cx="118080" cy="147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48542" y="3381865"/>
                  <a:ext cx="15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14:cNvPr>
                <p14:cNvContentPartPr/>
                <p14:nvPr/>
              </p14:nvContentPartPr>
              <p14:xfrm>
                <a:off x="4428182" y="3446305"/>
                <a:ext cx="70200" cy="10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0542" y="3428665"/>
                  <a:ext cx="105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14:cNvPr>
                <p14:cNvContentPartPr/>
                <p14:nvPr/>
              </p14:nvContentPartPr>
              <p14:xfrm>
                <a:off x="4392902" y="3365665"/>
                <a:ext cx="42840" cy="26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75262" y="3348025"/>
                  <a:ext cx="7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14:cNvPr>
                <p14:cNvContentPartPr/>
                <p14:nvPr/>
              </p14:nvContentPartPr>
              <p14:xfrm>
                <a:off x="4521422" y="3283945"/>
                <a:ext cx="200160" cy="15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503422" y="3266305"/>
                  <a:ext cx="235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14:cNvPr>
                <p14:cNvContentPartPr/>
                <p14:nvPr/>
              </p14:nvContentPartPr>
              <p14:xfrm>
                <a:off x="4609622" y="3135265"/>
                <a:ext cx="20016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1982" y="3117625"/>
                  <a:ext cx="235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14:cNvPr>
                <p14:cNvContentPartPr/>
                <p14:nvPr/>
              </p14:nvContentPartPr>
              <p14:xfrm>
                <a:off x="4897982" y="3111145"/>
                <a:ext cx="97560" cy="84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880342" y="3093505"/>
                  <a:ext cx="133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14:cNvPr>
                <p14:cNvContentPartPr/>
                <p14:nvPr/>
              </p14:nvContentPartPr>
              <p14:xfrm>
                <a:off x="4988342" y="2974345"/>
                <a:ext cx="112680" cy="153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70702" y="2956705"/>
                  <a:ext cx="148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14:cNvPr>
                <p14:cNvContentPartPr/>
                <p14:nvPr/>
              </p14:nvContentPartPr>
              <p14:xfrm>
                <a:off x="4708982" y="3109705"/>
                <a:ext cx="97920" cy="7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90982" y="3091705"/>
                  <a:ext cx="1335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14:cNvPr>
                <p14:cNvContentPartPr/>
                <p14:nvPr/>
              </p14:nvContentPartPr>
              <p14:xfrm>
                <a:off x="5447342" y="2407705"/>
                <a:ext cx="1040760" cy="952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29342" y="2390065"/>
                  <a:ext cx="1076400" cy="9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14:cNvPr>
                <p14:cNvContentPartPr/>
                <p14:nvPr/>
              </p14:nvContentPartPr>
              <p14:xfrm>
                <a:off x="6362102" y="2366305"/>
                <a:ext cx="198360" cy="10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44462" y="2348305"/>
                  <a:ext cx="234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14:cNvPr>
                <p14:cNvContentPartPr/>
                <p14:nvPr/>
              </p14:nvContentPartPr>
              <p14:xfrm>
                <a:off x="6707702" y="2072185"/>
                <a:ext cx="117000" cy="165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89702" y="2054185"/>
                  <a:ext cx="152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14:cNvPr>
                <p14:cNvContentPartPr/>
                <p14:nvPr/>
              </p14:nvContentPartPr>
              <p14:xfrm>
                <a:off x="6915782" y="1951585"/>
                <a:ext cx="64080" cy="86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97782" y="1933945"/>
                  <a:ext cx="99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14:cNvPr>
                <p14:cNvContentPartPr/>
                <p14:nvPr/>
              </p14:nvContentPartPr>
              <p14:xfrm>
                <a:off x="6608342" y="2157505"/>
                <a:ext cx="78840" cy="150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90342" y="2139865"/>
                  <a:ext cx="114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14:cNvPr>
                <p14:cNvContentPartPr/>
                <p14:nvPr/>
              </p14:nvContentPartPr>
              <p14:xfrm>
                <a:off x="7044302" y="1825225"/>
                <a:ext cx="84960" cy="136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26302" y="1807225"/>
                  <a:ext cx="1206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14:cNvPr>
                <p14:cNvContentPartPr/>
                <p14:nvPr/>
              </p14:nvContentPartPr>
              <p14:xfrm>
                <a:off x="7172462" y="1744945"/>
                <a:ext cx="91080" cy="121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54462" y="1727305"/>
                  <a:ext cx="126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14:cNvPr>
                <p14:cNvContentPartPr/>
                <p14:nvPr/>
              </p14:nvContentPartPr>
              <p14:xfrm>
                <a:off x="7282262" y="1647025"/>
                <a:ext cx="103320" cy="199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64262" y="1629025"/>
                  <a:ext cx="138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14:cNvPr>
                <p14:cNvContentPartPr/>
                <p14:nvPr/>
              </p14:nvContentPartPr>
              <p14:xfrm>
                <a:off x="7418702" y="1580065"/>
                <a:ext cx="55800" cy="125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01062" y="1562425"/>
                  <a:ext cx="91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14:cNvPr>
                <p14:cNvContentPartPr/>
                <p14:nvPr/>
              </p14:nvContentPartPr>
              <p14:xfrm>
                <a:off x="7540022" y="1442185"/>
                <a:ext cx="89640" cy="15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2022" y="1424185"/>
                  <a:ext cx="125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14:cNvPr>
                <p14:cNvContentPartPr/>
                <p14:nvPr/>
              </p14:nvContentPartPr>
              <p14:xfrm>
                <a:off x="7682942" y="1357225"/>
                <a:ext cx="104400" cy="104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65302" y="1339585"/>
                  <a:ext cx="140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14:cNvPr>
                <p14:cNvContentPartPr/>
                <p14:nvPr/>
              </p14:nvContentPartPr>
              <p14:xfrm>
                <a:off x="7850702" y="1218265"/>
                <a:ext cx="61560" cy="10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33062" y="1200265"/>
                  <a:ext cx="97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14:cNvPr>
                <p14:cNvContentPartPr/>
                <p14:nvPr/>
              </p14:nvContentPartPr>
              <p14:xfrm>
                <a:off x="6471902" y="2095585"/>
                <a:ext cx="8712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53902" y="2077945"/>
                  <a:ext cx="122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14:cNvPr>
                <p14:cNvContentPartPr/>
                <p14:nvPr/>
              </p14:nvContentPartPr>
              <p14:xfrm>
                <a:off x="6479102" y="2209705"/>
                <a:ext cx="303840" cy="28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61462" y="2191705"/>
                  <a:ext cx="339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14:cNvPr>
                <p14:cNvContentPartPr/>
                <p14:nvPr/>
              </p14:nvContentPartPr>
              <p14:xfrm>
                <a:off x="7789862" y="1084345"/>
                <a:ext cx="286920" cy="336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71862" y="1066345"/>
                  <a:ext cx="322560" cy="37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3842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14:cNvPr>
              <p14:cNvContentPartPr/>
              <p14:nvPr/>
            </p14:nvContentPartPr>
            <p14:xfrm>
              <a:off x="4677302" y="691585"/>
              <a:ext cx="153720" cy="489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59302" y="673945"/>
                <a:ext cx="189360" cy="49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14:cNvPr>
              <p14:cNvContentPartPr/>
              <p14:nvPr/>
            </p14:nvContentPartPr>
            <p14:xfrm>
              <a:off x="5334662" y="954745"/>
              <a:ext cx="18720" cy="267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17022" y="936745"/>
                <a:ext cx="5436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14:cNvPr>
              <p14:cNvContentPartPr/>
              <p14:nvPr/>
            </p14:nvContentPartPr>
            <p14:xfrm>
              <a:off x="5317742" y="806785"/>
              <a:ext cx="5400" cy="55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99742" y="789145"/>
                <a:ext cx="4104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14:cNvPr>
              <p14:cNvContentPartPr/>
              <p14:nvPr/>
            </p14:nvContentPartPr>
            <p14:xfrm>
              <a:off x="5440142" y="961945"/>
              <a:ext cx="167760" cy="154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422142" y="944305"/>
                <a:ext cx="20340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14:cNvPr>
              <p14:cNvContentPartPr/>
              <p14:nvPr/>
            </p14:nvContentPartPr>
            <p14:xfrm>
              <a:off x="5702942" y="894265"/>
              <a:ext cx="96120" cy="180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85302" y="876265"/>
                <a:ext cx="1317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14:cNvPr>
              <p14:cNvContentPartPr/>
              <p14:nvPr/>
            </p14:nvContentPartPr>
            <p14:xfrm>
              <a:off x="5847662" y="899305"/>
              <a:ext cx="144000" cy="173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830022" y="881665"/>
                <a:ext cx="179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14:cNvPr>
              <p14:cNvContentPartPr/>
              <p14:nvPr/>
            </p14:nvContentPartPr>
            <p14:xfrm>
              <a:off x="6070862" y="817945"/>
              <a:ext cx="112680" cy="220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52862" y="799945"/>
                <a:ext cx="14832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14:cNvPr>
              <p14:cNvContentPartPr/>
              <p14:nvPr/>
            </p14:nvContentPartPr>
            <p14:xfrm>
              <a:off x="6348062" y="739465"/>
              <a:ext cx="66240" cy="322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30062" y="721825"/>
                <a:ext cx="1018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14:cNvPr>
              <p14:cNvContentPartPr/>
              <p14:nvPr/>
            </p14:nvContentPartPr>
            <p14:xfrm>
              <a:off x="6353462" y="864025"/>
              <a:ext cx="145080" cy="47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35462" y="846385"/>
                <a:ext cx="1807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14:cNvPr>
              <p14:cNvContentPartPr/>
              <p14:nvPr/>
            </p14:nvContentPartPr>
            <p14:xfrm>
              <a:off x="6507542" y="736225"/>
              <a:ext cx="76680" cy="35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489542" y="718585"/>
                <a:ext cx="11232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14:cNvPr>
              <p14:cNvContentPartPr/>
              <p14:nvPr/>
            </p14:nvContentPartPr>
            <p14:xfrm>
              <a:off x="6674222" y="850705"/>
              <a:ext cx="200520" cy="155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56582" y="833065"/>
                <a:ext cx="2361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14:cNvPr>
              <p14:cNvContentPartPr/>
              <p14:nvPr/>
            </p14:nvContentPartPr>
            <p14:xfrm>
              <a:off x="6929102" y="794185"/>
              <a:ext cx="107640" cy="479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11462" y="776545"/>
                <a:ext cx="143280" cy="51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1659B03F-2957-9602-38CB-EA88F3AC0AC4}"/>
              </a:ext>
            </a:extLst>
          </p:cNvPr>
          <p:cNvGrpSpPr/>
          <p:nvPr/>
        </p:nvGrpSpPr>
        <p:grpSpPr>
          <a:xfrm>
            <a:off x="5150342" y="1452985"/>
            <a:ext cx="2741400" cy="1123920"/>
            <a:chOff x="5150342" y="1452985"/>
            <a:chExt cx="2741400" cy="11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14:cNvPr>
                <p14:cNvContentPartPr/>
                <p14:nvPr/>
              </p14:nvContentPartPr>
              <p14:xfrm>
                <a:off x="5150342" y="1879225"/>
                <a:ext cx="170280" cy="348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132342" y="1861585"/>
                  <a:ext cx="2059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14:cNvPr>
                <p14:cNvContentPartPr/>
                <p14:nvPr/>
              </p14:nvContentPartPr>
              <p14:xfrm>
                <a:off x="5468942" y="2100625"/>
                <a:ext cx="67320" cy="133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50942" y="2082625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14:cNvPr>
                <p14:cNvContentPartPr/>
                <p14:nvPr/>
              </p14:nvContentPartPr>
              <p14:xfrm>
                <a:off x="5608982" y="2065345"/>
                <a:ext cx="164160" cy="117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91342" y="2047705"/>
                  <a:ext cx="199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14:cNvPr>
                <p14:cNvContentPartPr/>
                <p14:nvPr/>
              </p14:nvContentPartPr>
              <p14:xfrm>
                <a:off x="5827862" y="1968145"/>
                <a:ext cx="81000" cy="231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810222" y="1950145"/>
                  <a:ext cx="116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14:cNvPr>
                <p14:cNvContentPartPr/>
                <p14:nvPr/>
              </p14:nvContentPartPr>
              <p14:xfrm>
                <a:off x="5847662" y="1965985"/>
                <a:ext cx="34884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829662" y="1948345"/>
                  <a:ext cx="384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14:cNvPr>
                <p14:cNvContentPartPr/>
                <p14:nvPr/>
              </p14:nvContentPartPr>
              <p14:xfrm>
                <a:off x="6159782" y="1990105"/>
                <a:ext cx="107280" cy="7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42142" y="1972465"/>
                  <a:ext cx="142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14:cNvPr>
                <p14:cNvContentPartPr/>
                <p14:nvPr/>
              </p14:nvContentPartPr>
              <p14:xfrm>
                <a:off x="6327182" y="1710025"/>
                <a:ext cx="144360" cy="6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309542" y="1692025"/>
                  <a:ext cx="1800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14:cNvPr>
                <p14:cNvContentPartPr/>
                <p14:nvPr/>
              </p14:nvContentPartPr>
              <p14:xfrm>
                <a:off x="6586382" y="1452985"/>
                <a:ext cx="109440" cy="40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68742" y="1434985"/>
                  <a:ext cx="14508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14:cNvPr>
                <p14:cNvContentPartPr/>
                <p14:nvPr/>
              </p14:nvContentPartPr>
              <p14:xfrm>
                <a:off x="6592142" y="1527145"/>
                <a:ext cx="207720" cy="19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574502" y="1509505"/>
                  <a:ext cx="24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14:cNvPr>
                <p14:cNvContentPartPr/>
                <p14:nvPr/>
              </p14:nvContentPartPr>
              <p14:xfrm>
                <a:off x="6856742" y="1579705"/>
                <a:ext cx="70200" cy="259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9102" y="1561705"/>
                  <a:ext cx="105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14:cNvPr>
                <p14:cNvContentPartPr/>
                <p14:nvPr/>
              </p14:nvContentPartPr>
              <p14:xfrm>
                <a:off x="6866102" y="1678345"/>
                <a:ext cx="136440" cy="92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48102" y="1660345"/>
                  <a:ext cx="172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14:cNvPr>
                <p14:cNvContentPartPr/>
                <p14:nvPr/>
              </p14:nvContentPartPr>
              <p14:xfrm>
                <a:off x="6411422" y="1882465"/>
                <a:ext cx="751320" cy="145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93422" y="1864465"/>
                  <a:ext cx="786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14:cNvPr>
                <p14:cNvContentPartPr/>
                <p14:nvPr/>
              </p14:nvContentPartPr>
              <p14:xfrm>
                <a:off x="6619502" y="2263345"/>
                <a:ext cx="99720" cy="31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01502" y="2245345"/>
                  <a:ext cx="1353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14:cNvPr>
                <p14:cNvContentPartPr/>
                <p14:nvPr/>
              </p14:nvContentPartPr>
              <p14:xfrm>
                <a:off x="6618062" y="2179105"/>
                <a:ext cx="376920" cy="263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00062" y="2161465"/>
                  <a:ext cx="41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14:cNvPr>
                <p14:cNvContentPartPr/>
                <p14:nvPr/>
              </p14:nvContentPartPr>
              <p14:xfrm>
                <a:off x="6241142" y="1455865"/>
                <a:ext cx="304920" cy="93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23502" y="1437865"/>
                  <a:ext cx="340560" cy="9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14:cNvPr>
                <p14:cNvContentPartPr/>
                <p14:nvPr/>
              </p14:nvContentPartPr>
              <p14:xfrm>
                <a:off x="7120622" y="1540105"/>
                <a:ext cx="106920" cy="56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2982" y="1522105"/>
                  <a:ext cx="14256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14:cNvPr>
                <p14:cNvContentPartPr/>
                <p14:nvPr/>
              </p14:nvContentPartPr>
              <p14:xfrm>
                <a:off x="7389902" y="1814065"/>
                <a:ext cx="156240" cy="202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71902" y="1796065"/>
                  <a:ext cx="191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14:cNvPr>
                <p14:cNvContentPartPr/>
                <p14:nvPr/>
              </p14:nvContentPartPr>
              <p14:xfrm>
                <a:off x="7624262" y="1832425"/>
                <a:ext cx="21960" cy="22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06262" y="1814425"/>
                  <a:ext cx="576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14:cNvPr>
                <p14:cNvContentPartPr/>
                <p14:nvPr/>
              </p14:nvContentPartPr>
              <p14:xfrm>
                <a:off x="7593302" y="1679065"/>
                <a:ext cx="182160" cy="300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575302" y="1661425"/>
                  <a:ext cx="2178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14:cNvPr>
                <p14:cNvContentPartPr/>
                <p14:nvPr/>
              </p14:nvContentPartPr>
              <p14:xfrm>
                <a:off x="7775102" y="1856185"/>
                <a:ext cx="116640" cy="156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57102" y="1838185"/>
                  <a:ext cx="152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84BFE9D-A59A-E658-3F09-9AC36C6A0407}"/>
              </a:ext>
            </a:extLst>
          </p:cNvPr>
          <p:cNvGrpSpPr/>
          <p:nvPr/>
        </p:nvGrpSpPr>
        <p:grpSpPr>
          <a:xfrm>
            <a:off x="6165182" y="2983705"/>
            <a:ext cx="540360" cy="731520"/>
            <a:chOff x="6165182" y="2983705"/>
            <a:chExt cx="54036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14:cNvPr>
                <p14:cNvContentPartPr/>
                <p14:nvPr/>
              </p14:nvContentPartPr>
              <p14:xfrm>
                <a:off x="6165182" y="3327865"/>
                <a:ext cx="96120" cy="30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147542" y="3310225"/>
                  <a:ext cx="131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14:cNvPr>
                <p14:cNvContentPartPr/>
                <p14:nvPr/>
              </p14:nvContentPartPr>
              <p14:xfrm>
                <a:off x="6242582" y="3419665"/>
                <a:ext cx="93600" cy="5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24582" y="3402025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14:cNvPr>
                <p14:cNvContentPartPr/>
                <p14:nvPr/>
              </p14:nvContentPartPr>
              <p14:xfrm>
                <a:off x="6536342" y="3164065"/>
                <a:ext cx="1652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18342" y="3146425"/>
                  <a:ext cx="200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14:cNvPr>
                <p14:cNvContentPartPr/>
                <p14:nvPr/>
              </p14:nvContentPartPr>
              <p14:xfrm>
                <a:off x="6490982" y="2983705"/>
                <a:ext cx="214560" cy="731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72982" y="2966065"/>
                  <a:ext cx="250200" cy="76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2F9DB61-900C-5F38-5754-41F05B53774D}"/>
              </a:ext>
            </a:extLst>
          </p:cNvPr>
          <p:cNvGrpSpPr/>
          <p:nvPr/>
        </p:nvGrpSpPr>
        <p:grpSpPr>
          <a:xfrm>
            <a:off x="6901022" y="2792185"/>
            <a:ext cx="1773720" cy="899280"/>
            <a:chOff x="6901022" y="2792185"/>
            <a:chExt cx="1773720" cy="89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14:cNvPr>
                <p14:cNvContentPartPr/>
                <p14:nvPr/>
              </p14:nvContentPartPr>
              <p14:xfrm>
                <a:off x="6939902" y="2926465"/>
                <a:ext cx="36360" cy="236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21902" y="2908465"/>
                  <a:ext cx="72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14:cNvPr>
                <p14:cNvContentPartPr/>
                <p14:nvPr/>
              </p14:nvContentPartPr>
              <p14:xfrm>
                <a:off x="7037822" y="2913505"/>
                <a:ext cx="152280" cy="21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20182" y="2895505"/>
                  <a:ext cx="1879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14:cNvPr>
                <p14:cNvContentPartPr/>
                <p14:nvPr/>
              </p14:nvContentPartPr>
              <p14:xfrm>
                <a:off x="7075262" y="2891545"/>
                <a:ext cx="254160" cy="133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57262" y="2873545"/>
                  <a:ext cx="289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14:cNvPr>
                <p14:cNvContentPartPr/>
                <p14:nvPr/>
              </p14:nvContentPartPr>
              <p14:xfrm>
                <a:off x="7369382" y="2839705"/>
                <a:ext cx="47520" cy="184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351382" y="2822065"/>
                  <a:ext cx="831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14:cNvPr>
                <p14:cNvContentPartPr/>
                <p14:nvPr/>
              </p14:nvContentPartPr>
              <p14:xfrm>
                <a:off x="7427702" y="2792185"/>
                <a:ext cx="175680" cy="149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409702" y="2774185"/>
                  <a:ext cx="211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14:cNvPr>
                <p14:cNvContentPartPr/>
                <p14:nvPr/>
              </p14:nvContentPartPr>
              <p14:xfrm>
                <a:off x="6901022" y="3120505"/>
                <a:ext cx="872280" cy="215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883022" y="3102865"/>
                  <a:ext cx="907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14:cNvPr>
                <p14:cNvContentPartPr/>
                <p14:nvPr/>
              </p14:nvContentPartPr>
              <p14:xfrm>
                <a:off x="7188662" y="3462865"/>
                <a:ext cx="71280" cy="22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70662" y="3444865"/>
                  <a:ext cx="10692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14:cNvPr>
                <p14:cNvContentPartPr/>
                <p14:nvPr/>
              </p14:nvContentPartPr>
              <p14:xfrm>
                <a:off x="7345982" y="3436585"/>
                <a:ext cx="112680" cy="200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28342" y="3418585"/>
                  <a:ext cx="148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14:cNvPr>
                <p14:cNvContentPartPr/>
                <p14:nvPr/>
              </p14:nvContentPartPr>
              <p14:xfrm>
                <a:off x="7512302" y="3381145"/>
                <a:ext cx="86040" cy="205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4662" y="3363505"/>
                  <a:ext cx="121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14:cNvPr>
                <p14:cNvContentPartPr/>
                <p14:nvPr/>
              </p14:nvContentPartPr>
              <p14:xfrm>
                <a:off x="7561982" y="3373225"/>
                <a:ext cx="83160" cy="123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43982" y="3355225"/>
                  <a:ext cx="118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14:cNvPr>
                <p14:cNvContentPartPr/>
                <p14:nvPr/>
              </p14:nvContentPartPr>
              <p14:xfrm>
                <a:off x="7813262" y="2823865"/>
                <a:ext cx="219960" cy="496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95622" y="2806225"/>
                  <a:ext cx="25560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14:cNvPr>
                <p14:cNvContentPartPr/>
                <p14:nvPr/>
              </p14:nvContentPartPr>
              <p14:xfrm>
                <a:off x="8168222" y="2943385"/>
                <a:ext cx="126000" cy="140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150222" y="2925385"/>
                  <a:ext cx="161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14:cNvPr>
                <p14:cNvContentPartPr/>
                <p14:nvPr/>
              </p14:nvContentPartPr>
              <p14:xfrm>
                <a:off x="8430302" y="2855905"/>
                <a:ext cx="43920" cy="297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12302" y="2838265"/>
                  <a:ext cx="795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14:cNvPr>
                <p14:cNvContentPartPr/>
                <p14:nvPr/>
              </p14:nvContentPartPr>
              <p14:xfrm>
                <a:off x="8535782" y="2970385"/>
                <a:ext cx="138960" cy="125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17782" y="2952745"/>
                  <a:ext cx="17460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59DD77-20FF-88E7-4995-DE68603C7530}"/>
              </a:ext>
            </a:extLst>
          </p:cNvPr>
          <p:cNvGrpSpPr/>
          <p:nvPr/>
        </p:nvGrpSpPr>
        <p:grpSpPr>
          <a:xfrm>
            <a:off x="6393422" y="4355305"/>
            <a:ext cx="177120" cy="162720"/>
            <a:chOff x="6393422" y="4355305"/>
            <a:chExt cx="177120" cy="16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14:cNvPr>
                <p14:cNvContentPartPr/>
                <p14:nvPr/>
              </p14:nvContentPartPr>
              <p14:xfrm>
                <a:off x="6393422" y="4355305"/>
                <a:ext cx="137160" cy="74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75782" y="4337665"/>
                  <a:ext cx="172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14:cNvPr>
                <p14:cNvContentPartPr/>
                <p14:nvPr/>
              </p14:nvContentPartPr>
              <p14:xfrm>
                <a:off x="6479102" y="4463305"/>
                <a:ext cx="91440" cy="54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61102" y="4445305"/>
                  <a:ext cx="1270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E429BB-C09A-8342-A3AF-EBDB9E163C1B}"/>
              </a:ext>
            </a:extLst>
          </p:cNvPr>
          <p:cNvGrpSpPr/>
          <p:nvPr/>
        </p:nvGrpSpPr>
        <p:grpSpPr>
          <a:xfrm>
            <a:off x="6778262" y="4014745"/>
            <a:ext cx="816120" cy="653400"/>
            <a:chOff x="6778262" y="4014745"/>
            <a:chExt cx="816120" cy="6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14:cNvPr>
                <p14:cNvContentPartPr/>
                <p14:nvPr/>
              </p14:nvContentPartPr>
              <p14:xfrm>
                <a:off x="6778262" y="4014745"/>
                <a:ext cx="213840" cy="653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60622" y="3997105"/>
                  <a:ext cx="24948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14:cNvPr>
                <p14:cNvContentPartPr/>
                <p14:nvPr/>
              </p14:nvContentPartPr>
              <p14:xfrm>
                <a:off x="6984902" y="4297345"/>
                <a:ext cx="43200" cy="20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967262" y="4279345"/>
                  <a:ext cx="78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14:cNvPr>
                <p14:cNvContentPartPr/>
                <p14:nvPr/>
              </p14:nvContentPartPr>
              <p14:xfrm>
                <a:off x="7191902" y="4177465"/>
                <a:ext cx="36000" cy="29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173902" y="4159825"/>
                  <a:ext cx="71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14:cNvPr>
                <p14:cNvContentPartPr/>
                <p14:nvPr/>
              </p14:nvContentPartPr>
              <p14:xfrm>
                <a:off x="7348502" y="4169185"/>
                <a:ext cx="1051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330502" y="4151185"/>
                  <a:ext cx="140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14:cNvPr>
                <p14:cNvContentPartPr/>
                <p14:nvPr/>
              </p14:nvContentPartPr>
              <p14:xfrm>
                <a:off x="7495022" y="4057585"/>
                <a:ext cx="99360" cy="436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477382" y="4039945"/>
                  <a:ext cx="135000" cy="47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89D2451-32B1-67BF-38F0-56E225075558}"/>
              </a:ext>
            </a:extLst>
          </p:cNvPr>
          <p:cNvGrpSpPr/>
          <p:nvPr/>
        </p:nvGrpSpPr>
        <p:grpSpPr>
          <a:xfrm>
            <a:off x="7803902" y="4028065"/>
            <a:ext cx="524520" cy="262440"/>
            <a:chOff x="7803902" y="4028065"/>
            <a:chExt cx="52452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14:cNvPr>
                <p14:cNvContentPartPr/>
                <p14:nvPr/>
              </p14:nvContentPartPr>
              <p14:xfrm>
                <a:off x="7803902" y="4065145"/>
                <a:ext cx="2718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86262" y="4047145"/>
                  <a:ext cx="3074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14:cNvPr>
                <p14:cNvContentPartPr/>
                <p14:nvPr/>
              </p14:nvContentPartPr>
              <p14:xfrm>
                <a:off x="8050502" y="4028065"/>
                <a:ext cx="648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32502" y="4010065"/>
                  <a:ext cx="42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14:cNvPr>
                <p14:cNvContentPartPr/>
                <p14:nvPr/>
              </p14:nvContentPartPr>
              <p14:xfrm>
                <a:off x="8154182" y="4111225"/>
                <a:ext cx="174240" cy="100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136542" y="4093225"/>
                  <a:ext cx="209880" cy="13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10366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3029C99-E452-6A2D-3DB1-C0A95FE43341}"/>
              </a:ext>
            </a:extLst>
          </p:cNvPr>
          <p:cNvGrpSpPr/>
          <p:nvPr/>
        </p:nvGrpSpPr>
        <p:grpSpPr>
          <a:xfrm>
            <a:off x="5235827" y="2170954"/>
            <a:ext cx="1212840" cy="502920"/>
            <a:chOff x="5235827" y="2170954"/>
            <a:chExt cx="1212840" cy="50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14:cNvPr>
                <p14:cNvContentPartPr/>
                <p14:nvPr/>
              </p14:nvContentPartPr>
              <p14:xfrm>
                <a:off x="5235827" y="2170954"/>
                <a:ext cx="200520" cy="502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17827" y="2152954"/>
                  <a:ext cx="2361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14:cNvPr>
                <p14:cNvContentPartPr/>
                <p14:nvPr/>
              </p14:nvContentPartPr>
              <p14:xfrm>
                <a:off x="5589707" y="2512234"/>
                <a:ext cx="57240" cy="161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71707" y="2494234"/>
                  <a:ext cx="92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14:cNvPr>
                <p14:cNvContentPartPr/>
                <p14:nvPr/>
              </p14:nvContentPartPr>
              <p14:xfrm>
                <a:off x="5794907" y="2438074"/>
                <a:ext cx="188280" cy="226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76907" y="2420074"/>
                  <a:ext cx="223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14:cNvPr>
                <p14:cNvContentPartPr/>
                <p14:nvPr/>
              </p14:nvContentPartPr>
              <p14:xfrm>
                <a:off x="6055907" y="2280754"/>
                <a:ext cx="7704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7907" y="2262754"/>
                  <a:ext cx="11268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14:cNvPr>
                <p14:cNvContentPartPr/>
                <p14:nvPr/>
              </p14:nvContentPartPr>
              <p14:xfrm>
                <a:off x="6018107" y="2435554"/>
                <a:ext cx="364680" cy="11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000467" y="2417914"/>
                  <a:ext cx="40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14:cNvPr>
                <p14:cNvContentPartPr/>
                <p14:nvPr/>
              </p14:nvContentPartPr>
              <p14:xfrm>
                <a:off x="6388187" y="2502874"/>
                <a:ext cx="60480" cy="1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0547" y="2484874"/>
                  <a:ext cx="961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4F4B21-6DB4-EB54-AEE5-8EFCAF193FBA}"/>
              </a:ext>
            </a:extLst>
          </p:cNvPr>
          <p:cNvGrpSpPr/>
          <p:nvPr/>
        </p:nvGrpSpPr>
        <p:grpSpPr>
          <a:xfrm>
            <a:off x="6803987" y="1921114"/>
            <a:ext cx="2008800" cy="1190160"/>
            <a:chOff x="6803987" y="1921114"/>
            <a:chExt cx="2008800" cy="11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14:cNvPr>
                <p14:cNvContentPartPr/>
                <p14:nvPr/>
              </p14:nvContentPartPr>
              <p14:xfrm>
                <a:off x="6803987" y="2267794"/>
                <a:ext cx="162720" cy="3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5987" y="2249794"/>
                  <a:ext cx="198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14:cNvPr>
                <p14:cNvContentPartPr/>
                <p14:nvPr/>
              </p14:nvContentPartPr>
              <p14:xfrm>
                <a:off x="7208627" y="1921114"/>
                <a:ext cx="78840" cy="392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90627" y="1903114"/>
                  <a:ext cx="114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14:cNvPr>
                <p14:cNvContentPartPr/>
                <p14:nvPr/>
              </p14:nvContentPartPr>
              <p14:xfrm>
                <a:off x="7167587" y="1932634"/>
                <a:ext cx="170640" cy="215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9587" y="1914994"/>
                  <a:ext cx="206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14:cNvPr>
                <p14:cNvContentPartPr/>
                <p14:nvPr/>
              </p14:nvContentPartPr>
              <p14:xfrm>
                <a:off x="7481867" y="1988434"/>
                <a:ext cx="61920" cy="29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464227" y="1970434"/>
                  <a:ext cx="975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14:cNvPr>
                <p14:cNvContentPartPr/>
                <p14:nvPr/>
              </p14:nvContentPartPr>
              <p14:xfrm>
                <a:off x="7405907" y="2096794"/>
                <a:ext cx="141840" cy="58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07" y="2078794"/>
                  <a:ext cx="1774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14:cNvPr>
                <p14:cNvContentPartPr/>
                <p14:nvPr/>
              </p14:nvContentPartPr>
              <p14:xfrm>
                <a:off x="6971747" y="2431234"/>
                <a:ext cx="865800" cy="13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954107" y="2413594"/>
                  <a:ext cx="901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14:cNvPr>
                <p14:cNvContentPartPr/>
                <p14:nvPr/>
              </p14:nvContentPartPr>
              <p14:xfrm>
                <a:off x="7288907" y="2700874"/>
                <a:ext cx="87120" cy="410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70907" y="2682874"/>
                  <a:ext cx="12276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14:cNvPr>
                <p14:cNvContentPartPr/>
                <p14:nvPr/>
              </p14:nvContentPartPr>
              <p14:xfrm>
                <a:off x="7253987" y="2704114"/>
                <a:ext cx="225000" cy="221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36347" y="2686114"/>
                  <a:ext cx="26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14:cNvPr>
                <p14:cNvContentPartPr/>
                <p14:nvPr/>
              </p14:nvContentPartPr>
              <p14:xfrm>
                <a:off x="7533707" y="2674594"/>
                <a:ext cx="83520" cy="247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515707" y="2656594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14:cNvPr>
                <p14:cNvContentPartPr/>
                <p14:nvPr/>
              </p14:nvContentPartPr>
              <p14:xfrm>
                <a:off x="8006747" y="2374354"/>
                <a:ext cx="5040" cy="36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989107" y="2356354"/>
                  <a:ext cx="40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14:cNvPr>
                <p14:cNvContentPartPr/>
                <p14:nvPr/>
              </p14:nvContentPartPr>
              <p14:xfrm>
                <a:off x="8075507" y="2127034"/>
                <a:ext cx="231480" cy="271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57507" y="2109034"/>
                  <a:ext cx="2671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14:cNvPr>
                <p14:cNvContentPartPr/>
                <p14:nvPr/>
              </p14:nvContentPartPr>
              <p14:xfrm>
                <a:off x="8418947" y="2156194"/>
                <a:ext cx="62280" cy="270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00947" y="2138194"/>
                  <a:ext cx="97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14:cNvPr>
                <p14:cNvContentPartPr/>
                <p14:nvPr/>
              </p14:nvContentPartPr>
              <p14:xfrm>
                <a:off x="8642147" y="2224954"/>
                <a:ext cx="170640" cy="10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24507" y="2207314"/>
                  <a:ext cx="2062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6945A6-390E-2612-5037-052C54EFB18B}"/>
              </a:ext>
            </a:extLst>
          </p:cNvPr>
          <p:cNvGrpSpPr/>
          <p:nvPr/>
        </p:nvGrpSpPr>
        <p:grpSpPr>
          <a:xfrm>
            <a:off x="6197747" y="3893914"/>
            <a:ext cx="190440" cy="137520"/>
            <a:chOff x="6197747" y="3893914"/>
            <a:chExt cx="19044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14:cNvPr>
                <p14:cNvContentPartPr/>
                <p14:nvPr/>
              </p14:nvContentPartPr>
              <p14:xfrm>
                <a:off x="6197747" y="3893914"/>
                <a:ext cx="12168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80107" y="3875914"/>
                  <a:ext cx="157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14:cNvPr>
                <p14:cNvContentPartPr/>
                <p14:nvPr/>
              </p14:nvContentPartPr>
              <p14:xfrm>
                <a:off x="6312227" y="4011634"/>
                <a:ext cx="75960" cy="1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4227" y="3993634"/>
                  <a:ext cx="11160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002758B-948C-FE0D-722C-1DFEF4A85BCB}"/>
              </a:ext>
            </a:extLst>
          </p:cNvPr>
          <p:cNvGrpSpPr/>
          <p:nvPr/>
        </p:nvGrpSpPr>
        <p:grpSpPr>
          <a:xfrm>
            <a:off x="6842867" y="3330154"/>
            <a:ext cx="2445120" cy="1049760"/>
            <a:chOff x="6842867" y="3330154"/>
            <a:chExt cx="2445120" cy="10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14:cNvPr>
                <p14:cNvContentPartPr/>
                <p14:nvPr/>
              </p14:nvContentPartPr>
              <p14:xfrm>
                <a:off x="6842867" y="3658474"/>
                <a:ext cx="127440" cy="23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25227" y="3640474"/>
                  <a:ext cx="163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14:cNvPr>
                <p14:cNvContentPartPr/>
                <p14:nvPr/>
              </p14:nvContentPartPr>
              <p14:xfrm>
                <a:off x="7243547" y="3464074"/>
                <a:ext cx="28800" cy="265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225907" y="3446434"/>
                  <a:ext cx="64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14:cNvPr>
                <p14:cNvContentPartPr/>
                <p14:nvPr/>
              </p14:nvContentPartPr>
              <p14:xfrm>
                <a:off x="7392947" y="3492154"/>
                <a:ext cx="208440" cy="25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374947" y="3474514"/>
                  <a:ext cx="2440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14:cNvPr>
                <p14:cNvContentPartPr/>
                <p14:nvPr/>
              </p14:nvContentPartPr>
              <p14:xfrm>
                <a:off x="7748987" y="3414394"/>
                <a:ext cx="95760" cy="17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30987" y="3396394"/>
                  <a:ext cx="131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14:cNvPr>
                <p14:cNvContentPartPr/>
                <p14:nvPr/>
              </p14:nvContentPartPr>
              <p14:xfrm>
                <a:off x="8022947" y="3330154"/>
                <a:ext cx="27000" cy="25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005307" y="3312154"/>
                  <a:ext cx="62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14:cNvPr>
                <p14:cNvContentPartPr/>
                <p14:nvPr/>
              </p14:nvContentPartPr>
              <p14:xfrm>
                <a:off x="8050667" y="3363274"/>
                <a:ext cx="116640" cy="144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33027" y="3345634"/>
                  <a:ext cx="152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14:cNvPr>
                <p14:cNvContentPartPr/>
                <p14:nvPr/>
              </p14:nvContentPartPr>
              <p14:xfrm>
                <a:off x="7032227" y="3711034"/>
                <a:ext cx="1519560" cy="184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14227" y="3693034"/>
                  <a:ext cx="1555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14:cNvPr>
                <p14:cNvContentPartPr/>
                <p14:nvPr/>
              </p14:nvContentPartPr>
              <p14:xfrm>
                <a:off x="7480427" y="4085794"/>
                <a:ext cx="42480" cy="29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62787" y="4068154"/>
                  <a:ext cx="78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14:cNvPr>
                <p14:cNvContentPartPr/>
                <p14:nvPr/>
              </p14:nvContentPartPr>
              <p14:xfrm>
                <a:off x="7636307" y="4056274"/>
                <a:ext cx="141120" cy="25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18307" y="4038634"/>
                  <a:ext cx="176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14:cNvPr>
                <p14:cNvContentPartPr/>
                <p14:nvPr/>
              </p14:nvContentPartPr>
              <p14:xfrm>
                <a:off x="7923587" y="4005154"/>
                <a:ext cx="40680" cy="21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05587" y="3987514"/>
                  <a:ext cx="76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14:cNvPr>
                <p14:cNvContentPartPr/>
                <p14:nvPr/>
              </p14:nvContentPartPr>
              <p14:xfrm>
                <a:off x="7986227" y="4015594"/>
                <a:ext cx="100440" cy="118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68587" y="3997594"/>
                  <a:ext cx="1360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14:cNvPr>
                <p14:cNvContentPartPr/>
                <p14:nvPr/>
              </p14:nvContentPartPr>
              <p14:xfrm>
                <a:off x="8661947" y="3552634"/>
                <a:ext cx="136800" cy="184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644307" y="3534634"/>
                  <a:ext cx="172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14:cNvPr>
                <p14:cNvContentPartPr/>
                <p14:nvPr/>
              </p14:nvContentPartPr>
              <p14:xfrm>
                <a:off x="8983427" y="3635074"/>
                <a:ext cx="24840" cy="123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65427" y="3617434"/>
                  <a:ext cx="60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14:cNvPr>
                <p14:cNvContentPartPr/>
                <p14:nvPr/>
              </p14:nvContentPartPr>
              <p14:xfrm>
                <a:off x="8921147" y="3493234"/>
                <a:ext cx="366840" cy="174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03507" y="3475234"/>
                  <a:ext cx="40248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9A234-E81E-AEFC-028D-8F7848CC0CA2}"/>
              </a:ext>
            </a:extLst>
          </p:cNvPr>
          <p:cNvGrpSpPr/>
          <p:nvPr/>
        </p:nvGrpSpPr>
        <p:grpSpPr>
          <a:xfrm>
            <a:off x="6935387" y="4622554"/>
            <a:ext cx="1013760" cy="813240"/>
            <a:chOff x="6935387" y="4622554"/>
            <a:chExt cx="1013760" cy="8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14:cNvPr>
                <p14:cNvContentPartPr/>
                <p14:nvPr/>
              </p14:nvContentPartPr>
              <p14:xfrm>
                <a:off x="6935387" y="4656034"/>
                <a:ext cx="19440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17387" y="4638034"/>
                  <a:ext cx="23004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14:cNvPr>
                <p14:cNvContentPartPr/>
                <p14:nvPr/>
              </p14:nvContentPartPr>
              <p14:xfrm>
                <a:off x="7161107" y="5033674"/>
                <a:ext cx="219960" cy="51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143107" y="5016034"/>
                  <a:ext cx="25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14:cNvPr>
                <p14:cNvContentPartPr/>
                <p14:nvPr/>
              </p14:nvContentPartPr>
              <p14:xfrm>
                <a:off x="7473947" y="4810474"/>
                <a:ext cx="68400" cy="48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55947" y="4792834"/>
                  <a:ext cx="10404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14:cNvPr>
                <p14:cNvContentPartPr/>
                <p14:nvPr/>
              </p14:nvContentPartPr>
              <p14:xfrm>
                <a:off x="7631267" y="4892914"/>
                <a:ext cx="148320" cy="236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13267" y="4874914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14:cNvPr>
                <p14:cNvContentPartPr/>
                <p14:nvPr/>
              </p14:nvContentPartPr>
              <p14:xfrm>
                <a:off x="7782827" y="4622554"/>
                <a:ext cx="166320" cy="59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65187" y="4604554"/>
                  <a:ext cx="201960" cy="62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6C3E00-2746-5EA2-D963-7FB1F876FCFA}"/>
              </a:ext>
            </a:extLst>
          </p:cNvPr>
          <p:cNvGrpSpPr/>
          <p:nvPr/>
        </p:nvGrpSpPr>
        <p:grpSpPr>
          <a:xfrm>
            <a:off x="8268827" y="4736674"/>
            <a:ext cx="667800" cy="283320"/>
            <a:chOff x="8268827" y="4736674"/>
            <a:chExt cx="66780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14:cNvPr>
                <p14:cNvContentPartPr/>
                <p14:nvPr/>
              </p14:nvContentPartPr>
              <p14:xfrm>
                <a:off x="8268827" y="4736674"/>
                <a:ext cx="175320" cy="26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51187" y="4719034"/>
                  <a:ext cx="210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14:cNvPr>
                <p14:cNvContentPartPr/>
                <p14:nvPr/>
              </p14:nvContentPartPr>
              <p14:xfrm>
                <a:off x="8609387" y="4922794"/>
                <a:ext cx="24840" cy="97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91387" y="4904794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14:cNvPr>
                <p14:cNvContentPartPr/>
                <p14:nvPr/>
              </p14:nvContentPartPr>
              <p14:xfrm>
                <a:off x="8624867" y="4756114"/>
                <a:ext cx="30240" cy="66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06867" y="4738114"/>
                  <a:ext cx="65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14:cNvPr>
                <p14:cNvContentPartPr/>
                <p14:nvPr/>
              </p14:nvContentPartPr>
              <p14:xfrm>
                <a:off x="8815307" y="4873834"/>
                <a:ext cx="121320" cy="122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97667" y="4855834"/>
                  <a:ext cx="1569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865C0E-3270-BBF2-D1AE-8C74C991B9F7}"/>
              </a:ext>
            </a:extLst>
          </p:cNvPr>
          <p:cNvGrpSpPr/>
          <p:nvPr/>
        </p:nvGrpSpPr>
        <p:grpSpPr>
          <a:xfrm>
            <a:off x="5649827" y="4960234"/>
            <a:ext cx="1067040" cy="420120"/>
            <a:chOff x="5649827" y="4960234"/>
            <a:chExt cx="106704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14:cNvPr>
                <p14:cNvContentPartPr/>
                <p14:nvPr/>
              </p14:nvContentPartPr>
              <p14:xfrm>
                <a:off x="6549107" y="5044474"/>
                <a:ext cx="96480" cy="4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31107" y="5026474"/>
                  <a:ext cx="132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14:cNvPr>
                <p14:cNvContentPartPr/>
                <p14:nvPr/>
              </p14:nvContentPartPr>
              <p14:xfrm>
                <a:off x="6675107" y="5163634"/>
                <a:ext cx="41760" cy="15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657107" y="5145634"/>
                  <a:ext cx="7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14:cNvPr>
                <p14:cNvContentPartPr/>
                <p14:nvPr/>
              </p14:nvContentPartPr>
              <p14:xfrm>
                <a:off x="5649827" y="5011714"/>
                <a:ext cx="215280" cy="329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1827" y="4994074"/>
                  <a:ext cx="2509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14:cNvPr>
                <p14:cNvContentPartPr/>
                <p14:nvPr/>
              </p14:nvContentPartPr>
              <p14:xfrm>
                <a:off x="6025307" y="5244994"/>
                <a:ext cx="122040" cy="13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07307" y="5226994"/>
                  <a:ext cx="157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14:cNvPr>
                <p14:cNvContentPartPr/>
                <p14:nvPr/>
              </p14:nvContentPartPr>
              <p14:xfrm>
                <a:off x="6197027" y="5188834"/>
                <a:ext cx="199800" cy="143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79387" y="5171194"/>
                  <a:ext cx="235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14:cNvPr>
                <p14:cNvContentPartPr/>
                <p14:nvPr/>
              </p14:nvContentPartPr>
              <p14:xfrm>
                <a:off x="6405467" y="4960234"/>
                <a:ext cx="124200" cy="284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387467" y="4942594"/>
                  <a:ext cx="1598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14:cNvPr>
                <p14:cNvContentPartPr/>
                <p14:nvPr/>
              </p14:nvContentPartPr>
              <p14:xfrm>
                <a:off x="6412307" y="5025394"/>
                <a:ext cx="97200" cy="110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94307" y="5007394"/>
                  <a:ext cx="132840" cy="14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7571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A4F1-B869-3DF6-6207-214B5FA4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readout circuit</a:t>
            </a:r>
          </a:p>
        </p:txBody>
      </p:sp>
      <p:pic>
        <p:nvPicPr>
          <p:cNvPr id="6" name="Content Placeholder 5" descr="A diagram of a triangle with a voltage and a voltage&#10;&#10;Description automatically generated with medium confidence">
            <a:extLst>
              <a:ext uri="{FF2B5EF4-FFF2-40B4-BE49-F238E27FC236}">
                <a16:creationId xmlns:a16="http://schemas.microsoft.com/office/drawing/2014/main" id="{24FBCCDB-F234-2B13-5D99-23377D5AE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5" y="2010486"/>
            <a:ext cx="4821424" cy="2967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DED7-B2A1-7948-6550-F63363D7C6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F7DC05-8B43-72AD-0515-F95543511000}"/>
              </a:ext>
            </a:extLst>
          </p:cNvPr>
          <p:cNvGrpSpPr/>
          <p:nvPr/>
        </p:nvGrpSpPr>
        <p:grpSpPr>
          <a:xfrm>
            <a:off x="6608147" y="1785394"/>
            <a:ext cx="2725200" cy="1167120"/>
            <a:chOff x="6608147" y="1785394"/>
            <a:chExt cx="2725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14:cNvPr>
                <p14:cNvContentPartPr/>
                <p14:nvPr/>
              </p14:nvContentPartPr>
              <p14:xfrm>
                <a:off x="6717587" y="1785394"/>
                <a:ext cx="181080" cy="415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99587" y="1767754"/>
                  <a:ext cx="2167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14:cNvPr>
                <p14:cNvContentPartPr/>
                <p14:nvPr/>
              </p14:nvContentPartPr>
              <p14:xfrm>
                <a:off x="7019987" y="1973314"/>
                <a:ext cx="18360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01987" y="1955314"/>
                  <a:ext cx="219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14:cNvPr>
                <p14:cNvContentPartPr/>
                <p14:nvPr/>
              </p14:nvContentPartPr>
              <p14:xfrm>
                <a:off x="7373147" y="1820314"/>
                <a:ext cx="151200" cy="27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55507" y="1802674"/>
                  <a:ext cx="1868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14:cNvPr>
                <p14:cNvContentPartPr/>
                <p14:nvPr/>
              </p14:nvContentPartPr>
              <p14:xfrm>
                <a:off x="7680947" y="2010034"/>
                <a:ext cx="79560" cy="12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2947" y="1992394"/>
                  <a:ext cx="115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14:cNvPr>
                <p14:cNvContentPartPr/>
                <p14:nvPr/>
              </p14:nvContentPartPr>
              <p14:xfrm>
                <a:off x="7886507" y="1986994"/>
                <a:ext cx="169920" cy="18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68867" y="1968994"/>
                  <a:ext cx="205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14:cNvPr>
                <p14:cNvContentPartPr/>
                <p14:nvPr/>
              </p14:nvContentPartPr>
              <p14:xfrm>
                <a:off x="8137427" y="1842994"/>
                <a:ext cx="57240" cy="31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19427" y="1824994"/>
                  <a:ext cx="928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14:cNvPr>
                <p14:cNvContentPartPr/>
                <p14:nvPr/>
              </p14:nvContentPartPr>
              <p14:xfrm>
                <a:off x="8106467" y="2007514"/>
                <a:ext cx="149400" cy="64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088467" y="1989874"/>
                  <a:ext cx="18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14:cNvPr>
                <p14:cNvContentPartPr/>
                <p14:nvPr/>
              </p14:nvContentPartPr>
              <p14:xfrm>
                <a:off x="6608147" y="2281114"/>
                <a:ext cx="1920240" cy="133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90147" y="2263474"/>
                  <a:ext cx="1955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14:cNvPr>
                <p14:cNvContentPartPr/>
                <p14:nvPr/>
              </p14:nvContentPartPr>
              <p14:xfrm>
                <a:off x="7437587" y="2568034"/>
                <a:ext cx="42480" cy="342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19947" y="2550034"/>
                  <a:ext cx="7812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14:cNvPr>
                <p14:cNvContentPartPr/>
                <p14:nvPr/>
              </p14:nvContentPartPr>
              <p14:xfrm>
                <a:off x="7428947" y="2544994"/>
                <a:ext cx="128520" cy="221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10947" y="2526994"/>
                  <a:ext cx="164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14:cNvPr>
                <p14:cNvContentPartPr/>
                <p14:nvPr/>
              </p14:nvContentPartPr>
              <p14:xfrm>
                <a:off x="7721627" y="2627434"/>
                <a:ext cx="82080" cy="325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703987" y="2609794"/>
                  <a:ext cx="1177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14:cNvPr>
                <p14:cNvContentPartPr/>
                <p14:nvPr/>
              </p14:nvContentPartPr>
              <p14:xfrm>
                <a:off x="7682027" y="2843074"/>
                <a:ext cx="132480" cy="66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64027" y="2825074"/>
                  <a:ext cx="168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14:cNvPr>
                <p14:cNvContentPartPr/>
                <p14:nvPr/>
              </p14:nvContentPartPr>
              <p14:xfrm>
                <a:off x="8682107" y="2206954"/>
                <a:ext cx="121320" cy="63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64107" y="2188954"/>
                  <a:ext cx="156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14:cNvPr>
                <p14:cNvContentPartPr/>
                <p14:nvPr/>
              </p14:nvContentPartPr>
              <p14:xfrm>
                <a:off x="8675267" y="2310994"/>
                <a:ext cx="98280" cy="3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657627" y="2292994"/>
                  <a:ext cx="133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14:cNvPr>
                <p14:cNvContentPartPr/>
                <p14:nvPr/>
              </p14:nvContentPartPr>
              <p14:xfrm>
                <a:off x="8946347" y="1990954"/>
                <a:ext cx="127440" cy="39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928347" y="1973314"/>
                  <a:ext cx="16308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14:cNvPr>
                <p14:cNvContentPartPr/>
                <p14:nvPr/>
              </p14:nvContentPartPr>
              <p14:xfrm>
                <a:off x="9055427" y="2308474"/>
                <a:ext cx="93240" cy="9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37787" y="2290474"/>
                  <a:ext cx="128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14:cNvPr>
                <p14:cNvContentPartPr/>
                <p14:nvPr/>
              </p14:nvContentPartPr>
              <p14:xfrm>
                <a:off x="9214907" y="2207674"/>
                <a:ext cx="118440" cy="26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97267" y="2189674"/>
                  <a:ext cx="15408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B0D346-7B02-E9EE-FE3E-1D41D673F1D9}"/>
              </a:ext>
            </a:extLst>
          </p:cNvPr>
          <p:cNvGrpSpPr/>
          <p:nvPr/>
        </p:nvGrpSpPr>
        <p:grpSpPr>
          <a:xfrm>
            <a:off x="7053107" y="3569554"/>
            <a:ext cx="1207440" cy="395640"/>
            <a:chOff x="7053107" y="3569554"/>
            <a:chExt cx="120744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14:cNvPr>
                <p14:cNvContentPartPr/>
                <p14:nvPr/>
              </p14:nvContentPartPr>
              <p14:xfrm>
                <a:off x="7053107" y="3655954"/>
                <a:ext cx="157320" cy="309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35467" y="3638314"/>
                  <a:ext cx="1929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14:cNvPr>
                <p14:cNvContentPartPr/>
                <p14:nvPr/>
              </p14:nvContentPartPr>
              <p14:xfrm>
                <a:off x="7397987" y="3814354"/>
                <a:ext cx="83160" cy="13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347" y="3796714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14:cNvPr>
                <p14:cNvContentPartPr/>
                <p14:nvPr/>
              </p14:nvContentPartPr>
              <p14:xfrm>
                <a:off x="7632347" y="3740194"/>
                <a:ext cx="153360" cy="121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14707" y="3722194"/>
                  <a:ext cx="189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14:cNvPr>
                <p14:cNvContentPartPr/>
                <p14:nvPr/>
              </p14:nvContentPartPr>
              <p14:xfrm>
                <a:off x="7881827" y="3569554"/>
                <a:ext cx="50400" cy="282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64187" y="3551914"/>
                  <a:ext cx="860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14:cNvPr>
                <p14:cNvContentPartPr/>
                <p14:nvPr/>
              </p14:nvContentPartPr>
              <p14:xfrm>
                <a:off x="7851227" y="3700954"/>
                <a:ext cx="329760" cy="10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33227" y="3682954"/>
                  <a:ext cx="36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14:cNvPr>
                <p14:cNvContentPartPr/>
                <p14:nvPr/>
              </p14:nvContentPartPr>
              <p14:xfrm>
                <a:off x="8169107" y="3837394"/>
                <a:ext cx="91440" cy="5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151107" y="3819394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F936F9-E7D1-42CE-0DE0-DEEECEDEDAEA}"/>
              </a:ext>
            </a:extLst>
          </p:cNvPr>
          <p:cNvGrpSpPr/>
          <p:nvPr/>
        </p:nvGrpSpPr>
        <p:grpSpPr>
          <a:xfrm>
            <a:off x="8536307" y="3317554"/>
            <a:ext cx="737280" cy="426960"/>
            <a:chOff x="8536307" y="3317554"/>
            <a:chExt cx="73728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14:cNvPr>
                <p14:cNvContentPartPr/>
                <p14:nvPr/>
              </p14:nvContentPartPr>
              <p14:xfrm>
                <a:off x="8536307" y="3584674"/>
                <a:ext cx="13968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18667" y="3567034"/>
                  <a:ext cx="175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14:cNvPr>
                <p14:cNvContentPartPr/>
                <p14:nvPr/>
              </p14:nvContentPartPr>
              <p14:xfrm>
                <a:off x="8915387" y="3317554"/>
                <a:ext cx="86040" cy="42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97387" y="3299554"/>
                  <a:ext cx="1216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14:cNvPr>
                <p14:cNvContentPartPr/>
                <p14:nvPr/>
              </p14:nvContentPartPr>
              <p14:xfrm>
                <a:off x="8830067" y="3378394"/>
                <a:ext cx="92880" cy="54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812067" y="3360394"/>
                  <a:ext cx="128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14:cNvPr>
                <p14:cNvContentPartPr/>
                <p14:nvPr/>
              </p14:nvContentPartPr>
              <p14:xfrm>
                <a:off x="8951387" y="3683674"/>
                <a:ext cx="121680" cy="5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3747" y="3665674"/>
                  <a:ext cx="157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14:cNvPr>
                <p14:cNvContentPartPr/>
                <p14:nvPr/>
              </p14:nvContentPartPr>
              <p14:xfrm>
                <a:off x="9149387" y="3512314"/>
                <a:ext cx="124200" cy="232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31387" y="3494674"/>
                  <a:ext cx="15984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0969308-C3B9-9666-7730-C38D28BD88CD}"/>
              </a:ext>
            </a:extLst>
          </p:cNvPr>
          <p:cNvGrpSpPr/>
          <p:nvPr/>
        </p:nvGrpSpPr>
        <p:grpSpPr>
          <a:xfrm>
            <a:off x="9488147" y="3296674"/>
            <a:ext cx="585000" cy="436320"/>
            <a:chOff x="9488147" y="3296674"/>
            <a:chExt cx="58500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14:cNvPr>
                <p14:cNvContentPartPr/>
                <p14:nvPr/>
              </p14:nvContentPartPr>
              <p14:xfrm>
                <a:off x="9488147" y="3610954"/>
                <a:ext cx="8640" cy="16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70147" y="3592954"/>
                  <a:ext cx="44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14:cNvPr>
                <p14:cNvContentPartPr/>
                <p14:nvPr/>
              </p14:nvContentPartPr>
              <p14:xfrm>
                <a:off x="9578507" y="3462994"/>
                <a:ext cx="69480" cy="253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560507" y="3445354"/>
                  <a:ext cx="105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14:cNvPr>
                <p14:cNvContentPartPr/>
                <p14:nvPr/>
              </p14:nvContentPartPr>
              <p14:xfrm>
                <a:off x="9591467" y="3366874"/>
                <a:ext cx="161640" cy="213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73467" y="3349234"/>
                  <a:ext cx="197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14:cNvPr>
                <p14:cNvContentPartPr/>
                <p14:nvPr/>
              </p14:nvContentPartPr>
              <p14:xfrm>
                <a:off x="9915827" y="3296674"/>
                <a:ext cx="157320" cy="43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98187" y="3279034"/>
                  <a:ext cx="1929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14:cNvPr>
                <p14:cNvContentPartPr/>
                <p14:nvPr/>
              </p14:nvContentPartPr>
              <p14:xfrm>
                <a:off x="9923387" y="3450034"/>
                <a:ext cx="116640" cy="147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05387" y="3432034"/>
                  <a:ext cx="1522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01A56-9EFC-6569-0E87-DD552772B87C}"/>
              </a:ext>
            </a:extLst>
          </p:cNvPr>
          <p:cNvGrpSpPr/>
          <p:nvPr/>
        </p:nvGrpSpPr>
        <p:grpSpPr>
          <a:xfrm>
            <a:off x="1090427" y="5450914"/>
            <a:ext cx="426240" cy="336600"/>
            <a:chOff x="1090427" y="5450914"/>
            <a:chExt cx="42624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14:cNvPr>
                <p14:cNvContentPartPr/>
                <p14:nvPr/>
              </p14:nvContentPartPr>
              <p14:xfrm>
                <a:off x="1090427" y="5450914"/>
                <a:ext cx="232560" cy="336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2427" y="5432914"/>
                  <a:ext cx="268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14:cNvPr>
                <p14:cNvContentPartPr/>
                <p14:nvPr/>
              </p14:nvContentPartPr>
              <p14:xfrm>
                <a:off x="1436387" y="5562514"/>
                <a:ext cx="80280" cy="19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18387" y="5544874"/>
                  <a:ext cx="1159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4EAB435-B1C5-FAC6-FF1C-3816B981CA41}"/>
              </a:ext>
            </a:extLst>
          </p:cNvPr>
          <p:cNvGrpSpPr/>
          <p:nvPr/>
        </p:nvGrpSpPr>
        <p:grpSpPr>
          <a:xfrm>
            <a:off x="1904027" y="5322754"/>
            <a:ext cx="887760" cy="389880"/>
            <a:chOff x="1904027" y="5322754"/>
            <a:chExt cx="88776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14:cNvPr>
                <p14:cNvContentPartPr/>
                <p14:nvPr/>
              </p14:nvContentPartPr>
              <p14:xfrm>
                <a:off x="1904027" y="5525434"/>
                <a:ext cx="167760" cy="14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86387" y="5507794"/>
                  <a:ext cx="203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14:cNvPr>
                <p14:cNvContentPartPr/>
                <p14:nvPr/>
              </p14:nvContentPartPr>
              <p14:xfrm>
                <a:off x="2177987" y="5505274"/>
                <a:ext cx="92160" cy="164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59987" y="5487274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14:cNvPr>
                <p14:cNvContentPartPr/>
                <p14:nvPr/>
              </p14:nvContentPartPr>
              <p14:xfrm>
                <a:off x="2375987" y="5510674"/>
                <a:ext cx="92880" cy="150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58347" y="5492674"/>
                  <a:ext cx="128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14:cNvPr>
                <p14:cNvContentPartPr/>
                <p14:nvPr/>
              </p14:nvContentPartPr>
              <p14:xfrm>
                <a:off x="2637707" y="5322754"/>
                <a:ext cx="154080" cy="389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619707" y="5304754"/>
                  <a:ext cx="18972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DF2F3F-FD8F-D5EF-E868-B3DCB81C08FA}"/>
              </a:ext>
            </a:extLst>
          </p:cNvPr>
          <p:cNvGrpSpPr/>
          <p:nvPr/>
        </p:nvGrpSpPr>
        <p:grpSpPr>
          <a:xfrm>
            <a:off x="3336467" y="5377114"/>
            <a:ext cx="1185480" cy="425880"/>
            <a:chOff x="3336467" y="5377114"/>
            <a:chExt cx="118548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14:cNvPr>
                <p14:cNvContentPartPr/>
                <p14:nvPr/>
              </p14:nvContentPartPr>
              <p14:xfrm>
                <a:off x="3336467" y="5377114"/>
                <a:ext cx="236160" cy="348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18827" y="5359474"/>
                  <a:ext cx="27180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14:cNvPr>
                <p14:cNvContentPartPr/>
                <p14:nvPr/>
              </p14:nvContentPartPr>
              <p14:xfrm>
                <a:off x="3735707" y="5587714"/>
                <a:ext cx="149400" cy="196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718067" y="5569714"/>
                  <a:ext cx="185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14:cNvPr>
                <p14:cNvContentPartPr/>
                <p14:nvPr/>
              </p14:nvContentPartPr>
              <p14:xfrm>
                <a:off x="4003187" y="5581234"/>
                <a:ext cx="94680" cy="184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985547" y="5563234"/>
                  <a:ext cx="130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14:cNvPr>
                <p14:cNvContentPartPr/>
                <p14:nvPr/>
              </p14:nvContentPartPr>
              <p14:xfrm>
                <a:off x="4106507" y="5678794"/>
                <a:ext cx="110160" cy="6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088867" y="5660794"/>
                  <a:ext cx="145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14:cNvPr>
                <p14:cNvContentPartPr/>
                <p14:nvPr/>
              </p14:nvContentPartPr>
              <p14:xfrm>
                <a:off x="4198667" y="5561074"/>
                <a:ext cx="30240" cy="229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180667" y="5543434"/>
                  <a:ext cx="658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14:cNvPr>
                <p14:cNvContentPartPr/>
                <p14:nvPr/>
              </p14:nvContentPartPr>
              <p14:xfrm>
                <a:off x="4442387" y="5399074"/>
                <a:ext cx="71280" cy="403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424387" y="5381434"/>
                  <a:ext cx="1069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14:cNvPr>
                <p14:cNvContentPartPr/>
                <p14:nvPr/>
              </p14:nvContentPartPr>
              <p14:xfrm>
                <a:off x="4382987" y="5585554"/>
                <a:ext cx="138960" cy="6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65347" y="5567914"/>
                  <a:ext cx="17460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F621DC-A0ED-AE46-36BE-D1B2073F0663}"/>
              </a:ext>
            </a:extLst>
          </p:cNvPr>
          <p:cNvGrpSpPr/>
          <p:nvPr/>
        </p:nvGrpSpPr>
        <p:grpSpPr>
          <a:xfrm>
            <a:off x="4899227" y="5181994"/>
            <a:ext cx="927720" cy="609840"/>
            <a:chOff x="4899227" y="5181994"/>
            <a:chExt cx="927720" cy="60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14:cNvPr>
                <p14:cNvContentPartPr/>
                <p14:nvPr/>
              </p14:nvContentPartPr>
              <p14:xfrm>
                <a:off x="4899227" y="5181994"/>
                <a:ext cx="294840" cy="60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881587" y="5164354"/>
                  <a:ext cx="330480" cy="6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14:cNvPr>
                <p14:cNvContentPartPr/>
                <p14:nvPr/>
              </p14:nvContentPartPr>
              <p14:xfrm>
                <a:off x="5680787" y="5529754"/>
                <a:ext cx="146160" cy="30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62787" y="5512114"/>
                  <a:ext cx="18180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ABCFE5A-9578-5E66-D5D7-C25CE126D813}"/>
              </a:ext>
            </a:extLst>
          </p:cNvPr>
          <p:cNvGrpSpPr/>
          <p:nvPr/>
        </p:nvGrpSpPr>
        <p:grpSpPr>
          <a:xfrm>
            <a:off x="6013787" y="5122954"/>
            <a:ext cx="830520" cy="647280"/>
            <a:chOff x="6013787" y="5122954"/>
            <a:chExt cx="83052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14:cNvPr>
                <p14:cNvContentPartPr/>
                <p14:nvPr/>
              </p14:nvContentPartPr>
              <p14:xfrm>
                <a:off x="6013787" y="5346514"/>
                <a:ext cx="274320" cy="337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995787" y="5328874"/>
                  <a:ext cx="3099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14:cNvPr>
                <p14:cNvContentPartPr/>
                <p14:nvPr/>
              </p14:nvContentPartPr>
              <p14:xfrm>
                <a:off x="6424907" y="5376394"/>
                <a:ext cx="194040" cy="214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407267" y="5358754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14:cNvPr>
                <p14:cNvContentPartPr/>
                <p14:nvPr/>
              </p14:nvContentPartPr>
              <p14:xfrm>
                <a:off x="6668987" y="5122954"/>
                <a:ext cx="175320" cy="647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650987" y="5104954"/>
                  <a:ext cx="210960" cy="68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14:cNvPr>
              <p14:cNvContentPartPr/>
              <p14:nvPr/>
            </p14:nvContentPartPr>
            <p14:xfrm>
              <a:off x="7108547" y="5509594"/>
              <a:ext cx="4680" cy="38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090547" y="5491954"/>
                <a:ext cx="4032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1FB320C-7222-270E-8D4C-C332E9485240}"/>
              </a:ext>
            </a:extLst>
          </p:cNvPr>
          <p:cNvGrpSpPr/>
          <p:nvPr/>
        </p:nvGrpSpPr>
        <p:grpSpPr>
          <a:xfrm>
            <a:off x="7491587" y="5257954"/>
            <a:ext cx="827280" cy="466200"/>
            <a:chOff x="7491587" y="5257954"/>
            <a:chExt cx="827280" cy="4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14:cNvPr>
                <p14:cNvContentPartPr/>
                <p14:nvPr/>
              </p14:nvContentPartPr>
              <p14:xfrm>
                <a:off x="7523267" y="5257954"/>
                <a:ext cx="113040" cy="433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05627" y="5239954"/>
                  <a:ext cx="14868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14:cNvPr>
                <p14:cNvContentPartPr/>
                <p14:nvPr/>
              </p14:nvContentPartPr>
              <p14:xfrm>
                <a:off x="7491587" y="5289634"/>
                <a:ext cx="104040" cy="27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73587" y="5271994"/>
                  <a:ext cx="139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14:cNvPr>
                <p14:cNvContentPartPr/>
                <p14:nvPr/>
              </p14:nvContentPartPr>
              <p14:xfrm>
                <a:off x="7543067" y="5611474"/>
                <a:ext cx="144360" cy="86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525427" y="5593834"/>
                  <a:ext cx="180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14:cNvPr>
                <p14:cNvContentPartPr/>
                <p14:nvPr/>
              </p14:nvContentPartPr>
              <p14:xfrm>
                <a:off x="7850507" y="5473954"/>
                <a:ext cx="117360" cy="250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867" y="5455954"/>
                  <a:ext cx="15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14:cNvPr>
                <p14:cNvContentPartPr/>
                <p14:nvPr/>
              </p14:nvContentPartPr>
              <p14:xfrm>
                <a:off x="8119787" y="5418514"/>
                <a:ext cx="129960" cy="39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02147" y="5400514"/>
                  <a:ext cx="165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14:cNvPr>
                <p14:cNvContentPartPr/>
                <p14:nvPr/>
              </p14:nvContentPartPr>
              <p14:xfrm>
                <a:off x="8187107" y="5499154"/>
                <a:ext cx="131760" cy="4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9467" y="5481514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280863-1096-44B0-D1E6-3F6B5D8CB641}"/>
              </a:ext>
            </a:extLst>
          </p:cNvPr>
          <p:cNvGrpSpPr/>
          <p:nvPr/>
        </p:nvGrpSpPr>
        <p:grpSpPr>
          <a:xfrm>
            <a:off x="8602547" y="5102074"/>
            <a:ext cx="1149120" cy="504360"/>
            <a:chOff x="8602547" y="5102074"/>
            <a:chExt cx="114912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14:cNvPr>
                <p14:cNvContentPartPr/>
                <p14:nvPr/>
              </p14:nvContentPartPr>
              <p14:xfrm>
                <a:off x="8602547" y="5284594"/>
                <a:ext cx="87120" cy="321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84907" y="5266954"/>
                  <a:ext cx="1227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14:cNvPr>
                <p14:cNvContentPartPr/>
                <p14:nvPr/>
              </p14:nvContentPartPr>
              <p14:xfrm>
                <a:off x="8815307" y="5277394"/>
                <a:ext cx="136440" cy="222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797307" y="5259754"/>
                  <a:ext cx="172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14:cNvPr>
                <p14:cNvContentPartPr/>
                <p14:nvPr/>
              </p14:nvContentPartPr>
              <p14:xfrm>
                <a:off x="9100067" y="5282794"/>
                <a:ext cx="12600" cy="28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82067" y="5265154"/>
                  <a:ext cx="48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14:cNvPr>
                <p14:cNvContentPartPr/>
                <p14:nvPr/>
              </p14:nvContentPartPr>
              <p14:xfrm>
                <a:off x="9128867" y="5253274"/>
                <a:ext cx="246600" cy="86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110867" y="5235274"/>
                  <a:ext cx="282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14:cNvPr>
                <p14:cNvContentPartPr/>
                <p14:nvPr/>
              </p14:nvContentPartPr>
              <p14:xfrm>
                <a:off x="9537827" y="5123314"/>
                <a:ext cx="24840" cy="40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519827" y="5105314"/>
                  <a:ext cx="604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14:cNvPr>
                <p14:cNvContentPartPr/>
                <p14:nvPr/>
              </p14:nvContentPartPr>
              <p14:xfrm>
                <a:off x="9545027" y="5102074"/>
                <a:ext cx="206640" cy="367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527387" y="5084074"/>
                  <a:ext cx="2422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14:cNvPr>
                <p14:cNvContentPartPr/>
                <p14:nvPr/>
              </p14:nvContentPartPr>
              <p14:xfrm>
                <a:off x="9553307" y="5331394"/>
                <a:ext cx="110880" cy="428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535307" y="5313394"/>
                  <a:ext cx="14652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F72CC67-8B44-578C-C6E2-4FAA7DD1E6BC}"/>
              </a:ext>
            </a:extLst>
          </p:cNvPr>
          <p:cNvGrpSpPr/>
          <p:nvPr/>
        </p:nvGrpSpPr>
        <p:grpSpPr>
          <a:xfrm>
            <a:off x="1776227" y="6040594"/>
            <a:ext cx="1119960" cy="388800"/>
            <a:chOff x="1776227" y="6040594"/>
            <a:chExt cx="111996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14:cNvPr>
                <p14:cNvContentPartPr/>
                <p14:nvPr/>
              </p14:nvContentPartPr>
              <p14:xfrm>
                <a:off x="1776227" y="6152914"/>
                <a:ext cx="241560" cy="276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758587" y="6134914"/>
                  <a:ext cx="2772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14:cNvPr>
                <p14:cNvContentPartPr/>
                <p14:nvPr/>
              </p14:nvContentPartPr>
              <p14:xfrm>
                <a:off x="2110667" y="6119794"/>
                <a:ext cx="215280" cy="221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93027" y="6101794"/>
                  <a:ext cx="2509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14:cNvPr>
                <p14:cNvContentPartPr/>
                <p14:nvPr/>
              </p14:nvContentPartPr>
              <p14:xfrm>
                <a:off x="2488667" y="6236434"/>
                <a:ext cx="14796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1027" y="6218434"/>
                  <a:ext cx="183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14:cNvPr>
                <p14:cNvContentPartPr/>
                <p14:nvPr/>
              </p14:nvContentPartPr>
              <p14:xfrm>
                <a:off x="2719787" y="6040594"/>
                <a:ext cx="135360" cy="320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701787" y="6022594"/>
                  <a:ext cx="1710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14:cNvPr>
                <p14:cNvContentPartPr/>
                <p14:nvPr/>
              </p14:nvContentPartPr>
              <p14:xfrm>
                <a:off x="2750027" y="6150034"/>
                <a:ext cx="146160" cy="95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732027" y="6132034"/>
                  <a:ext cx="1818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01BED77-7F21-90AA-9CB8-E4E6556B9704}"/>
              </a:ext>
            </a:extLst>
          </p:cNvPr>
          <p:cNvGrpSpPr/>
          <p:nvPr/>
        </p:nvGrpSpPr>
        <p:grpSpPr>
          <a:xfrm>
            <a:off x="3509987" y="6107914"/>
            <a:ext cx="496080" cy="432720"/>
            <a:chOff x="3509987" y="6107914"/>
            <a:chExt cx="49608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14:cNvPr>
                <p14:cNvContentPartPr/>
                <p14:nvPr/>
              </p14:nvContentPartPr>
              <p14:xfrm>
                <a:off x="3509987" y="6211954"/>
                <a:ext cx="96480" cy="328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491987" y="6193954"/>
                  <a:ext cx="1321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14:cNvPr>
                <p14:cNvContentPartPr/>
                <p14:nvPr/>
              </p14:nvContentPartPr>
              <p14:xfrm>
                <a:off x="3542747" y="6107914"/>
                <a:ext cx="172800" cy="188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525107" y="6090274"/>
                  <a:ext cx="208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14:cNvPr>
                <p14:cNvContentPartPr/>
                <p14:nvPr/>
              </p14:nvContentPartPr>
              <p14:xfrm>
                <a:off x="3868907" y="6260194"/>
                <a:ext cx="108720" cy="266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51267" y="6242194"/>
                  <a:ext cx="144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14:cNvPr>
                <p14:cNvContentPartPr/>
                <p14:nvPr/>
              </p14:nvContentPartPr>
              <p14:xfrm>
                <a:off x="3844787" y="6351994"/>
                <a:ext cx="161280" cy="117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827147" y="6334354"/>
                  <a:ext cx="1969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B10C273-CD79-E3CF-93C6-27AF0FF84D4F}"/>
              </a:ext>
            </a:extLst>
          </p:cNvPr>
          <p:cNvGrpSpPr/>
          <p:nvPr/>
        </p:nvGrpSpPr>
        <p:grpSpPr>
          <a:xfrm>
            <a:off x="4435547" y="6252634"/>
            <a:ext cx="406080" cy="206280"/>
            <a:chOff x="4435547" y="6252634"/>
            <a:chExt cx="4060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14:cNvPr>
                <p14:cNvContentPartPr/>
                <p14:nvPr/>
              </p14:nvContentPartPr>
              <p14:xfrm>
                <a:off x="4435547" y="6252634"/>
                <a:ext cx="211320" cy="206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417547" y="6234994"/>
                  <a:ext cx="246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14:cNvPr>
                <p14:cNvContentPartPr/>
                <p14:nvPr/>
              </p14:nvContentPartPr>
              <p14:xfrm>
                <a:off x="4730387" y="6278914"/>
                <a:ext cx="111240" cy="140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12387" y="6261274"/>
                  <a:ext cx="1468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DE9C95C-9110-27F3-4C56-79F22F9E31C6}"/>
              </a:ext>
            </a:extLst>
          </p:cNvPr>
          <p:cNvGrpSpPr/>
          <p:nvPr/>
        </p:nvGrpSpPr>
        <p:grpSpPr>
          <a:xfrm>
            <a:off x="5329067" y="6008914"/>
            <a:ext cx="1432800" cy="410400"/>
            <a:chOff x="5329067" y="6008914"/>
            <a:chExt cx="1432800" cy="41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14:cNvPr>
                <p14:cNvContentPartPr/>
                <p14:nvPr/>
              </p14:nvContentPartPr>
              <p14:xfrm>
                <a:off x="5329067" y="6193954"/>
                <a:ext cx="132120" cy="225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311067" y="6175954"/>
                  <a:ext cx="1677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14:cNvPr>
                <p14:cNvContentPartPr/>
                <p14:nvPr/>
              </p14:nvContentPartPr>
              <p14:xfrm>
                <a:off x="5539307" y="6133474"/>
                <a:ext cx="241200" cy="250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521307" y="6115474"/>
                  <a:ext cx="2768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14:cNvPr>
                <p14:cNvContentPartPr/>
                <p14:nvPr/>
              </p14:nvContentPartPr>
              <p14:xfrm>
                <a:off x="5920907" y="6240034"/>
                <a:ext cx="115920" cy="119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902907" y="6222034"/>
                  <a:ext cx="151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14:cNvPr>
                <p14:cNvContentPartPr/>
                <p14:nvPr/>
              </p14:nvContentPartPr>
              <p14:xfrm>
                <a:off x="6112067" y="6214834"/>
                <a:ext cx="195480" cy="11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94067" y="6196834"/>
                  <a:ext cx="231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14:cNvPr>
                <p14:cNvContentPartPr/>
                <p14:nvPr/>
              </p14:nvContentPartPr>
              <p14:xfrm>
                <a:off x="6411587" y="6024034"/>
                <a:ext cx="81000" cy="311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93587" y="6006394"/>
                  <a:ext cx="1166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14:cNvPr>
                <p14:cNvContentPartPr/>
                <p14:nvPr/>
              </p14:nvContentPartPr>
              <p14:xfrm>
                <a:off x="6578627" y="6008914"/>
                <a:ext cx="183240" cy="34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560627" y="5991274"/>
                  <a:ext cx="21888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834EE45-8A46-1702-F80C-0AC80C452F97}"/>
              </a:ext>
            </a:extLst>
          </p:cNvPr>
          <p:cNvGrpSpPr/>
          <p:nvPr/>
        </p:nvGrpSpPr>
        <p:grpSpPr>
          <a:xfrm>
            <a:off x="7222307" y="6093154"/>
            <a:ext cx="642960" cy="272160"/>
            <a:chOff x="7222307" y="6093154"/>
            <a:chExt cx="6429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14:cNvPr>
                <p14:cNvContentPartPr/>
                <p14:nvPr/>
              </p14:nvContentPartPr>
              <p14:xfrm>
                <a:off x="7222307" y="6112594"/>
                <a:ext cx="330120" cy="206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04307" y="6094594"/>
                  <a:ext cx="365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14:cNvPr>
                <p14:cNvContentPartPr/>
                <p14:nvPr/>
              </p14:nvContentPartPr>
              <p14:xfrm>
                <a:off x="7637027" y="6099634"/>
                <a:ext cx="110160" cy="265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9387" y="6081994"/>
                  <a:ext cx="1458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14:cNvPr>
                <p14:cNvContentPartPr/>
                <p14:nvPr/>
              </p14:nvContentPartPr>
              <p14:xfrm>
                <a:off x="7746107" y="6093154"/>
                <a:ext cx="119160" cy="232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728107" y="6075154"/>
                  <a:ext cx="154800" cy="26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14:cNvPr>
              <p14:cNvContentPartPr/>
              <p14:nvPr/>
            </p14:nvContentPartPr>
            <p14:xfrm>
              <a:off x="8179907" y="6037714"/>
              <a:ext cx="73080" cy="2811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161907" y="6020074"/>
                <a:ext cx="1087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14:cNvPr>
              <p14:cNvContentPartPr/>
              <p14:nvPr/>
            </p14:nvContentPartPr>
            <p14:xfrm>
              <a:off x="8264507" y="6502474"/>
              <a:ext cx="11160" cy="36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246867" y="6484834"/>
                <a:ext cx="4680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5B31082-B0A4-7C8C-8242-6ADCC615CC93}"/>
              </a:ext>
            </a:extLst>
          </p:cNvPr>
          <p:cNvGrpSpPr/>
          <p:nvPr/>
        </p:nvGrpSpPr>
        <p:grpSpPr>
          <a:xfrm>
            <a:off x="9885227" y="4200274"/>
            <a:ext cx="974520" cy="2335680"/>
            <a:chOff x="9885227" y="4200274"/>
            <a:chExt cx="974520" cy="233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14:cNvPr>
                <p14:cNvContentPartPr/>
                <p14:nvPr/>
              </p14:nvContentPartPr>
              <p14:xfrm>
                <a:off x="9885227" y="4200274"/>
                <a:ext cx="163080" cy="2335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867587" y="4182274"/>
                  <a:ext cx="198720" cy="23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14:cNvPr>
                <p14:cNvContentPartPr/>
                <p14:nvPr/>
              </p14:nvContentPartPr>
              <p14:xfrm>
                <a:off x="10209587" y="4532554"/>
                <a:ext cx="174240" cy="336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191947" y="4514914"/>
                  <a:ext cx="209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14:cNvPr>
                <p14:cNvContentPartPr/>
                <p14:nvPr/>
              </p14:nvContentPartPr>
              <p14:xfrm>
                <a:off x="10445387" y="4528954"/>
                <a:ext cx="119520" cy="25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427387" y="4510954"/>
                  <a:ext cx="155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14:cNvPr>
                <p14:cNvContentPartPr/>
                <p14:nvPr/>
              </p14:nvContentPartPr>
              <p14:xfrm>
                <a:off x="10726547" y="4586194"/>
                <a:ext cx="76680" cy="39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708547" y="4568194"/>
                  <a:ext cx="112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14:cNvPr>
                <p14:cNvContentPartPr/>
                <p14:nvPr/>
              </p14:nvContentPartPr>
              <p14:xfrm>
                <a:off x="10755347" y="4679074"/>
                <a:ext cx="104400" cy="74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737707" y="4661434"/>
                  <a:ext cx="140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14:cNvPr>
                <p14:cNvContentPartPr/>
                <p14:nvPr/>
              </p14:nvContentPartPr>
              <p14:xfrm>
                <a:off x="10015547" y="4809754"/>
                <a:ext cx="92160" cy="41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997907" y="4791754"/>
                  <a:ext cx="12780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88CFBEF-F5D9-0579-BC9F-D001A4D90D2D}"/>
              </a:ext>
            </a:extLst>
          </p:cNvPr>
          <p:cNvGrpSpPr/>
          <p:nvPr/>
        </p:nvGrpSpPr>
        <p:grpSpPr>
          <a:xfrm>
            <a:off x="10997987" y="4056274"/>
            <a:ext cx="1154520" cy="771120"/>
            <a:chOff x="10997987" y="4056274"/>
            <a:chExt cx="115452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14:cNvPr>
                <p14:cNvContentPartPr/>
                <p14:nvPr/>
              </p14:nvContentPartPr>
              <p14:xfrm>
                <a:off x="10997987" y="4365874"/>
                <a:ext cx="79200" cy="364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980347" y="4347874"/>
                  <a:ext cx="1148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14:cNvPr>
                <p14:cNvContentPartPr/>
                <p14:nvPr/>
              </p14:nvContentPartPr>
              <p14:xfrm>
                <a:off x="11165387" y="4311514"/>
                <a:ext cx="168120" cy="297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147387" y="4293514"/>
                  <a:ext cx="2037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14:cNvPr>
                <p14:cNvContentPartPr/>
                <p14:nvPr/>
              </p14:nvContentPartPr>
              <p14:xfrm>
                <a:off x="11451587" y="4389634"/>
                <a:ext cx="144360" cy="162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33587" y="4371994"/>
                  <a:ext cx="180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14:cNvPr>
                <p14:cNvContentPartPr/>
                <p14:nvPr/>
              </p14:nvContentPartPr>
              <p14:xfrm>
                <a:off x="11621147" y="4343914"/>
                <a:ext cx="88920" cy="23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603507" y="4326274"/>
                  <a:ext cx="124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14:cNvPr>
                <p14:cNvContentPartPr/>
                <p14:nvPr/>
              </p14:nvContentPartPr>
              <p14:xfrm>
                <a:off x="11807267" y="4201714"/>
                <a:ext cx="14760" cy="358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789627" y="4183714"/>
                  <a:ext cx="5040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14:cNvPr>
                <p14:cNvContentPartPr/>
                <p14:nvPr/>
              </p14:nvContentPartPr>
              <p14:xfrm>
                <a:off x="11785667" y="4234114"/>
                <a:ext cx="113040" cy="133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768027" y="4216114"/>
                  <a:ext cx="148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14:cNvPr>
                <p14:cNvContentPartPr/>
                <p14:nvPr/>
              </p14:nvContentPartPr>
              <p14:xfrm>
                <a:off x="11847227" y="4342834"/>
                <a:ext cx="65520" cy="56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829587" y="4325194"/>
                  <a:ext cx="1011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14:cNvPr>
                <p14:cNvContentPartPr/>
                <p14:nvPr/>
              </p14:nvContentPartPr>
              <p14:xfrm>
                <a:off x="11080787" y="4712194"/>
                <a:ext cx="28080" cy="115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63147" y="4694194"/>
                  <a:ext cx="63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14:cNvPr>
                <p14:cNvContentPartPr/>
                <p14:nvPr/>
              </p14:nvContentPartPr>
              <p14:xfrm>
                <a:off x="12038387" y="4298194"/>
                <a:ext cx="14040" cy="20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2020387" y="4280554"/>
                  <a:ext cx="49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14:cNvPr>
                <p14:cNvContentPartPr/>
                <p14:nvPr/>
              </p14:nvContentPartPr>
              <p14:xfrm>
                <a:off x="11995907" y="4056274"/>
                <a:ext cx="119160" cy="272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977907" y="4038634"/>
                  <a:ext cx="154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14:cNvPr>
                <p14:cNvContentPartPr/>
                <p14:nvPr/>
              </p14:nvContentPartPr>
              <p14:xfrm>
                <a:off x="12029387" y="4092274"/>
                <a:ext cx="123120" cy="105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2011387" y="4074274"/>
                  <a:ext cx="15876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14:cNvPr>
              <p14:cNvContentPartPr/>
              <p14:nvPr/>
            </p14:nvContentPartPr>
            <p14:xfrm>
              <a:off x="10825187" y="4435714"/>
              <a:ext cx="92880" cy="262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0807547" y="4417714"/>
                <a:ext cx="128520" cy="6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08540675-BAC7-0FE2-6137-1CEC5056D072}"/>
              </a:ext>
            </a:extLst>
          </p:cNvPr>
          <p:cNvGrpSpPr/>
          <p:nvPr/>
        </p:nvGrpSpPr>
        <p:grpSpPr>
          <a:xfrm>
            <a:off x="10181507" y="5156434"/>
            <a:ext cx="1879920" cy="1632960"/>
            <a:chOff x="10181507" y="5156434"/>
            <a:chExt cx="1879920" cy="16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14:cNvPr>
                <p14:cNvContentPartPr/>
                <p14:nvPr/>
              </p14:nvContentPartPr>
              <p14:xfrm>
                <a:off x="10195187" y="5400874"/>
                <a:ext cx="125280" cy="387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177547" y="5382874"/>
                  <a:ext cx="1609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14:cNvPr>
                <p14:cNvContentPartPr/>
                <p14:nvPr/>
              </p14:nvContentPartPr>
              <p14:xfrm>
                <a:off x="10181507" y="5390794"/>
                <a:ext cx="247680" cy="250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163867" y="5372794"/>
                  <a:ext cx="283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14:cNvPr>
                <p14:cNvContentPartPr/>
                <p14:nvPr/>
              </p14:nvContentPartPr>
              <p14:xfrm>
                <a:off x="10496507" y="5574754"/>
                <a:ext cx="89640" cy="15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478867" y="5557114"/>
                  <a:ext cx="125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14:cNvPr>
                <p14:cNvContentPartPr/>
                <p14:nvPr/>
              </p14:nvContentPartPr>
              <p14:xfrm>
                <a:off x="10486787" y="5618674"/>
                <a:ext cx="88920" cy="123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69147" y="5600674"/>
                  <a:ext cx="124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14:cNvPr>
                <p14:cNvContentPartPr/>
                <p14:nvPr/>
              </p14:nvContentPartPr>
              <p14:xfrm>
                <a:off x="10717907" y="5537674"/>
                <a:ext cx="89640" cy="71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00267" y="5519674"/>
                  <a:ext cx="125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14:cNvPr>
                <p14:cNvContentPartPr/>
                <p14:nvPr/>
              </p14:nvContentPartPr>
              <p14:xfrm>
                <a:off x="10926707" y="5156434"/>
                <a:ext cx="190800" cy="235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908707" y="5138434"/>
                  <a:ext cx="226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14:cNvPr>
                <p14:cNvContentPartPr/>
                <p14:nvPr/>
              </p14:nvContentPartPr>
              <p14:xfrm>
                <a:off x="10937867" y="5350474"/>
                <a:ext cx="581040" cy="200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919867" y="5332834"/>
                  <a:ext cx="6166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14:cNvPr>
                <p14:cNvContentPartPr/>
                <p14:nvPr/>
              </p14:nvContentPartPr>
              <p14:xfrm>
                <a:off x="11007347" y="5690674"/>
                <a:ext cx="42480" cy="249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989347" y="5673034"/>
                  <a:ext cx="781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14:cNvPr>
                <p14:cNvContentPartPr/>
                <p14:nvPr/>
              </p14:nvContentPartPr>
              <p14:xfrm>
                <a:off x="11085827" y="5650354"/>
                <a:ext cx="104040" cy="208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68187" y="5632714"/>
                  <a:ext cx="139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14:cNvPr>
                <p14:cNvContentPartPr/>
                <p14:nvPr/>
              </p14:nvContentPartPr>
              <p14:xfrm>
                <a:off x="11324507" y="5650354"/>
                <a:ext cx="16920" cy="225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306867" y="5632714"/>
                  <a:ext cx="52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14:cNvPr>
                <p14:cNvContentPartPr/>
                <p14:nvPr/>
              </p14:nvContentPartPr>
              <p14:xfrm>
                <a:off x="11322707" y="5598874"/>
                <a:ext cx="239400" cy="146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05067" y="5580874"/>
                  <a:ext cx="275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14:cNvPr>
                <p14:cNvContentPartPr/>
                <p14:nvPr/>
              </p14:nvContentPartPr>
              <p14:xfrm>
                <a:off x="10644467" y="6388354"/>
                <a:ext cx="57240" cy="18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626467" y="6370354"/>
                  <a:ext cx="928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14:cNvPr>
                <p14:cNvContentPartPr/>
                <p14:nvPr/>
              </p14:nvContentPartPr>
              <p14:xfrm>
                <a:off x="10681187" y="6434794"/>
                <a:ext cx="130680" cy="55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663547" y="6416794"/>
                  <a:ext cx="166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14:cNvPr>
                <p14:cNvContentPartPr/>
                <p14:nvPr/>
              </p14:nvContentPartPr>
              <p14:xfrm>
                <a:off x="10970627" y="6135994"/>
                <a:ext cx="214920" cy="249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52987" y="6118354"/>
                  <a:ext cx="250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14:cNvPr>
                <p14:cNvContentPartPr/>
                <p14:nvPr/>
              </p14:nvContentPartPr>
              <p14:xfrm>
                <a:off x="11000867" y="6446314"/>
                <a:ext cx="331560" cy="58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83227" y="6428674"/>
                  <a:ext cx="36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14:cNvPr>
                <p14:cNvContentPartPr/>
                <p14:nvPr/>
              </p14:nvContentPartPr>
              <p14:xfrm>
                <a:off x="11115707" y="6596794"/>
                <a:ext cx="31320" cy="192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98067" y="6579154"/>
                  <a:ext cx="66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14:cNvPr>
                <p14:cNvContentPartPr/>
                <p14:nvPr/>
              </p14:nvContentPartPr>
              <p14:xfrm>
                <a:off x="11195267" y="6598234"/>
                <a:ext cx="87120" cy="134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77267" y="6580234"/>
                  <a:ext cx="122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14:cNvPr>
                <p14:cNvContentPartPr/>
                <p14:nvPr/>
              </p14:nvContentPartPr>
              <p14:xfrm>
                <a:off x="11407667" y="6183514"/>
                <a:ext cx="50040" cy="276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389667" y="6165874"/>
                  <a:ext cx="85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14:cNvPr>
                <p14:cNvContentPartPr/>
                <p14:nvPr/>
              </p14:nvContentPartPr>
              <p14:xfrm>
                <a:off x="11511347" y="6139594"/>
                <a:ext cx="127440" cy="212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93707" y="6121594"/>
                  <a:ext cx="163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14:cNvPr>
                <p14:cNvContentPartPr/>
                <p14:nvPr/>
              </p14:nvContentPartPr>
              <p14:xfrm>
                <a:off x="11627987" y="5863114"/>
                <a:ext cx="87840" cy="183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610347" y="5845474"/>
                  <a:ext cx="1234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14:cNvPr>
                <p14:cNvContentPartPr/>
                <p14:nvPr/>
              </p14:nvContentPartPr>
              <p14:xfrm>
                <a:off x="11346827" y="6341194"/>
                <a:ext cx="15120" cy="17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329187" y="6323194"/>
                  <a:ext cx="507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14:cNvPr>
                <p14:cNvContentPartPr/>
                <p14:nvPr/>
              </p14:nvContentPartPr>
              <p14:xfrm>
                <a:off x="11763347" y="6088114"/>
                <a:ext cx="298080" cy="168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745707" y="6070474"/>
                  <a:ext cx="333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14:cNvPr>
                <p14:cNvContentPartPr/>
                <p14:nvPr/>
              </p14:nvContentPartPr>
              <p14:xfrm>
                <a:off x="11320187" y="6299434"/>
                <a:ext cx="110880" cy="132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02547" y="6281794"/>
                  <a:ext cx="14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14:cNvPr>
                <p14:cNvContentPartPr/>
                <p14:nvPr/>
              </p14:nvContentPartPr>
              <p14:xfrm>
                <a:off x="11367707" y="6318154"/>
                <a:ext cx="55080" cy="139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349707" y="6300154"/>
                  <a:ext cx="907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14:cNvPr>
              <p14:cNvContentPartPr/>
              <p14:nvPr/>
            </p14:nvContentPartPr>
            <p14:xfrm>
              <a:off x="4491182" y="4314985"/>
              <a:ext cx="1492560" cy="1058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4473182" y="4297345"/>
                <a:ext cx="152820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2D7343F-0FE3-EB06-AEFD-31061FEF8E79}"/>
              </a:ext>
            </a:extLst>
          </p:cNvPr>
          <p:cNvGrpSpPr/>
          <p:nvPr/>
        </p:nvGrpSpPr>
        <p:grpSpPr>
          <a:xfrm>
            <a:off x="2227142" y="1823785"/>
            <a:ext cx="362880" cy="1252800"/>
            <a:chOff x="2227142" y="1823785"/>
            <a:chExt cx="362880" cy="12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14:cNvPr>
                <p14:cNvContentPartPr/>
                <p14:nvPr/>
              </p14:nvContentPartPr>
              <p14:xfrm>
                <a:off x="2322542" y="2029705"/>
                <a:ext cx="267480" cy="104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304542" y="2012065"/>
                  <a:ext cx="30312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14:cNvPr>
                <p14:cNvContentPartPr/>
                <p14:nvPr/>
              </p14:nvContentPartPr>
              <p14:xfrm>
                <a:off x="2227142" y="1823785"/>
                <a:ext cx="204840" cy="198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209502" y="1805785"/>
                  <a:ext cx="2404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14:cNvPr>
              <p14:cNvContentPartPr/>
              <p14:nvPr/>
            </p14:nvContentPartPr>
            <p14:xfrm>
              <a:off x="3109502" y="1027105"/>
              <a:ext cx="225360" cy="226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3091862" y="1009105"/>
                <a:ext cx="26100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14:cNvPr>
              <p14:cNvContentPartPr/>
              <p14:nvPr/>
            </p14:nvContentPartPr>
            <p14:xfrm>
              <a:off x="4686302" y="3535945"/>
              <a:ext cx="71640" cy="1044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4668302" y="3518305"/>
                <a:ext cx="107280" cy="14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190350-0867-DD4C-E565-91CB33C941F8}"/>
              </a:ext>
            </a:extLst>
          </p:cNvPr>
          <p:cNvGrpSpPr/>
          <p:nvPr/>
        </p:nvGrpSpPr>
        <p:grpSpPr>
          <a:xfrm>
            <a:off x="3198782" y="512305"/>
            <a:ext cx="1565640" cy="1015200"/>
            <a:chOff x="3198782" y="512305"/>
            <a:chExt cx="1565640" cy="101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14:cNvPr>
                <p14:cNvContentPartPr/>
                <p14:nvPr/>
              </p14:nvContentPartPr>
              <p14:xfrm>
                <a:off x="3580382" y="944305"/>
                <a:ext cx="145800" cy="29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562742" y="926305"/>
                  <a:ext cx="18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14:cNvPr>
                <p14:cNvContentPartPr/>
                <p14:nvPr/>
              </p14:nvContentPartPr>
              <p14:xfrm>
                <a:off x="3794582" y="720025"/>
                <a:ext cx="110880" cy="179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76942" y="702385"/>
                  <a:ext cx="1465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14:cNvPr>
                <p14:cNvContentPartPr/>
                <p14:nvPr/>
              </p14:nvContentPartPr>
              <p14:xfrm>
                <a:off x="4052342" y="729025"/>
                <a:ext cx="80280" cy="123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034702" y="711025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14:cNvPr>
                <p14:cNvContentPartPr/>
                <p14:nvPr/>
              </p14:nvContentPartPr>
              <p14:xfrm>
                <a:off x="4160342" y="663505"/>
                <a:ext cx="140400" cy="112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142342" y="645505"/>
                  <a:ext cx="176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14:cNvPr>
                <p14:cNvContentPartPr/>
                <p14:nvPr/>
              </p14:nvContentPartPr>
              <p14:xfrm>
                <a:off x="4343942" y="512305"/>
                <a:ext cx="120240" cy="180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325942" y="494305"/>
                  <a:ext cx="1558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14:cNvPr>
                <p14:cNvContentPartPr/>
                <p14:nvPr/>
              </p14:nvContentPartPr>
              <p14:xfrm>
                <a:off x="4319822" y="543625"/>
                <a:ext cx="167760" cy="146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4301822" y="525625"/>
                  <a:ext cx="203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14:cNvPr>
                <p14:cNvContentPartPr/>
                <p14:nvPr/>
              </p14:nvContentPartPr>
              <p14:xfrm>
                <a:off x="3198782" y="784825"/>
                <a:ext cx="1565640" cy="636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0782" y="766825"/>
                  <a:ext cx="16012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14:cNvPr>
                <p14:cNvContentPartPr/>
                <p14:nvPr/>
              </p14:nvContentPartPr>
              <p14:xfrm>
                <a:off x="3877022" y="1276585"/>
                <a:ext cx="162720" cy="250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859022" y="1258585"/>
                  <a:ext cx="198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14:cNvPr>
                <p14:cNvContentPartPr/>
                <p14:nvPr/>
              </p14:nvContentPartPr>
              <p14:xfrm>
                <a:off x="3902582" y="1245265"/>
                <a:ext cx="206280" cy="129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84942" y="1227625"/>
                  <a:ext cx="24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14:cNvPr>
                <p14:cNvContentPartPr/>
                <p14:nvPr/>
              </p14:nvContentPartPr>
              <p14:xfrm>
                <a:off x="4245302" y="1226905"/>
                <a:ext cx="144000" cy="26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227302" y="1209265"/>
                  <a:ext cx="179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14:cNvPr>
                <p14:cNvContentPartPr/>
                <p14:nvPr/>
              </p14:nvContentPartPr>
              <p14:xfrm>
                <a:off x="4238462" y="1329505"/>
                <a:ext cx="89640" cy="10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220822" y="1311865"/>
                  <a:ext cx="1252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1891ED2-7E59-820F-225A-098D47ED3AE9}"/>
              </a:ext>
            </a:extLst>
          </p:cNvPr>
          <p:cNvGrpSpPr/>
          <p:nvPr/>
        </p:nvGrpSpPr>
        <p:grpSpPr>
          <a:xfrm>
            <a:off x="4855142" y="2513905"/>
            <a:ext cx="195120" cy="862200"/>
            <a:chOff x="4855142" y="2513905"/>
            <a:chExt cx="195120" cy="86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14:cNvPr>
                <p14:cNvContentPartPr/>
                <p14:nvPr/>
              </p14:nvContentPartPr>
              <p14:xfrm>
                <a:off x="4906262" y="2513905"/>
                <a:ext cx="23760" cy="850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888262" y="2495905"/>
                  <a:ext cx="5940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14:cNvPr>
                <p14:cNvContentPartPr/>
                <p14:nvPr/>
              </p14:nvContentPartPr>
              <p14:xfrm>
                <a:off x="4855142" y="3191425"/>
                <a:ext cx="195120" cy="184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837502" y="3173425"/>
                  <a:ext cx="2307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93B19392-300F-64E7-AF7E-172EEDA36FFF}"/>
              </a:ext>
            </a:extLst>
          </p:cNvPr>
          <p:cNvGrpSpPr/>
          <p:nvPr/>
        </p:nvGrpSpPr>
        <p:grpSpPr>
          <a:xfrm>
            <a:off x="1985222" y="2619385"/>
            <a:ext cx="1141560" cy="904680"/>
            <a:chOff x="1985222" y="2619385"/>
            <a:chExt cx="1141560" cy="90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14:cNvPr>
                <p14:cNvContentPartPr/>
                <p14:nvPr/>
              </p14:nvContentPartPr>
              <p14:xfrm>
                <a:off x="1999262" y="3288625"/>
                <a:ext cx="25920" cy="235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81262" y="3270625"/>
                  <a:ext cx="6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14:cNvPr>
                <p14:cNvContentPartPr/>
                <p14:nvPr/>
              </p14:nvContentPartPr>
              <p14:xfrm>
                <a:off x="2009702" y="3249025"/>
                <a:ext cx="740160" cy="5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2062" y="3231025"/>
                  <a:ext cx="77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14:cNvPr>
                <p14:cNvContentPartPr/>
                <p14:nvPr/>
              </p14:nvContentPartPr>
              <p14:xfrm>
                <a:off x="2714582" y="3226705"/>
                <a:ext cx="153360" cy="182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696942" y="3208705"/>
                  <a:ext cx="189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14:cNvPr>
                <p14:cNvContentPartPr/>
                <p14:nvPr/>
              </p14:nvContentPartPr>
              <p14:xfrm>
                <a:off x="2774342" y="2675905"/>
                <a:ext cx="39600" cy="388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756702" y="2657905"/>
                  <a:ext cx="75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14:cNvPr>
                <p14:cNvContentPartPr/>
                <p14:nvPr/>
              </p14:nvContentPartPr>
              <p14:xfrm>
                <a:off x="2731142" y="2642785"/>
                <a:ext cx="148680" cy="91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13502" y="2625145"/>
                  <a:ext cx="184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14:cNvPr>
                <p14:cNvContentPartPr/>
                <p14:nvPr/>
              </p14:nvContentPartPr>
              <p14:xfrm>
                <a:off x="2943542" y="3156865"/>
                <a:ext cx="183240" cy="9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925902" y="3138865"/>
                  <a:ext cx="218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14:cNvPr>
                <p14:cNvContentPartPr/>
                <p14:nvPr/>
              </p14:nvContentPartPr>
              <p14:xfrm>
                <a:off x="2966582" y="3142825"/>
                <a:ext cx="102960" cy="215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948942" y="3125185"/>
                  <a:ext cx="1386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14:cNvPr>
                <p14:cNvContentPartPr/>
                <p14:nvPr/>
              </p14:nvContentPartPr>
              <p14:xfrm>
                <a:off x="1985222" y="3260905"/>
                <a:ext cx="865080" cy="263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967582" y="3242905"/>
                  <a:ext cx="9007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14:cNvPr>
                <p14:cNvContentPartPr/>
                <p14:nvPr/>
              </p14:nvContentPartPr>
              <p14:xfrm>
                <a:off x="2662382" y="3212665"/>
                <a:ext cx="178920" cy="968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644382" y="3194665"/>
                  <a:ext cx="214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14:cNvPr>
                <p14:cNvContentPartPr/>
                <p14:nvPr/>
              </p14:nvContentPartPr>
              <p14:xfrm>
                <a:off x="2714222" y="3229945"/>
                <a:ext cx="153720" cy="141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96222" y="3212305"/>
                  <a:ext cx="189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14:cNvPr>
                <p14:cNvContentPartPr/>
                <p14:nvPr/>
              </p14:nvContentPartPr>
              <p14:xfrm>
                <a:off x="2746262" y="2996665"/>
                <a:ext cx="43920" cy="7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728622" y="2979025"/>
                  <a:ext cx="79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14:cNvPr>
                <p14:cNvContentPartPr/>
                <p14:nvPr/>
              </p14:nvContentPartPr>
              <p14:xfrm>
                <a:off x="2766782" y="2670865"/>
                <a:ext cx="35640" cy="4064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748782" y="2652865"/>
                  <a:ext cx="712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14:cNvPr>
                <p14:cNvContentPartPr/>
                <p14:nvPr/>
              </p14:nvContentPartPr>
              <p14:xfrm>
                <a:off x="2689742" y="2619385"/>
                <a:ext cx="252720" cy="171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672102" y="2601385"/>
                  <a:ext cx="2883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FC14BBC-2A4E-45A0-4989-9E61CB9BBAE2}"/>
              </a:ext>
            </a:extLst>
          </p:cNvPr>
          <p:cNvGrpSpPr/>
          <p:nvPr/>
        </p:nvGrpSpPr>
        <p:grpSpPr>
          <a:xfrm>
            <a:off x="2429822" y="177145"/>
            <a:ext cx="3629880" cy="2049120"/>
            <a:chOff x="2429822" y="177145"/>
            <a:chExt cx="3629880" cy="20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14:cNvPr>
                <p14:cNvContentPartPr/>
                <p14:nvPr/>
              </p14:nvContentPartPr>
              <p14:xfrm>
                <a:off x="4975382" y="606985"/>
                <a:ext cx="75960" cy="66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957382" y="588985"/>
                  <a:ext cx="111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14:cNvPr>
                <p14:cNvContentPartPr/>
                <p14:nvPr/>
              </p14:nvContentPartPr>
              <p14:xfrm>
                <a:off x="5014262" y="689785"/>
                <a:ext cx="87120" cy="52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996262" y="671785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14:cNvPr>
                <p14:cNvContentPartPr/>
                <p14:nvPr/>
              </p14:nvContentPartPr>
              <p14:xfrm>
                <a:off x="5241062" y="341665"/>
                <a:ext cx="216000" cy="389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223062" y="323665"/>
                  <a:ext cx="25164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14:cNvPr>
                <p14:cNvContentPartPr/>
                <p14:nvPr/>
              </p14:nvContentPartPr>
              <p14:xfrm>
                <a:off x="5240342" y="377665"/>
                <a:ext cx="141120" cy="1036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222702" y="360025"/>
                  <a:ext cx="176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14:cNvPr>
                <p14:cNvContentPartPr/>
                <p14:nvPr/>
              </p14:nvContentPartPr>
              <p14:xfrm>
                <a:off x="5358782" y="597985"/>
                <a:ext cx="93600" cy="78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341142" y="579985"/>
                  <a:ext cx="129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14:cNvPr>
                <p14:cNvContentPartPr/>
                <p14:nvPr/>
              </p14:nvContentPartPr>
              <p14:xfrm>
                <a:off x="5554622" y="493945"/>
                <a:ext cx="138960" cy="222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536622" y="475945"/>
                  <a:ext cx="1746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14:cNvPr>
                <p14:cNvContentPartPr/>
                <p14:nvPr/>
              </p14:nvContentPartPr>
              <p14:xfrm>
                <a:off x="3224342" y="2013145"/>
                <a:ext cx="1211400" cy="143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206342" y="1995145"/>
                  <a:ext cx="1247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14:cNvPr>
                <p14:cNvContentPartPr/>
                <p14:nvPr/>
              </p14:nvContentPartPr>
              <p14:xfrm>
                <a:off x="4307222" y="1958425"/>
                <a:ext cx="146160" cy="200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289582" y="1940785"/>
                  <a:ext cx="181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14:cNvPr>
                <p14:cNvContentPartPr/>
                <p14:nvPr/>
              </p14:nvContentPartPr>
              <p14:xfrm>
                <a:off x="3310742" y="2009905"/>
                <a:ext cx="1107720" cy="70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293102" y="1992265"/>
                  <a:ext cx="11433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14:cNvPr>
                <p14:cNvContentPartPr/>
                <p14:nvPr/>
              </p14:nvContentPartPr>
              <p14:xfrm>
                <a:off x="4265822" y="1946185"/>
                <a:ext cx="211680" cy="280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4247822" y="1928185"/>
                  <a:ext cx="2473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14:cNvPr>
                <p14:cNvContentPartPr/>
                <p14:nvPr/>
              </p14:nvContentPartPr>
              <p14:xfrm>
                <a:off x="3387062" y="1120345"/>
                <a:ext cx="2623320" cy="8442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369422" y="1102705"/>
                  <a:ext cx="2658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14:cNvPr>
                <p14:cNvContentPartPr/>
                <p14:nvPr/>
              </p14:nvContentPartPr>
              <p14:xfrm>
                <a:off x="5817422" y="177505"/>
                <a:ext cx="242280" cy="8427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799422" y="159865"/>
                  <a:ext cx="2779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14:cNvPr>
                <p14:cNvContentPartPr/>
                <p14:nvPr/>
              </p14:nvContentPartPr>
              <p14:xfrm>
                <a:off x="2450342" y="177145"/>
                <a:ext cx="3271680" cy="7941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32702" y="159145"/>
                  <a:ext cx="330732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14:cNvPr>
                <p14:cNvContentPartPr/>
                <p14:nvPr/>
              </p14:nvContentPartPr>
              <p14:xfrm>
                <a:off x="2429822" y="962665"/>
                <a:ext cx="783000" cy="1029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411822" y="944665"/>
                  <a:ext cx="818640" cy="10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1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14:cNvPr>
              <p14:cNvContentPartPr/>
              <p14:nvPr/>
            </p14:nvContentPartPr>
            <p14:xfrm>
              <a:off x="6955382" y="3849145"/>
              <a:ext cx="3548160" cy="38664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6937742" y="3831145"/>
                <a:ext cx="3583800" cy="42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10DCE6F-40AD-DA76-0B16-BBE2449419A4}"/>
              </a:ext>
            </a:extLst>
          </p:cNvPr>
          <p:cNvGrpSpPr/>
          <p:nvPr/>
        </p:nvGrpSpPr>
        <p:grpSpPr>
          <a:xfrm>
            <a:off x="5512502" y="3897745"/>
            <a:ext cx="4431960" cy="2146680"/>
            <a:chOff x="5512502" y="3897745"/>
            <a:chExt cx="4431960" cy="21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14:cNvPr>
                <p14:cNvContentPartPr/>
                <p14:nvPr/>
              </p14:nvContentPartPr>
              <p14:xfrm>
                <a:off x="5512502" y="5034625"/>
                <a:ext cx="1284480" cy="1009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494502" y="5016985"/>
                  <a:ext cx="1320120" cy="10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14:cNvPr>
                <p14:cNvContentPartPr/>
                <p14:nvPr/>
              </p14:nvContentPartPr>
              <p14:xfrm>
                <a:off x="6402782" y="4283665"/>
                <a:ext cx="956520" cy="997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385142" y="4266025"/>
                  <a:ext cx="99216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14:cNvPr>
                <p14:cNvContentPartPr/>
                <p14:nvPr/>
              </p14:nvContentPartPr>
              <p14:xfrm>
                <a:off x="7151582" y="4249465"/>
                <a:ext cx="244080" cy="196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133942" y="4231465"/>
                  <a:ext cx="279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14:cNvPr>
                <p14:cNvContentPartPr/>
                <p14:nvPr/>
              </p14:nvContentPartPr>
              <p14:xfrm>
                <a:off x="7321502" y="4974505"/>
                <a:ext cx="2482200" cy="1699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7303502" y="4956865"/>
                  <a:ext cx="25178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14:cNvPr>
                <p14:cNvContentPartPr/>
                <p14:nvPr/>
              </p14:nvContentPartPr>
              <p14:xfrm>
                <a:off x="7312502" y="5021305"/>
                <a:ext cx="2631960" cy="8640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7294502" y="5003665"/>
                  <a:ext cx="266760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14:cNvPr>
                <p14:cNvContentPartPr/>
                <p14:nvPr/>
              </p14:nvContentPartPr>
              <p14:xfrm>
                <a:off x="7174262" y="5171065"/>
                <a:ext cx="8280" cy="1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156262" y="5153065"/>
                  <a:ext cx="43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14:cNvPr>
                <p14:cNvContentPartPr/>
                <p14:nvPr/>
              </p14:nvContentPartPr>
              <p14:xfrm>
                <a:off x="7227182" y="5128945"/>
                <a:ext cx="190440" cy="7092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209182" y="5110945"/>
                  <a:ext cx="22608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14:cNvPr>
                <p14:cNvContentPartPr/>
                <p14:nvPr/>
              </p14:nvContentPartPr>
              <p14:xfrm>
                <a:off x="8991182" y="3897745"/>
                <a:ext cx="168480" cy="1237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973182" y="3880105"/>
                  <a:ext cx="204120" cy="1273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4550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90D91-926F-EBB7-EED2-5CBD176D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F5523-433C-1CA4-AEB8-A4420F62D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636"/>
            <a:ext cx="10515600" cy="1307189"/>
          </a:xfrm>
        </p:spPr>
        <p:txBody>
          <a:bodyPr/>
          <a:lstStyle/>
          <a:p>
            <a:r>
              <a:rPr lang="en-US" dirty="0"/>
              <a:t>The Fourier transform is an analysis process, decomposing a complex-valued function into its constituent frequencies and their amplitudes.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6E499-4F59-4D44-E5B3-F9A7E506A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graph&#10;&#10;Description automatically generated">
            <a:extLst>
              <a:ext uri="{FF2B5EF4-FFF2-40B4-BE49-F238E27FC236}">
                <a16:creationId xmlns:a16="http://schemas.microsoft.com/office/drawing/2014/main" id="{623385BC-6897-7BC5-9C63-BC53273F1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336" y="2872909"/>
            <a:ext cx="6855327" cy="31505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14:cNvPr>
              <p14:cNvContentPartPr/>
              <p14:nvPr/>
            </p14:nvContentPartPr>
            <p14:xfrm>
              <a:off x="3306198" y="3321949"/>
              <a:ext cx="3257640" cy="1685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88198" y="3304309"/>
                <a:ext cx="3293280" cy="172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FEB2-4A07-A1D6-E911-8398656AB8F6}"/>
              </a:ext>
            </a:extLst>
          </p:cNvPr>
          <p:cNvGrpSpPr/>
          <p:nvPr/>
        </p:nvGrpSpPr>
        <p:grpSpPr>
          <a:xfrm>
            <a:off x="3763398" y="5249029"/>
            <a:ext cx="707040" cy="392040"/>
            <a:chOff x="3763398" y="5249029"/>
            <a:chExt cx="707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14:cNvPr>
                <p14:cNvContentPartPr/>
                <p14:nvPr/>
              </p14:nvContentPartPr>
              <p14:xfrm>
                <a:off x="3820998" y="5249029"/>
                <a:ext cx="181080" cy="266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03358" y="5231389"/>
                  <a:ext cx="216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14:cNvPr>
                <p14:cNvContentPartPr/>
                <p14:nvPr/>
              </p14:nvContentPartPr>
              <p14:xfrm>
                <a:off x="4171998" y="5477269"/>
                <a:ext cx="277560" cy="91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4358" y="5459269"/>
                  <a:ext cx="31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14:cNvPr>
                <p14:cNvContentPartPr/>
                <p14:nvPr/>
              </p14:nvContentPartPr>
              <p14:xfrm>
                <a:off x="4398798" y="5505349"/>
                <a:ext cx="716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80798" y="5487709"/>
                  <a:ext cx="107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14:cNvPr>
                <p14:cNvContentPartPr/>
                <p14:nvPr/>
              </p14:nvContentPartPr>
              <p14:xfrm>
                <a:off x="3763398" y="5341189"/>
                <a:ext cx="171720" cy="1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5398" y="5323189"/>
                  <a:ext cx="20736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27EFC0-38BC-09AB-4F47-207CC12A9510}"/>
              </a:ext>
            </a:extLst>
          </p:cNvPr>
          <p:cNvGrpSpPr/>
          <p:nvPr/>
        </p:nvGrpSpPr>
        <p:grpSpPr>
          <a:xfrm>
            <a:off x="3560718" y="2925229"/>
            <a:ext cx="1813320" cy="1326960"/>
            <a:chOff x="3560718" y="2925229"/>
            <a:chExt cx="1813320" cy="13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14:cNvPr>
                <p14:cNvContentPartPr/>
                <p14:nvPr/>
              </p14:nvContentPartPr>
              <p14:xfrm>
                <a:off x="3560718" y="2925229"/>
                <a:ext cx="92160" cy="71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42718" y="2907589"/>
                  <a:ext cx="12780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14:cNvPr>
                <p14:cNvContentPartPr/>
                <p14:nvPr/>
              </p14:nvContentPartPr>
              <p14:xfrm>
                <a:off x="5288718" y="3397909"/>
                <a:ext cx="85320" cy="854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0718" y="3379909"/>
                  <a:ext cx="12096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14:cNvPr>
                <p14:cNvContentPartPr/>
                <p14:nvPr/>
              </p14:nvContentPartPr>
              <p14:xfrm>
                <a:off x="3791838" y="3103789"/>
                <a:ext cx="1330560" cy="529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74198" y="3085789"/>
                  <a:ext cx="1366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14:cNvPr>
                <p14:cNvContentPartPr/>
                <p14:nvPr/>
              </p14:nvContentPartPr>
              <p14:xfrm>
                <a:off x="5019078" y="3487189"/>
                <a:ext cx="162720" cy="18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001078" y="3469549"/>
                  <a:ext cx="198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14:cNvPr>
                <p14:cNvContentPartPr/>
                <p14:nvPr/>
              </p14:nvContentPartPr>
              <p14:xfrm>
                <a:off x="3733518" y="3006949"/>
                <a:ext cx="144000" cy="19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5518" y="2988949"/>
                  <a:ext cx="17964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14:cNvPr>
              <p14:cNvContentPartPr/>
              <p14:nvPr/>
            </p14:nvContentPartPr>
            <p14:xfrm>
              <a:off x="6826638" y="4189189"/>
              <a:ext cx="52920" cy="6310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808638" y="4171549"/>
                <a:ext cx="88560" cy="66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21774034-3503-5AC5-893C-5F2ED385CD8E}"/>
              </a:ext>
            </a:extLst>
          </p:cNvPr>
          <p:cNvGrpSpPr/>
          <p:nvPr/>
        </p:nvGrpSpPr>
        <p:grpSpPr>
          <a:xfrm>
            <a:off x="4121238" y="5836549"/>
            <a:ext cx="831240" cy="358920"/>
            <a:chOff x="4121238" y="5836549"/>
            <a:chExt cx="8312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14:cNvPr>
                <p14:cNvContentPartPr/>
                <p14:nvPr/>
              </p14:nvContentPartPr>
              <p14:xfrm>
                <a:off x="4157958" y="5879389"/>
                <a:ext cx="99720" cy="31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40318" y="5861749"/>
                  <a:ext cx="135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14:cNvPr>
                <p14:cNvContentPartPr/>
                <p14:nvPr/>
              </p14:nvContentPartPr>
              <p14:xfrm>
                <a:off x="4121238" y="6037789"/>
                <a:ext cx="117000" cy="35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03238" y="6020149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14:cNvPr>
                <p14:cNvContentPartPr/>
                <p14:nvPr/>
              </p14:nvContentPartPr>
              <p14:xfrm>
                <a:off x="4345878" y="5913949"/>
                <a:ext cx="694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27878" y="5896309"/>
                  <a:ext cx="105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14:cNvPr>
                <p14:cNvContentPartPr/>
                <p14:nvPr/>
              </p14:nvContentPartPr>
              <p14:xfrm>
                <a:off x="4461438" y="5917549"/>
                <a:ext cx="274680" cy="147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43798" y="5899909"/>
                  <a:ext cx="3103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14:cNvPr>
                <p14:cNvContentPartPr/>
                <p14:nvPr/>
              </p14:nvContentPartPr>
              <p14:xfrm>
                <a:off x="4819278" y="5836549"/>
                <a:ext cx="133200" cy="171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801638" y="5818549"/>
                  <a:ext cx="1688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8013D0-6B5E-A360-639E-F7FF29D4FC7D}"/>
              </a:ext>
            </a:extLst>
          </p:cNvPr>
          <p:cNvGrpSpPr/>
          <p:nvPr/>
        </p:nvGrpSpPr>
        <p:grpSpPr>
          <a:xfrm>
            <a:off x="7796478" y="4762669"/>
            <a:ext cx="1940040" cy="1071000"/>
            <a:chOff x="7796478" y="4762669"/>
            <a:chExt cx="1940040" cy="10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14:cNvPr>
                <p14:cNvContentPartPr/>
                <p14:nvPr/>
              </p14:nvContentPartPr>
              <p14:xfrm>
                <a:off x="7836438" y="4816669"/>
                <a:ext cx="99000" cy="414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8438" y="4799029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14:cNvPr>
                <p14:cNvContentPartPr/>
                <p14:nvPr/>
              </p14:nvContentPartPr>
              <p14:xfrm>
                <a:off x="7796478" y="4993789"/>
                <a:ext cx="146160" cy="147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78478" y="4975789"/>
                  <a:ext cx="181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14:cNvPr>
                <p14:cNvContentPartPr/>
                <p14:nvPr/>
              </p14:nvContentPartPr>
              <p14:xfrm>
                <a:off x="8145318" y="4798309"/>
                <a:ext cx="537120" cy="165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127678" y="4780309"/>
                  <a:ext cx="5727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14:cNvPr>
                <p14:cNvContentPartPr/>
                <p14:nvPr/>
              </p14:nvContentPartPr>
              <p14:xfrm>
                <a:off x="8513958" y="4762669"/>
                <a:ext cx="16164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96318" y="4744669"/>
                  <a:ext cx="197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14:cNvPr>
                <p14:cNvContentPartPr/>
                <p14:nvPr/>
              </p14:nvContentPartPr>
              <p14:xfrm>
                <a:off x="8164038" y="5470069"/>
                <a:ext cx="138240" cy="36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46398" y="5452069"/>
                  <a:ext cx="173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14:cNvPr>
                <p14:cNvContentPartPr/>
                <p14:nvPr/>
              </p14:nvContentPartPr>
              <p14:xfrm>
                <a:off x="8170518" y="5652949"/>
                <a:ext cx="1072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152878" y="5634949"/>
                  <a:ext cx="142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14:cNvPr>
                <p14:cNvContentPartPr/>
                <p14:nvPr/>
              </p14:nvContentPartPr>
              <p14:xfrm>
                <a:off x="8368158" y="5612629"/>
                <a:ext cx="90360" cy="10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50158" y="5594629"/>
                  <a:ext cx="126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14:cNvPr>
                <p14:cNvContentPartPr/>
                <p14:nvPr/>
              </p14:nvContentPartPr>
              <p14:xfrm>
                <a:off x="8555358" y="5517589"/>
                <a:ext cx="8532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37718" y="5499589"/>
                  <a:ext cx="120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14:cNvPr>
                <p14:cNvContentPartPr/>
                <p14:nvPr/>
              </p14:nvContentPartPr>
              <p14:xfrm>
                <a:off x="8790438" y="5457469"/>
                <a:ext cx="30600" cy="46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2798" y="5439829"/>
                  <a:ext cx="6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14:cNvPr>
                <p14:cNvContentPartPr/>
                <p14:nvPr/>
              </p14:nvContentPartPr>
              <p14:xfrm>
                <a:off x="8781078" y="5445229"/>
                <a:ext cx="128520" cy="24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63078" y="5427229"/>
                  <a:ext cx="164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14:cNvPr>
                <p14:cNvContentPartPr/>
                <p14:nvPr/>
              </p14:nvContentPartPr>
              <p14:xfrm>
                <a:off x="8981598" y="5326069"/>
                <a:ext cx="193680" cy="13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63598" y="5308429"/>
                  <a:ext cx="229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14:cNvPr>
                <p14:cNvContentPartPr/>
                <p14:nvPr/>
              </p14:nvContentPartPr>
              <p14:xfrm>
                <a:off x="9198678" y="5195389"/>
                <a:ext cx="263520" cy="145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81038" y="5177389"/>
                  <a:ext cx="299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14:cNvPr>
                <p14:cNvContentPartPr/>
                <p14:nvPr/>
              </p14:nvContentPartPr>
              <p14:xfrm>
                <a:off x="9550758" y="5015029"/>
                <a:ext cx="185760" cy="38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33118" y="4997029"/>
                  <a:ext cx="221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14:cNvPr>
                <p14:cNvContentPartPr/>
                <p14:nvPr/>
              </p14:nvContentPartPr>
              <p14:xfrm>
                <a:off x="9490278" y="5094229"/>
                <a:ext cx="42840" cy="10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72638" y="5076589"/>
                  <a:ext cx="78480" cy="137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36640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9E3F-BAE8-E171-E0EB-42DE5666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13D4-0CF2-A82E-2204-C2D28DBE44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nd white diagram&#10;&#10;Description automatically generated">
            <a:extLst>
              <a:ext uri="{FF2B5EF4-FFF2-40B4-BE49-F238E27FC236}">
                <a16:creationId xmlns:a16="http://schemas.microsoft.com/office/drawing/2014/main" id="{8F975102-8B9C-6EC9-96E5-FAC6FCA23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54" y="1735537"/>
            <a:ext cx="5562600" cy="3581400"/>
          </a:xfrm>
          <a:prstGeom prst="rect">
            <a:avLst/>
          </a:prstGeom>
        </p:spPr>
      </p:pic>
      <p:pic>
        <p:nvPicPr>
          <p:cNvPr id="10" name="Picture 9" descr="A white lines on a black background&#10;&#10;Description automatically generated">
            <a:extLst>
              <a:ext uri="{FF2B5EF4-FFF2-40B4-BE49-F238E27FC236}">
                <a16:creationId xmlns:a16="http://schemas.microsoft.com/office/drawing/2014/main" id="{936BC3EB-CBDB-D10A-697F-FF6F4678B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4634" y="1735537"/>
            <a:ext cx="5562600" cy="35814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3718A2-B9D0-DF8A-C86A-7710917C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97" y="887468"/>
            <a:ext cx="10515600" cy="1307189"/>
          </a:xfrm>
        </p:spPr>
        <p:txBody>
          <a:bodyPr>
            <a:normAutofit/>
          </a:bodyPr>
          <a:lstStyle/>
          <a:p>
            <a:r>
              <a:rPr lang="en-US" sz="2400" dirty="0"/>
              <a:t>The Fourier transform is an analysis process, decomposing a complex-valued function into its constituent frequencies and their amplitudes.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0E62CC-A858-1001-15ED-E4F46A1383C1}"/>
              </a:ext>
            </a:extLst>
          </p:cNvPr>
          <p:cNvGrpSpPr/>
          <p:nvPr/>
        </p:nvGrpSpPr>
        <p:grpSpPr>
          <a:xfrm>
            <a:off x="1302798" y="1426909"/>
            <a:ext cx="4511160" cy="5113800"/>
            <a:chOff x="1302798" y="1426909"/>
            <a:chExt cx="4511160" cy="511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14:cNvPr>
                <p14:cNvContentPartPr/>
                <p14:nvPr/>
              </p14:nvContentPartPr>
              <p14:xfrm>
                <a:off x="3262998" y="1573789"/>
                <a:ext cx="137520" cy="4634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44998" y="1555789"/>
                  <a:ext cx="173160" cy="46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14:cNvPr>
                <p14:cNvContentPartPr/>
                <p14:nvPr/>
              </p14:nvContentPartPr>
              <p14:xfrm>
                <a:off x="5638998" y="1426909"/>
                <a:ext cx="174960" cy="486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20998" y="1408909"/>
                  <a:ext cx="210600" cy="48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14:cNvPr>
                <p14:cNvContentPartPr/>
                <p14:nvPr/>
              </p14:nvContentPartPr>
              <p14:xfrm>
                <a:off x="4409598" y="5470789"/>
                <a:ext cx="134640" cy="402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91598" y="5452789"/>
                  <a:ext cx="17028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14:cNvPr>
                <p14:cNvContentPartPr/>
                <p14:nvPr/>
              </p14:nvContentPartPr>
              <p14:xfrm>
                <a:off x="4315998" y="5694709"/>
                <a:ext cx="159120" cy="73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98358" y="5676709"/>
                  <a:ext cx="1947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14:cNvPr>
                <p14:cNvContentPartPr/>
                <p14:nvPr/>
              </p14:nvContentPartPr>
              <p14:xfrm>
                <a:off x="4695798" y="5670589"/>
                <a:ext cx="500760" cy="4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77798" y="5652589"/>
                  <a:ext cx="536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14:cNvPr>
                <p14:cNvContentPartPr/>
                <p14:nvPr/>
              </p14:nvContentPartPr>
              <p14:xfrm>
                <a:off x="5109078" y="5605069"/>
                <a:ext cx="119520" cy="185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91438" y="5587069"/>
                  <a:ext cx="155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14:cNvPr>
                <p14:cNvContentPartPr/>
                <p14:nvPr/>
              </p14:nvContentPartPr>
              <p14:xfrm>
                <a:off x="1363278" y="5645389"/>
                <a:ext cx="139680" cy="394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45278" y="5627749"/>
                  <a:ext cx="17532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14:cNvPr>
                <p14:cNvContentPartPr/>
                <p14:nvPr/>
              </p14:nvContentPartPr>
              <p14:xfrm>
                <a:off x="1302798" y="5816389"/>
                <a:ext cx="167760" cy="9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85158" y="5798389"/>
                  <a:ext cx="203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14:cNvPr>
                <p14:cNvContentPartPr/>
                <p14:nvPr/>
              </p14:nvContentPartPr>
              <p14:xfrm>
                <a:off x="1339878" y="6379789"/>
                <a:ext cx="1529640" cy="4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22238" y="6362149"/>
                  <a:ext cx="1565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14:cNvPr>
                <p14:cNvContentPartPr/>
                <p14:nvPr/>
              </p14:nvContentPartPr>
              <p14:xfrm>
                <a:off x="2070678" y="5636029"/>
                <a:ext cx="104400" cy="84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52678" y="5618029"/>
                  <a:ext cx="1400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14:cNvPr>
                <p14:cNvContentPartPr/>
                <p14:nvPr/>
              </p14:nvContentPartPr>
              <p14:xfrm>
                <a:off x="3577638" y="6405709"/>
                <a:ext cx="1693440" cy="135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59998" y="6388069"/>
                  <a:ext cx="1729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14:cNvPr>
                <p14:cNvContentPartPr/>
                <p14:nvPr/>
              </p14:nvContentPartPr>
              <p14:xfrm>
                <a:off x="3762678" y="5862109"/>
                <a:ext cx="1782000" cy="589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44678" y="5844109"/>
                  <a:ext cx="1817640" cy="62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14:cNvPr>
              <p14:cNvContentPartPr/>
              <p14:nvPr/>
            </p14:nvContentPartPr>
            <p14:xfrm>
              <a:off x="9178158" y="1595749"/>
              <a:ext cx="197640" cy="4403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160158" y="1578109"/>
                <a:ext cx="233280" cy="443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217181AF-4F3E-0DE3-9048-1365AF905C8D}"/>
              </a:ext>
            </a:extLst>
          </p:cNvPr>
          <p:cNvGrpSpPr/>
          <p:nvPr/>
        </p:nvGrpSpPr>
        <p:grpSpPr>
          <a:xfrm>
            <a:off x="11789238" y="1494949"/>
            <a:ext cx="98640" cy="4888080"/>
            <a:chOff x="11789238" y="1494949"/>
            <a:chExt cx="98640" cy="48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14:cNvPr>
                <p14:cNvContentPartPr/>
                <p14:nvPr/>
              </p14:nvContentPartPr>
              <p14:xfrm>
                <a:off x="11868078" y="1508629"/>
                <a:ext cx="19800" cy="1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50438" y="1490989"/>
                  <a:ext cx="55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14:cNvPr>
                <p14:cNvContentPartPr/>
                <p14:nvPr/>
              </p14:nvContentPartPr>
              <p14:xfrm>
                <a:off x="11789238" y="1494949"/>
                <a:ext cx="38880" cy="488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71598" y="1476949"/>
                  <a:ext cx="74520" cy="492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83C467-3B06-353A-5FD6-F556929C3F97}"/>
              </a:ext>
            </a:extLst>
          </p:cNvPr>
          <p:cNvGrpSpPr/>
          <p:nvPr/>
        </p:nvGrpSpPr>
        <p:grpSpPr>
          <a:xfrm>
            <a:off x="9564438" y="5393389"/>
            <a:ext cx="1780560" cy="669960"/>
            <a:chOff x="9564438" y="5393389"/>
            <a:chExt cx="1780560" cy="66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14:cNvPr>
                <p14:cNvContentPartPr/>
                <p14:nvPr/>
              </p14:nvContentPartPr>
              <p14:xfrm>
                <a:off x="9564438" y="5990629"/>
                <a:ext cx="245160" cy="4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46798" y="5972629"/>
                  <a:ext cx="280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14:cNvPr>
                <p14:cNvContentPartPr/>
                <p14:nvPr/>
              </p14:nvContentPartPr>
              <p14:xfrm>
                <a:off x="9849918" y="5393389"/>
                <a:ext cx="483840" cy="637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32278" y="5375389"/>
                  <a:ext cx="519480" cy="6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14:cNvPr>
                <p14:cNvContentPartPr/>
                <p14:nvPr/>
              </p14:nvContentPartPr>
              <p14:xfrm>
                <a:off x="10336278" y="5994589"/>
                <a:ext cx="205920" cy="3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18638" y="5976949"/>
                  <a:ext cx="241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14:cNvPr>
                <p14:cNvContentPartPr/>
                <p14:nvPr/>
              </p14:nvContentPartPr>
              <p14:xfrm>
                <a:off x="10389918" y="5948869"/>
                <a:ext cx="281520" cy="7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72278" y="5931229"/>
                  <a:ext cx="317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14:cNvPr>
                <p14:cNvContentPartPr/>
                <p14:nvPr/>
              </p14:nvContentPartPr>
              <p14:xfrm>
                <a:off x="10707078" y="5424349"/>
                <a:ext cx="491040" cy="62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89078" y="5406709"/>
                  <a:ext cx="52668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14:cNvPr>
                <p14:cNvContentPartPr/>
                <p14:nvPr/>
              </p14:nvContentPartPr>
              <p14:xfrm>
                <a:off x="11113158" y="5999989"/>
                <a:ext cx="231840" cy="6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5158" y="5982349"/>
                  <a:ext cx="2674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A3BFF6-FE90-F700-3E21-64F9B61919CC}"/>
              </a:ext>
            </a:extLst>
          </p:cNvPr>
          <p:cNvGrpSpPr/>
          <p:nvPr/>
        </p:nvGrpSpPr>
        <p:grpSpPr>
          <a:xfrm>
            <a:off x="10411518" y="6279349"/>
            <a:ext cx="686520" cy="237240"/>
            <a:chOff x="10411518" y="6279349"/>
            <a:chExt cx="68652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14:cNvPr>
                <p14:cNvContentPartPr/>
                <p14:nvPr/>
              </p14:nvContentPartPr>
              <p14:xfrm>
                <a:off x="10446078" y="6279349"/>
                <a:ext cx="173880" cy="23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28438" y="6261709"/>
                  <a:ext cx="2095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14:cNvPr>
                <p14:cNvContentPartPr/>
                <p14:nvPr/>
              </p14:nvContentPartPr>
              <p14:xfrm>
                <a:off x="10411518" y="6423349"/>
                <a:ext cx="77400" cy="3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93518" y="6405709"/>
                  <a:ext cx="113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14:cNvPr>
                <p14:cNvContentPartPr/>
                <p14:nvPr/>
              </p14:nvContentPartPr>
              <p14:xfrm>
                <a:off x="10811478" y="6403549"/>
                <a:ext cx="235080" cy="1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93478" y="6385909"/>
                  <a:ext cx="270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14:cNvPr>
                <p14:cNvContentPartPr/>
                <p14:nvPr/>
              </p14:nvContentPartPr>
              <p14:xfrm>
                <a:off x="11006598" y="6345949"/>
                <a:ext cx="91440" cy="126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88598" y="6327949"/>
                  <a:ext cx="1270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1A9B082-3E2F-99F4-6705-1FAA2E38EF41}"/>
              </a:ext>
            </a:extLst>
          </p:cNvPr>
          <p:cNvGrpSpPr/>
          <p:nvPr/>
        </p:nvGrpSpPr>
        <p:grpSpPr>
          <a:xfrm>
            <a:off x="7980438" y="3832789"/>
            <a:ext cx="618480" cy="660240"/>
            <a:chOff x="7980438" y="3832789"/>
            <a:chExt cx="618480" cy="66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14:cNvPr>
                <p14:cNvContentPartPr/>
                <p14:nvPr/>
              </p14:nvContentPartPr>
              <p14:xfrm>
                <a:off x="7980438" y="4004869"/>
                <a:ext cx="436680" cy="48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2798" y="3986869"/>
                  <a:ext cx="47232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14:cNvPr>
                <p14:cNvContentPartPr/>
                <p14:nvPr/>
              </p14:nvContentPartPr>
              <p14:xfrm>
                <a:off x="8287878" y="3832789"/>
                <a:ext cx="311040" cy="34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70238" y="3815149"/>
                  <a:ext cx="34668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751C7C-6F36-9FFB-E722-B160AEF16193}"/>
              </a:ext>
            </a:extLst>
          </p:cNvPr>
          <p:cNvGrpSpPr/>
          <p:nvPr/>
        </p:nvGrpSpPr>
        <p:grpSpPr>
          <a:xfrm>
            <a:off x="6676518" y="5477629"/>
            <a:ext cx="1825560" cy="1335960"/>
            <a:chOff x="6676518" y="5477629"/>
            <a:chExt cx="1825560" cy="13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14:cNvPr>
                <p14:cNvContentPartPr/>
                <p14:nvPr/>
              </p14:nvContentPartPr>
              <p14:xfrm>
                <a:off x="6676518" y="6161629"/>
                <a:ext cx="1825560" cy="7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58878" y="6143629"/>
                  <a:ext cx="1861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14:cNvPr>
                <p14:cNvContentPartPr/>
                <p14:nvPr/>
              </p14:nvContentPartPr>
              <p14:xfrm>
                <a:off x="7543398" y="5477629"/>
                <a:ext cx="45360" cy="782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25758" y="5459629"/>
                  <a:ext cx="8100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14:cNvPr>
                <p14:cNvContentPartPr/>
                <p14:nvPr/>
              </p14:nvContentPartPr>
              <p14:xfrm>
                <a:off x="7715478" y="5812429"/>
                <a:ext cx="11520" cy="370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97478" y="5794789"/>
                  <a:ext cx="471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14:cNvPr>
                <p14:cNvContentPartPr/>
                <p14:nvPr/>
              </p14:nvContentPartPr>
              <p14:xfrm>
                <a:off x="7401558" y="5829349"/>
                <a:ext cx="12960" cy="381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83918" y="5811709"/>
                  <a:ext cx="4860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14:cNvPr>
                <p14:cNvContentPartPr/>
                <p14:nvPr/>
              </p14:nvContentPartPr>
              <p14:xfrm>
                <a:off x="7222638" y="6033109"/>
                <a:ext cx="26280" cy="193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04998" y="6015469"/>
                  <a:ext cx="619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14:cNvPr>
                <p14:cNvContentPartPr/>
                <p14:nvPr/>
              </p14:nvContentPartPr>
              <p14:xfrm>
                <a:off x="7102038" y="6088549"/>
                <a:ext cx="13320" cy="16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84398" y="6070909"/>
                  <a:ext cx="48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14:cNvPr>
                <p14:cNvContentPartPr/>
                <p14:nvPr/>
              </p14:nvContentPartPr>
              <p14:xfrm>
                <a:off x="7856958" y="6066589"/>
                <a:ext cx="27000" cy="6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39318" y="6048589"/>
                  <a:ext cx="62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14:cNvPr>
                <p14:cNvContentPartPr/>
                <p14:nvPr/>
              </p14:nvContentPartPr>
              <p14:xfrm>
                <a:off x="7873158" y="6068389"/>
                <a:ext cx="14400" cy="154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55158" y="6050749"/>
                  <a:ext cx="50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14:cNvPr>
                <p14:cNvContentPartPr/>
                <p14:nvPr/>
              </p14:nvContentPartPr>
              <p14:xfrm>
                <a:off x="8051358" y="6104029"/>
                <a:ext cx="41760" cy="115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33718" y="6086389"/>
                  <a:ext cx="77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14:cNvPr>
                <p14:cNvContentPartPr/>
                <p14:nvPr/>
              </p14:nvContentPartPr>
              <p14:xfrm>
                <a:off x="7573638" y="6389149"/>
                <a:ext cx="73440" cy="424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55998" y="6371509"/>
                  <a:ext cx="10908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14:cNvPr>
                <p14:cNvContentPartPr/>
                <p14:nvPr/>
              </p14:nvContentPartPr>
              <p14:xfrm>
                <a:off x="7502358" y="6578509"/>
                <a:ext cx="212760" cy="5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4358" y="6560869"/>
                  <a:ext cx="248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14:cNvPr>
                <p14:cNvContentPartPr/>
                <p14:nvPr/>
              </p14:nvContentPartPr>
              <p14:xfrm>
                <a:off x="7806558" y="6603349"/>
                <a:ext cx="447840" cy="1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88558" y="6585709"/>
                  <a:ext cx="48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14:cNvPr>
                <p14:cNvContentPartPr/>
                <p14:nvPr/>
              </p14:nvContentPartPr>
              <p14:xfrm>
                <a:off x="8106078" y="6505069"/>
                <a:ext cx="131760" cy="13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88438" y="6487429"/>
                  <a:ext cx="167400" cy="1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5631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30651-2993-E266-5CA2-8D260CA1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97A3522F-4B7C-842A-0901-A171E3316E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278" y="1253331"/>
            <a:ext cx="65672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AE041-9AE9-F740-9171-8D4388458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C384735-0504-95EA-897B-66FA651708D6}"/>
              </a:ext>
            </a:extLst>
          </p:cNvPr>
          <p:cNvGrpSpPr/>
          <p:nvPr/>
        </p:nvGrpSpPr>
        <p:grpSpPr>
          <a:xfrm>
            <a:off x="4036998" y="5722069"/>
            <a:ext cx="1155600" cy="510120"/>
            <a:chOff x="4036998" y="5722069"/>
            <a:chExt cx="1155600" cy="51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14:cNvPr>
                <p14:cNvContentPartPr/>
                <p14:nvPr/>
              </p14:nvContentPartPr>
              <p14:xfrm>
                <a:off x="4173078" y="5722069"/>
                <a:ext cx="193680" cy="51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55078" y="5704069"/>
                  <a:ext cx="2293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14:cNvPr>
                <p14:cNvContentPartPr/>
                <p14:nvPr/>
              </p14:nvContentPartPr>
              <p14:xfrm>
                <a:off x="4036998" y="6005389"/>
                <a:ext cx="249480" cy="8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18998" y="5987389"/>
                  <a:ext cx="285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14:cNvPr>
                <p14:cNvContentPartPr/>
                <p14:nvPr/>
              </p14:nvContentPartPr>
              <p14:xfrm>
                <a:off x="4561878" y="5956789"/>
                <a:ext cx="630720" cy="3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3878" y="5938789"/>
                  <a:ext cx="666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14:cNvPr>
                <p14:cNvContentPartPr/>
                <p14:nvPr/>
              </p14:nvContentPartPr>
              <p14:xfrm>
                <a:off x="5030238" y="5879749"/>
                <a:ext cx="16236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12238" y="5861749"/>
                  <a:ext cx="198000" cy="28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14:cNvPr>
              <p14:cNvContentPartPr/>
              <p14:nvPr/>
            </p14:nvContentPartPr>
            <p14:xfrm>
              <a:off x="1490358" y="1543909"/>
              <a:ext cx="5490720" cy="35186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472718" y="1526269"/>
                <a:ext cx="5526360" cy="355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5E1D4213-67A9-F37E-9B42-59EF909D4165}"/>
              </a:ext>
            </a:extLst>
          </p:cNvPr>
          <p:cNvGrpSpPr/>
          <p:nvPr/>
        </p:nvGrpSpPr>
        <p:grpSpPr>
          <a:xfrm>
            <a:off x="8169078" y="1710589"/>
            <a:ext cx="3223440" cy="3295800"/>
            <a:chOff x="8169078" y="1710589"/>
            <a:chExt cx="3223440" cy="32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14:cNvPr>
                <p14:cNvContentPartPr/>
                <p14:nvPr/>
              </p14:nvContentPartPr>
              <p14:xfrm>
                <a:off x="8169078" y="1710589"/>
                <a:ext cx="205560" cy="248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51438" y="1692949"/>
                  <a:ext cx="241200" cy="25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14:cNvPr>
                <p14:cNvContentPartPr/>
                <p14:nvPr/>
              </p14:nvContentPartPr>
              <p14:xfrm>
                <a:off x="8386878" y="4143469"/>
                <a:ext cx="3005640" cy="12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68878" y="4125469"/>
                  <a:ext cx="304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14:cNvPr>
                <p14:cNvContentPartPr/>
                <p14:nvPr/>
              </p14:nvContentPartPr>
              <p14:xfrm>
                <a:off x="9632118" y="4529029"/>
                <a:ext cx="125640" cy="477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614478" y="4511389"/>
                  <a:ext cx="1612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14:cNvPr>
                <p14:cNvContentPartPr/>
                <p14:nvPr/>
              </p14:nvContentPartPr>
              <p14:xfrm>
                <a:off x="9575598" y="4824229"/>
                <a:ext cx="209880" cy="136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57958" y="4806229"/>
                  <a:ext cx="245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14:cNvPr>
                <p14:cNvContentPartPr/>
                <p14:nvPr/>
              </p14:nvContentPartPr>
              <p14:xfrm>
                <a:off x="10052598" y="4804429"/>
                <a:ext cx="533520" cy="3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34958" y="4786429"/>
                  <a:ext cx="569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14:cNvPr>
                <p14:cNvContentPartPr/>
                <p14:nvPr/>
              </p14:nvContentPartPr>
              <p14:xfrm>
                <a:off x="10446438" y="4741069"/>
                <a:ext cx="171000" cy="200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28438" y="4723069"/>
                  <a:ext cx="206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14:cNvPr>
                <p14:cNvContentPartPr/>
                <p14:nvPr/>
              </p14:nvContentPartPr>
              <p14:xfrm>
                <a:off x="8227758" y="4187749"/>
                <a:ext cx="126720" cy="17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09758" y="4170109"/>
                  <a:ext cx="1623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819355E-1850-F848-CE1D-BC3C49195969}"/>
              </a:ext>
            </a:extLst>
          </p:cNvPr>
          <p:cNvGrpSpPr/>
          <p:nvPr/>
        </p:nvGrpSpPr>
        <p:grpSpPr>
          <a:xfrm>
            <a:off x="8262318" y="4517869"/>
            <a:ext cx="511200" cy="343440"/>
            <a:chOff x="8262318" y="4517869"/>
            <a:chExt cx="51120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14:cNvPr>
                <p14:cNvContentPartPr/>
                <p14:nvPr/>
              </p14:nvContentPartPr>
              <p14:xfrm>
                <a:off x="8262318" y="4517869"/>
                <a:ext cx="48600" cy="34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44318" y="4500229"/>
                  <a:ext cx="842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14:cNvPr>
                <p14:cNvContentPartPr/>
                <p14:nvPr/>
              </p14:nvContentPartPr>
              <p14:xfrm>
                <a:off x="8421438" y="4593109"/>
                <a:ext cx="46800" cy="176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03798" y="4575109"/>
                  <a:ext cx="82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14:cNvPr>
                <p14:cNvContentPartPr/>
                <p14:nvPr/>
              </p14:nvContentPartPr>
              <p14:xfrm>
                <a:off x="8509998" y="4598869"/>
                <a:ext cx="88560" cy="17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492358" y="4580869"/>
                  <a:ext cx="124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14:cNvPr>
                <p14:cNvContentPartPr/>
                <p14:nvPr/>
              </p14:nvContentPartPr>
              <p14:xfrm>
                <a:off x="8640678" y="4602469"/>
                <a:ext cx="132840" cy="12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23038" y="4584469"/>
                  <a:ext cx="16848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14:cNvPr>
              <p14:cNvContentPartPr/>
              <p14:nvPr/>
            </p14:nvContentPartPr>
            <p14:xfrm>
              <a:off x="5812158" y="2508709"/>
              <a:ext cx="2983320" cy="756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794518" y="2490709"/>
                <a:ext cx="3018960" cy="79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14:cNvPr>
              <p14:cNvContentPartPr/>
              <p14:nvPr/>
            </p14:nvContentPartPr>
            <p14:xfrm>
              <a:off x="8886558" y="3058789"/>
              <a:ext cx="45360" cy="1122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868558" y="3040789"/>
                <a:ext cx="81000" cy="11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BBC6C45D-2729-5243-EC06-3E17937CE3DD}"/>
              </a:ext>
            </a:extLst>
          </p:cNvPr>
          <p:cNvGrpSpPr/>
          <p:nvPr/>
        </p:nvGrpSpPr>
        <p:grpSpPr>
          <a:xfrm>
            <a:off x="1661358" y="717709"/>
            <a:ext cx="5357520" cy="338400"/>
            <a:chOff x="1661358" y="717709"/>
            <a:chExt cx="53575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14:cNvPr>
                <p14:cNvContentPartPr/>
                <p14:nvPr/>
              </p14:nvContentPartPr>
              <p14:xfrm>
                <a:off x="4381158" y="717709"/>
                <a:ext cx="50040" cy="217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63158" y="699709"/>
                  <a:ext cx="856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14:cNvPr>
                <p14:cNvContentPartPr/>
                <p14:nvPr/>
              </p14:nvContentPartPr>
              <p14:xfrm>
                <a:off x="4586358" y="788989"/>
                <a:ext cx="136800" cy="24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68718" y="771349"/>
                  <a:ext cx="1724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14:cNvPr>
                <p14:cNvContentPartPr/>
                <p14:nvPr/>
              </p14:nvContentPartPr>
              <p14:xfrm>
                <a:off x="4944198" y="859909"/>
                <a:ext cx="1864800" cy="83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6558" y="842269"/>
                  <a:ext cx="1900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14:cNvPr>
                <p14:cNvContentPartPr/>
                <p14:nvPr/>
              </p14:nvContentPartPr>
              <p14:xfrm>
                <a:off x="6855798" y="877549"/>
                <a:ext cx="163080" cy="106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37798" y="859549"/>
                  <a:ext cx="198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14:cNvPr>
                <p14:cNvContentPartPr/>
                <p14:nvPr/>
              </p14:nvContentPartPr>
              <p14:xfrm>
                <a:off x="1724718" y="919669"/>
                <a:ext cx="2593080" cy="57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706718" y="901669"/>
                  <a:ext cx="2628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14:cNvPr>
                <p14:cNvContentPartPr/>
                <p14:nvPr/>
              </p14:nvContentPartPr>
              <p14:xfrm>
                <a:off x="1661358" y="872149"/>
                <a:ext cx="203760" cy="183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643358" y="854509"/>
                  <a:ext cx="23940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A73F46-0FC6-05FE-74EB-02D75D467F57}"/>
              </a:ext>
            </a:extLst>
          </p:cNvPr>
          <p:cNvGrpSpPr/>
          <p:nvPr/>
        </p:nvGrpSpPr>
        <p:grpSpPr>
          <a:xfrm>
            <a:off x="1482798" y="789709"/>
            <a:ext cx="5626800" cy="5168880"/>
            <a:chOff x="1482798" y="789709"/>
            <a:chExt cx="5626800" cy="516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14:cNvPr>
                <p14:cNvContentPartPr/>
                <p14:nvPr/>
              </p14:nvContentPartPr>
              <p14:xfrm>
                <a:off x="1516638" y="2768629"/>
                <a:ext cx="5506920" cy="1170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498998" y="2750629"/>
                  <a:ext cx="5542560" cy="12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14:cNvPr>
                <p14:cNvContentPartPr/>
                <p14:nvPr/>
              </p14:nvContentPartPr>
              <p14:xfrm>
                <a:off x="3224838" y="2979949"/>
                <a:ext cx="21960" cy="769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206838" y="2962309"/>
                  <a:ext cx="57600" cy="80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14:cNvPr>
                <p14:cNvContentPartPr/>
                <p14:nvPr/>
              </p14:nvContentPartPr>
              <p14:xfrm>
                <a:off x="5201238" y="2948629"/>
                <a:ext cx="24480" cy="71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183238" y="2930629"/>
                  <a:ext cx="6012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14:cNvPr>
                <p14:cNvContentPartPr/>
                <p14:nvPr/>
              </p14:nvContentPartPr>
              <p14:xfrm>
                <a:off x="1482798" y="952069"/>
                <a:ext cx="74160" cy="4944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464798" y="934069"/>
                  <a:ext cx="109800" cy="49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14:cNvPr>
                <p14:cNvContentPartPr/>
                <p14:nvPr/>
              </p14:nvContentPartPr>
              <p14:xfrm>
                <a:off x="7024278" y="2937829"/>
                <a:ext cx="85320" cy="94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06278" y="2920189"/>
                  <a:ext cx="120960" cy="9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14:cNvPr>
                <p14:cNvContentPartPr/>
                <p14:nvPr/>
              </p14:nvContentPartPr>
              <p14:xfrm>
                <a:off x="7016718" y="2918029"/>
                <a:ext cx="27720" cy="863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99078" y="2900029"/>
                  <a:ext cx="6336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14:cNvPr>
                <p14:cNvContentPartPr/>
                <p14:nvPr/>
              </p14:nvContentPartPr>
              <p14:xfrm>
                <a:off x="7019958" y="789709"/>
                <a:ext cx="60840" cy="516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02318" y="771709"/>
                  <a:ext cx="96480" cy="52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14:cNvPr>
                <p14:cNvContentPartPr/>
                <p14:nvPr/>
              </p14:nvContentPartPr>
              <p14:xfrm>
                <a:off x="1528518" y="2669629"/>
                <a:ext cx="1608480" cy="127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510518" y="2651629"/>
                  <a:ext cx="1644120" cy="13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14:cNvPr>
                <p14:cNvContentPartPr/>
                <p14:nvPr/>
              </p14:nvContentPartPr>
              <p14:xfrm>
                <a:off x="3184158" y="3356509"/>
                <a:ext cx="38160" cy="39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166518" y="3338509"/>
                  <a:ext cx="7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14:cNvPr>
                <p14:cNvContentPartPr/>
                <p14:nvPr/>
              </p14:nvContentPartPr>
              <p14:xfrm>
                <a:off x="2576838" y="2474869"/>
                <a:ext cx="142200" cy="247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559198" y="2456869"/>
                  <a:ext cx="1778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14:cNvPr>
                <p14:cNvContentPartPr/>
                <p14:nvPr/>
              </p14:nvContentPartPr>
              <p14:xfrm>
                <a:off x="2500518" y="2303869"/>
                <a:ext cx="340200" cy="58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482518" y="2285869"/>
                  <a:ext cx="37584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14:cNvPr>
                <p14:cNvContentPartPr/>
                <p14:nvPr/>
              </p14:nvContentPartPr>
              <p14:xfrm>
                <a:off x="3266238" y="2882029"/>
                <a:ext cx="1960200" cy="95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248238" y="2864389"/>
                  <a:ext cx="1995840" cy="9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14:cNvPr>
                <p14:cNvContentPartPr/>
                <p14:nvPr/>
              </p14:nvContentPartPr>
              <p14:xfrm>
                <a:off x="4178118" y="2496109"/>
                <a:ext cx="172080" cy="136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160478" y="2478109"/>
                  <a:ext cx="207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14:cNvPr>
                <p14:cNvContentPartPr/>
                <p14:nvPr/>
              </p14:nvContentPartPr>
              <p14:xfrm>
                <a:off x="4074798" y="2288389"/>
                <a:ext cx="492480" cy="605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56798" y="2270749"/>
                  <a:ext cx="5281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14:cNvPr>
                <p14:cNvContentPartPr/>
                <p14:nvPr/>
              </p14:nvContentPartPr>
              <p14:xfrm>
                <a:off x="5226798" y="2808589"/>
                <a:ext cx="1761120" cy="1055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208798" y="2790949"/>
                  <a:ext cx="1796760" cy="10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14:cNvPr>
                <p14:cNvContentPartPr/>
                <p14:nvPr/>
              </p14:nvContentPartPr>
              <p14:xfrm>
                <a:off x="5708478" y="2450389"/>
                <a:ext cx="153360" cy="11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90838" y="2432749"/>
                  <a:ext cx="1890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14:cNvPr>
                <p14:cNvContentPartPr/>
                <p14:nvPr/>
              </p14:nvContentPartPr>
              <p14:xfrm>
                <a:off x="5651958" y="2253829"/>
                <a:ext cx="360360" cy="48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34318" y="2235829"/>
                  <a:ext cx="396000" cy="51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B9C6DCF-3D55-D2ED-50CD-2A18A8636470}"/>
              </a:ext>
            </a:extLst>
          </p:cNvPr>
          <p:cNvGrpSpPr/>
          <p:nvPr/>
        </p:nvGrpSpPr>
        <p:grpSpPr>
          <a:xfrm>
            <a:off x="8938038" y="4388989"/>
            <a:ext cx="588960" cy="262800"/>
            <a:chOff x="8938038" y="4388989"/>
            <a:chExt cx="5889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14:cNvPr>
                <p14:cNvContentPartPr/>
                <p14:nvPr/>
              </p14:nvContentPartPr>
              <p14:xfrm>
                <a:off x="8938038" y="4388989"/>
                <a:ext cx="120600" cy="21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20398" y="4370989"/>
                  <a:ext cx="156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14:cNvPr>
                <p14:cNvContentPartPr/>
                <p14:nvPr/>
              </p14:nvContentPartPr>
              <p14:xfrm>
                <a:off x="9124158" y="4413829"/>
                <a:ext cx="1008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06158" y="4395829"/>
                  <a:ext cx="1364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14:cNvPr>
                <p14:cNvContentPartPr/>
                <p14:nvPr/>
              </p14:nvContentPartPr>
              <p14:xfrm>
                <a:off x="9186438" y="4419949"/>
                <a:ext cx="176400" cy="16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68798" y="4401949"/>
                  <a:ext cx="212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14:cNvPr>
                <p14:cNvContentPartPr/>
                <p14:nvPr/>
              </p14:nvContentPartPr>
              <p14:xfrm>
                <a:off x="9375798" y="4426429"/>
                <a:ext cx="151200" cy="123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57798" y="4408429"/>
                  <a:ext cx="186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5A2F5AA-6623-E12E-2E96-0F32B3916025}"/>
              </a:ext>
            </a:extLst>
          </p:cNvPr>
          <p:cNvGrpSpPr/>
          <p:nvPr/>
        </p:nvGrpSpPr>
        <p:grpSpPr>
          <a:xfrm>
            <a:off x="5031318" y="1667389"/>
            <a:ext cx="176400" cy="839520"/>
            <a:chOff x="5031318" y="1667389"/>
            <a:chExt cx="176400" cy="83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14:cNvPr>
                <p14:cNvContentPartPr/>
                <p14:nvPr/>
              </p14:nvContentPartPr>
              <p14:xfrm>
                <a:off x="5128158" y="1667389"/>
                <a:ext cx="38520" cy="811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10158" y="1649749"/>
                  <a:ext cx="7416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14:cNvPr>
                <p14:cNvContentPartPr/>
                <p14:nvPr/>
              </p14:nvContentPartPr>
              <p14:xfrm>
                <a:off x="5031318" y="2367949"/>
                <a:ext cx="176400" cy="138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013678" y="2349949"/>
                  <a:ext cx="21204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E714CD-CC09-D367-E196-260DE50CC869}"/>
              </a:ext>
            </a:extLst>
          </p:cNvPr>
          <p:cNvGrpSpPr/>
          <p:nvPr/>
        </p:nvGrpSpPr>
        <p:grpSpPr>
          <a:xfrm>
            <a:off x="10519878" y="4005229"/>
            <a:ext cx="346320" cy="219600"/>
            <a:chOff x="10519878" y="4005229"/>
            <a:chExt cx="34632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14:cNvPr>
                <p14:cNvContentPartPr/>
                <p14:nvPr/>
              </p14:nvContentPartPr>
              <p14:xfrm>
                <a:off x="10519878" y="4005229"/>
                <a:ext cx="676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02238" y="3987229"/>
                  <a:ext cx="103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14:cNvPr>
                <p14:cNvContentPartPr/>
                <p14:nvPr/>
              </p14:nvContentPartPr>
              <p14:xfrm>
                <a:off x="10863318" y="4076149"/>
                <a:ext cx="2880" cy="148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45318" y="4058149"/>
                  <a:ext cx="3852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51F7165-98E3-B29F-DBD9-3A13347DA09C}"/>
              </a:ext>
            </a:extLst>
          </p:cNvPr>
          <p:cNvGrpSpPr/>
          <p:nvPr/>
        </p:nvGrpSpPr>
        <p:grpSpPr>
          <a:xfrm>
            <a:off x="9429438" y="3574669"/>
            <a:ext cx="772920" cy="993600"/>
            <a:chOff x="9429438" y="3574669"/>
            <a:chExt cx="772920" cy="9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14:cNvPr>
                <p14:cNvContentPartPr/>
                <p14:nvPr/>
              </p14:nvContentPartPr>
              <p14:xfrm>
                <a:off x="9429438" y="3574669"/>
                <a:ext cx="54000" cy="546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411798" y="3556669"/>
                  <a:ext cx="89640" cy="58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14:cNvPr>
                <p14:cNvContentPartPr/>
                <p14:nvPr/>
              </p14:nvContentPartPr>
              <p14:xfrm>
                <a:off x="9976638" y="3893989"/>
                <a:ext cx="7704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58998" y="3876349"/>
                  <a:ext cx="112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14:cNvPr>
                <p14:cNvContentPartPr/>
                <p14:nvPr/>
              </p14:nvContentPartPr>
              <p14:xfrm>
                <a:off x="9623838" y="4228069"/>
                <a:ext cx="100080" cy="6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05838" y="4210069"/>
                  <a:ext cx="13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14:cNvPr>
                <p14:cNvContentPartPr/>
                <p14:nvPr/>
              </p14:nvContentPartPr>
              <p14:xfrm>
                <a:off x="9651918" y="4270549"/>
                <a:ext cx="74880" cy="167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633918" y="4252549"/>
                  <a:ext cx="110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14:cNvPr>
                <p14:cNvContentPartPr/>
                <p14:nvPr/>
              </p14:nvContentPartPr>
              <p14:xfrm>
                <a:off x="9982038" y="4318429"/>
                <a:ext cx="156600" cy="249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4398" y="4300429"/>
                  <a:ext cx="19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14:cNvPr>
                <p14:cNvContentPartPr/>
                <p14:nvPr/>
              </p14:nvContentPartPr>
              <p14:xfrm>
                <a:off x="10060158" y="4420309"/>
                <a:ext cx="142200" cy="92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42518" y="4402309"/>
                  <a:ext cx="1778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CC76459-4417-894B-52B0-39C4B87126F0}"/>
              </a:ext>
            </a:extLst>
          </p:cNvPr>
          <p:cNvGrpSpPr/>
          <p:nvPr/>
        </p:nvGrpSpPr>
        <p:grpSpPr>
          <a:xfrm>
            <a:off x="10483158" y="4372429"/>
            <a:ext cx="521280" cy="232920"/>
            <a:chOff x="10483158" y="4372429"/>
            <a:chExt cx="52128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14:cNvPr>
                <p14:cNvContentPartPr/>
                <p14:nvPr/>
              </p14:nvContentPartPr>
              <p14:xfrm>
                <a:off x="10483158" y="4372429"/>
                <a:ext cx="115920" cy="201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65518" y="4354429"/>
                  <a:ext cx="1515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14:cNvPr>
                <p14:cNvContentPartPr/>
                <p14:nvPr/>
              </p14:nvContentPartPr>
              <p14:xfrm>
                <a:off x="10817238" y="4435789"/>
                <a:ext cx="3708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99598" y="4417789"/>
                  <a:ext cx="727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14:cNvPr>
                <p14:cNvContentPartPr/>
                <p14:nvPr/>
              </p14:nvContentPartPr>
              <p14:xfrm>
                <a:off x="10948638" y="4463869"/>
                <a:ext cx="55800" cy="135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30998" y="4446229"/>
                  <a:ext cx="91440" cy="171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420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5D5CE-AB0D-6DA9-72E7-C9110B10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square wave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17209A54-0E9A-BC87-B323-4B752E20F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810" y="879619"/>
            <a:ext cx="6933086" cy="521107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6EE11-BDDB-79C4-1057-02D6C8C64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8584AA4-31AE-A330-9EE5-12CBED8DA15E}"/>
              </a:ext>
            </a:extLst>
          </p:cNvPr>
          <p:cNvGrpSpPr/>
          <p:nvPr/>
        </p:nvGrpSpPr>
        <p:grpSpPr>
          <a:xfrm>
            <a:off x="5111958" y="3166069"/>
            <a:ext cx="836640" cy="452160"/>
            <a:chOff x="5111958" y="3166069"/>
            <a:chExt cx="836640" cy="45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14:cNvPr>
                <p14:cNvContentPartPr/>
                <p14:nvPr/>
              </p14:nvContentPartPr>
              <p14:xfrm>
                <a:off x="5150478" y="3166069"/>
                <a:ext cx="174960" cy="452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32838" y="3148069"/>
                  <a:ext cx="2106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14:cNvPr>
                <p14:cNvContentPartPr/>
                <p14:nvPr/>
              </p14:nvContentPartPr>
              <p14:xfrm>
                <a:off x="5111958" y="3357949"/>
                <a:ext cx="149760" cy="11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94318" y="3340309"/>
                  <a:ext cx="185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14:cNvPr>
                <p14:cNvContentPartPr/>
                <p14:nvPr/>
              </p14:nvContentPartPr>
              <p14:xfrm>
                <a:off x="5548278" y="3341389"/>
                <a:ext cx="383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30638" y="3323389"/>
                  <a:ext cx="418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14:cNvPr>
                <p14:cNvContentPartPr/>
                <p14:nvPr/>
              </p14:nvContentPartPr>
              <p14:xfrm>
                <a:off x="5838078" y="3248149"/>
                <a:ext cx="110520" cy="225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20438" y="3230509"/>
                  <a:ext cx="14616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44B185-2B2B-CCCE-2DF8-F202ACE48A69}"/>
              </a:ext>
            </a:extLst>
          </p:cNvPr>
          <p:cNvGrpSpPr/>
          <p:nvPr/>
        </p:nvGrpSpPr>
        <p:grpSpPr>
          <a:xfrm>
            <a:off x="5380158" y="6277549"/>
            <a:ext cx="1177200" cy="430560"/>
            <a:chOff x="5380158" y="6277549"/>
            <a:chExt cx="11772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14:cNvPr>
                <p14:cNvContentPartPr/>
                <p14:nvPr/>
              </p14:nvContentPartPr>
              <p14:xfrm>
                <a:off x="5509398" y="6277549"/>
                <a:ext cx="101160" cy="43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491758" y="6259549"/>
                  <a:ext cx="13680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14:cNvPr>
                <p14:cNvContentPartPr/>
                <p14:nvPr/>
              </p14:nvContentPartPr>
              <p14:xfrm>
                <a:off x="5380158" y="6488149"/>
                <a:ext cx="209880" cy="8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362518" y="6470509"/>
                  <a:ext cx="245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14:cNvPr>
                <p14:cNvContentPartPr/>
                <p14:nvPr/>
              </p14:nvContentPartPr>
              <p14:xfrm>
                <a:off x="5869758" y="6463669"/>
                <a:ext cx="656640" cy="11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51758" y="6446029"/>
                  <a:ext cx="6922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14:cNvPr>
                <p14:cNvContentPartPr/>
                <p14:nvPr/>
              </p14:nvContentPartPr>
              <p14:xfrm>
                <a:off x="6402558" y="6424069"/>
                <a:ext cx="154800" cy="249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384558" y="6406069"/>
                  <a:ext cx="190440" cy="28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1522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6" name="Content Placeholder 5" descr="A diagram of a circuit diagram&#10;&#10;Description automatically generated">
            <a:extLst>
              <a:ext uri="{FF2B5EF4-FFF2-40B4-BE49-F238E27FC236}">
                <a16:creationId xmlns:a16="http://schemas.microsoft.com/office/drawing/2014/main" id="{9C47325C-83D6-B21D-9617-BD59EF101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13" y="1327868"/>
            <a:ext cx="8806051" cy="48396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8C3830-553D-5775-4F8E-EA1C2A6A5E52}"/>
              </a:ext>
            </a:extLst>
          </p:cNvPr>
          <p:cNvGrpSpPr/>
          <p:nvPr/>
        </p:nvGrpSpPr>
        <p:grpSpPr>
          <a:xfrm>
            <a:off x="9042078" y="779989"/>
            <a:ext cx="445680" cy="1717560"/>
            <a:chOff x="9042078" y="779989"/>
            <a:chExt cx="445680" cy="17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14:cNvPr>
                <p14:cNvContentPartPr/>
                <p14:nvPr/>
              </p14:nvContentPartPr>
              <p14:xfrm>
                <a:off x="9391278" y="1136389"/>
                <a:ext cx="96480" cy="136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373638" y="1118389"/>
                  <a:ext cx="132120" cy="13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14:cNvPr>
                <p14:cNvContentPartPr/>
                <p14:nvPr/>
              </p14:nvContentPartPr>
              <p14:xfrm>
                <a:off x="9042078" y="1021549"/>
                <a:ext cx="42120" cy="1441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024438" y="1003549"/>
                  <a:ext cx="77760" cy="14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14:cNvPr>
                <p14:cNvContentPartPr/>
                <p14:nvPr/>
              </p14:nvContentPartPr>
              <p14:xfrm>
                <a:off x="9098238" y="853069"/>
                <a:ext cx="94680" cy="18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080238" y="835069"/>
                  <a:ext cx="130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14:cNvPr>
                <p14:cNvContentPartPr/>
                <p14:nvPr/>
              </p14:nvContentPartPr>
              <p14:xfrm>
                <a:off x="9211998" y="779989"/>
                <a:ext cx="169560" cy="19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3998" y="761989"/>
                  <a:ext cx="205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7F0B4C-4224-E998-3B67-53E9E274CBEB}"/>
              </a:ext>
            </a:extLst>
          </p:cNvPr>
          <p:cNvGrpSpPr/>
          <p:nvPr/>
        </p:nvGrpSpPr>
        <p:grpSpPr>
          <a:xfrm>
            <a:off x="9556158" y="2426629"/>
            <a:ext cx="640080" cy="1137240"/>
            <a:chOff x="9556158" y="2426629"/>
            <a:chExt cx="640080" cy="11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14:cNvPr>
                <p14:cNvContentPartPr/>
                <p14:nvPr/>
              </p14:nvContentPartPr>
              <p14:xfrm>
                <a:off x="9556158" y="2545429"/>
                <a:ext cx="41400" cy="1018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538518" y="2527789"/>
                  <a:ext cx="7704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14:cNvPr>
                <p14:cNvContentPartPr/>
                <p14:nvPr/>
              </p14:nvContentPartPr>
              <p14:xfrm>
                <a:off x="10032798" y="2426629"/>
                <a:ext cx="49320" cy="1121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14798" y="2408629"/>
                  <a:ext cx="84960" cy="11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14:cNvPr>
                <p14:cNvContentPartPr/>
                <p14:nvPr/>
              </p14:nvContentPartPr>
              <p14:xfrm>
                <a:off x="9700158" y="2588629"/>
                <a:ext cx="155520" cy="95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518" y="2570629"/>
                  <a:ext cx="191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14:cNvPr>
                <p14:cNvContentPartPr/>
                <p14:nvPr/>
              </p14:nvContentPartPr>
              <p14:xfrm>
                <a:off x="9843798" y="2580349"/>
                <a:ext cx="33840" cy="7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26158" y="2562709"/>
                  <a:ext cx="69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14:cNvPr>
                <p14:cNvContentPartPr/>
                <p14:nvPr/>
              </p14:nvContentPartPr>
              <p14:xfrm>
                <a:off x="9832278" y="2524549"/>
                <a:ext cx="11160" cy="1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14278" y="2506909"/>
                  <a:ext cx="46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14:cNvPr>
                <p14:cNvContentPartPr/>
                <p14:nvPr/>
              </p14:nvContentPartPr>
              <p14:xfrm>
                <a:off x="9911118" y="2518069"/>
                <a:ext cx="49680" cy="13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93478" y="2500069"/>
                  <a:ext cx="853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14:cNvPr>
                <p14:cNvContentPartPr/>
                <p14:nvPr/>
              </p14:nvContentPartPr>
              <p14:xfrm>
                <a:off x="9956118" y="2469109"/>
                <a:ext cx="107280" cy="11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38118" y="2451469"/>
                  <a:ext cx="142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14:cNvPr>
                <p14:cNvContentPartPr/>
                <p14:nvPr/>
              </p14:nvContentPartPr>
              <p14:xfrm>
                <a:off x="10098318" y="2433109"/>
                <a:ext cx="97920" cy="146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080678" y="2415109"/>
                  <a:ext cx="13356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14:cNvPr>
              <p14:cNvContentPartPr/>
              <p14:nvPr/>
            </p14:nvContentPartPr>
            <p14:xfrm>
              <a:off x="9418998" y="3693829"/>
              <a:ext cx="64080" cy="1082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400998" y="3676189"/>
                <a:ext cx="99720" cy="11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14:cNvPr>
              <p14:cNvContentPartPr/>
              <p14:nvPr/>
            </p14:nvContentPartPr>
            <p14:xfrm>
              <a:off x="9636798" y="3675109"/>
              <a:ext cx="59760" cy="1093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619158" y="3657469"/>
                <a:ext cx="95400" cy="11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14:cNvPr>
              <p14:cNvContentPartPr/>
              <p14:nvPr/>
            </p14:nvContentPartPr>
            <p14:xfrm>
              <a:off x="9416478" y="5014669"/>
              <a:ext cx="28440" cy="833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398838" y="4997029"/>
                <a:ext cx="64080" cy="86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14:cNvPr>
              <p14:cNvContentPartPr/>
              <p14:nvPr/>
            </p14:nvContentPartPr>
            <p14:xfrm>
              <a:off x="9692598" y="5025469"/>
              <a:ext cx="37440" cy="8982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674958" y="5007829"/>
                <a:ext cx="73080" cy="9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353E188-B92A-E642-64E9-09BEE484A2BF}"/>
              </a:ext>
            </a:extLst>
          </p:cNvPr>
          <p:cNvGrpSpPr/>
          <p:nvPr/>
        </p:nvGrpSpPr>
        <p:grpSpPr>
          <a:xfrm>
            <a:off x="1578558" y="1292269"/>
            <a:ext cx="1553040" cy="951840"/>
            <a:chOff x="1578558" y="1292269"/>
            <a:chExt cx="1553040" cy="95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14:cNvPr>
                <p14:cNvContentPartPr/>
                <p14:nvPr/>
              </p14:nvContentPartPr>
              <p14:xfrm>
                <a:off x="1578558" y="1292269"/>
                <a:ext cx="938880" cy="951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560918" y="1274269"/>
                  <a:ext cx="97452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14:cNvPr>
                <p14:cNvContentPartPr/>
                <p14:nvPr/>
              </p14:nvContentPartPr>
              <p14:xfrm>
                <a:off x="2507358" y="2033149"/>
                <a:ext cx="89640" cy="48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489358" y="2015149"/>
                  <a:ext cx="125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14:cNvPr>
                <p14:cNvContentPartPr/>
                <p14:nvPr/>
              </p14:nvContentPartPr>
              <p14:xfrm>
                <a:off x="2604918" y="1293709"/>
                <a:ext cx="322560" cy="82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587278" y="1276069"/>
                  <a:ext cx="358200" cy="86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14:cNvPr>
                <p14:cNvContentPartPr/>
                <p14:nvPr/>
              </p14:nvContentPartPr>
              <p14:xfrm>
                <a:off x="2958078" y="1366429"/>
                <a:ext cx="173520" cy="770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940438" y="1348429"/>
                  <a:ext cx="209160" cy="80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14:cNvPr>
              <p14:cNvContentPartPr/>
              <p14:nvPr/>
            </p14:nvContentPartPr>
            <p14:xfrm>
              <a:off x="1689078" y="1260229"/>
              <a:ext cx="303480" cy="1486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682958" y="1254109"/>
                <a:ext cx="315720" cy="16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3C05B775-C048-2FA1-9AE1-F394E5FEA7CF}"/>
              </a:ext>
            </a:extLst>
          </p:cNvPr>
          <p:cNvGrpSpPr/>
          <p:nvPr/>
        </p:nvGrpSpPr>
        <p:grpSpPr>
          <a:xfrm>
            <a:off x="1694478" y="1272469"/>
            <a:ext cx="2117880" cy="3086280"/>
            <a:chOff x="1694478" y="1272469"/>
            <a:chExt cx="2117880" cy="30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14:cNvPr>
                <p14:cNvContentPartPr/>
                <p14:nvPr/>
              </p14:nvContentPartPr>
              <p14:xfrm>
                <a:off x="1696998" y="1300189"/>
                <a:ext cx="429120" cy="117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690878" y="1294069"/>
                  <a:ext cx="441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14:cNvPr>
                <p14:cNvContentPartPr/>
                <p14:nvPr/>
              </p14:nvContentPartPr>
              <p14:xfrm>
                <a:off x="2251398" y="2062309"/>
                <a:ext cx="351000" cy="18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45278" y="2056189"/>
                  <a:ext cx="363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14:cNvPr>
                <p14:cNvContentPartPr/>
                <p14:nvPr/>
              </p14:nvContentPartPr>
              <p14:xfrm>
                <a:off x="2720838" y="1317109"/>
                <a:ext cx="295560" cy="98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714718" y="1310989"/>
                  <a:ext cx="307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14:cNvPr>
                <p14:cNvContentPartPr/>
                <p14:nvPr/>
              </p14:nvContentPartPr>
              <p14:xfrm>
                <a:off x="1694478" y="1272469"/>
                <a:ext cx="365760" cy="14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676838" y="1254469"/>
                  <a:ext cx="401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14:cNvPr>
                <p14:cNvContentPartPr/>
                <p14:nvPr/>
              </p14:nvContentPartPr>
              <p14:xfrm>
                <a:off x="2279838" y="2078869"/>
                <a:ext cx="170280" cy="75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61838" y="2061229"/>
                  <a:ext cx="205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14:cNvPr>
                <p14:cNvContentPartPr/>
                <p14:nvPr/>
              </p14:nvContentPartPr>
              <p14:xfrm>
                <a:off x="1959078" y="1441669"/>
                <a:ext cx="831240" cy="2138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41438" y="1424029"/>
                  <a:ext cx="866880" cy="21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14:cNvPr>
                <p14:cNvContentPartPr/>
                <p14:nvPr/>
              </p14:nvContentPartPr>
              <p14:xfrm>
                <a:off x="2824158" y="3545869"/>
                <a:ext cx="976680" cy="73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806518" y="3528229"/>
                  <a:ext cx="101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14:cNvPr>
                <p14:cNvContentPartPr/>
                <p14:nvPr/>
              </p14:nvContentPartPr>
              <p14:xfrm>
                <a:off x="3672678" y="4165069"/>
                <a:ext cx="1396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55038" y="4147429"/>
                  <a:ext cx="17532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401B925-EB63-5851-0916-EBE626CA0FC0}"/>
              </a:ext>
            </a:extLst>
          </p:cNvPr>
          <p:cNvGrpSpPr/>
          <p:nvPr/>
        </p:nvGrpSpPr>
        <p:grpSpPr>
          <a:xfrm>
            <a:off x="1569558" y="1248709"/>
            <a:ext cx="2392200" cy="1427400"/>
            <a:chOff x="1569558" y="1248709"/>
            <a:chExt cx="2392200" cy="14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14:cNvPr>
                <p14:cNvContentPartPr/>
                <p14:nvPr/>
              </p14:nvContentPartPr>
              <p14:xfrm>
                <a:off x="1569558" y="1248709"/>
                <a:ext cx="1590120" cy="10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51558" y="1231069"/>
                  <a:ext cx="1625760" cy="10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14:cNvPr>
                <p14:cNvContentPartPr/>
                <p14:nvPr/>
              </p14:nvContentPartPr>
              <p14:xfrm>
                <a:off x="2891838" y="1628869"/>
                <a:ext cx="819360" cy="100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874198" y="1610869"/>
                  <a:ext cx="855000" cy="10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14:cNvPr>
                <p14:cNvContentPartPr/>
                <p14:nvPr/>
              </p14:nvContentPartPr>
              <p14:xfrm>
                <a:off x="3643878" y="2524549"/>
                <a:ext cx="134280" cy="15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625878" y="2506909"/>
                  <a:ext cx="1699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14:cNvPr>
                <p14:cNvContentPartPr/>
                <p14:nvPr/>
              </p14:nvContentPartPr>
              <p14:xfrm>
                <a:off x="3667278" y="2262109"/>
                <a:ext cx="113400" cy="13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649638" y="2244109"/>
                  <a:ext cx="149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14:cNvPr>
                <p14:cNvContentPartPr/>
                <p14:nvPr/>
              </p14:nvContentPartPr>
              <p14:xfrm>
                <a:off x="3753678" y="2224309"/>
                <a:ext cx="77760" cy="78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35678" y="2206309"/>
                  <a:ext cx="113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14:cNvPr>
                <p14:cNvContentPartPr/>
                <p14:nvPr/>
              </p14:nvContentPartPr>
              <p14:xfrm>
                <a:off x="3849078" y="2041789"/>
                <a:ext cx="112680" cy="18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831078" y="2024149"/>
                  <a:ext cx="14832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14:cNvPr>
              <p14:cNvContentPartPr/>
              <p14:nvPr/>
            </p14:nvContentPartPr>
            <p14:xfrm>
              <a:off x="3436158" y="3215389"/>
              <a:ext cx="1297440" cy="9518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418518" y="3197389"/>
                <a:ext cx="1333080" cy="98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9EBA09C-789A-C44D-0791-D061B3BA12B6}"/>
              </a:ext>
            </a:extLst>
          </p:cNvPr>
          <p:cNvGrpSpPr/>
          <p:nvPr/>
        </p:nvGrpSpPr>
        <p:grpSpPr>
          <a:xfrm>
            <a:off x="1282998" y="4889389"/>
            <a:ext cx="3677040" cy="1077840"/>
            <a:chOff x="1282998" y="4889389"/>
            <a:chExt cx="3677040" cy="10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14:cNvPr>
                <p14:cNvContentPartPr/>
                <p14:nvPr/>
              </p14:nvContentPartPr>
              <p14:xfrm>
                <a:off x="1282998" y="4889389"/>
                <a:ext cx="958320" cy="96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65358" y="4871749"/>
                  <a:ext cx="993960" cy="10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14:cNvPr>
                <p14:cNvContentPartPr/>
                <p14:nvPr/>
              </p14:nvContentPartPr>
              <p14:xfrm>
                <a:off x="2285958" y="4909189"/>
                <a:ext cx="920160" cy="10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267958" y="4891189"/>
                  <a:ext cx="9558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14:cNvPr>
                <p14:cNvContentPartPr/>
                <p14:nvPr/>
              </p14:nvContentPartPr>
              <p14:xfrm>
                <a:off x="3502398" y="5185669"/>
                <a:ext cx="21240" cy="46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484398" y="5167669"/>
                  <a:ext cx="56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14:cNvPr>
                <p14:cNvContentPartPr/>
                <p14:nvPr/>
              </p14:nvContentPartPr>
              <p14:xfrm>
                <a:off x="3506718" y="5700829"/>
                <a:ext cx="32400" cy="46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488718" y="5682829"/>
                  <a:ext cx="680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14:cNvPr>
                <p14:cNvContentPartPr/>
                <p14:nvPr/>
              </p14:nvContentPartPr>
              <p14:xfrm>
                <a:off x="3560358" y="5229229"/>
                <a:ext cx="320400" cy="22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542358" y="5211589"/>
                  <a:ext cx="356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14:cNvPr>
                <p14:cNvContentPartPr/>
                <p14:nvPr/>
              </p14:nvContentPartPr>
              <p14:xfrm>
                <a:off x="3549558" y="5717749"/>
                <a:ext cx="282240" cy="48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531918" y="5699749"/>
                  <a:ext cx="317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14:cNvPr>
                <p14:cNvContentPartPr/>
                <p14:nvPr/>
              </p14:nvContentPartPr>
              <p14:xfrm>
                <a:off x="3885078" y="4998829"/>
                <a:ext cx="99000" cy="96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867438" y="4980829"/>
                  <a:ext cx="134640" cy="10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14:cNvPr>
                <p14:cNvContentPartPr/>
                <p14:nvPr/>
              </p14:nvContentPartPr>
              <p14:xfrm>
                <a:off x="3831438" y="5056789"/>
                <a:ext cx="750600" cy="61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813798" y="5038789"/>
                  <a:ext cx="786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14:cNvPr>
                <p14:cNvContentPartPr/>
                <p14:nvPr/>
              </p14:nvContentPartPr>
              <p14:xfrm>
                <a:off x="4588518" y="5075869"/>
                <a:ext cx="55440" cy="71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570878" y="5057869"/>
                  <a:ext cx="9108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14:cNvPr>
                <p14:cNvContentPartPr/>
                <p14:nvPr/>
              </p14:nvContentPartPr>
              <p14:xfrm>
                <a:off x="3859878" y="5810629"/>
                <a:ext cx="758520" cy="9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42238" y="5792989"/>
                  <a:ext cx="7941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14:cNvPr>
                <p14:cNvContentPartPr/>
                <p14:nvPr/>
              </p14:nvContentPartPr>
              <p14:xfrm>
                <a:off x="4636758" y="5281429"/>
                <a:ext cx="21924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8758" y="5263789"/>
                  <a:ext cx="254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14:cNvPr>
                <p14:cNvContentPartPr/>
                <p14:nvPr/>
              </p14:nvContentPartPr>
              <p14:xfrm>
                <a:off x="4596078" y="5618749"/>
                <a:ext cx="363960" cy="75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578078" y="5600749"/>
                  <a:ext cx="3996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14:cNvPr>
                <p14:cNvContentPartPr/>
                <p14:nvPr/>
              </p14:nvContentPartPr>
              <p14:xfrm>
                <a:off x="4028358" y="5485909"/>
                <a:ext cx="196560" cy="15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010358" y="5468269"/>
                  <a:ext cx="232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14:cNvPr>
                <p14:cNvContentPartPr/>
                <p14:nvPr/>
              </p14:nvContentPartPr>
              <p14:xfrm>
                <a:off x="4169838" y="5441629"/>
                <a:ext cx="85680" cy="83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51838" y="5423629"/>
                  <a:ext cx="1213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14:cNvPr>
                <p14:cNvContentPartPr/>
                <p14:nvPr/>
              </p14:nvContentPartPr>
              <p14:xfrm>
                <a:off x="4164438" y="5387269"/>
                <a:ext cx="45720" cy="89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146798" y="5369629"/>
                  <a:ext cx="813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14:cNvPr>
                <p14:cNvContentPartPr/>
                <p14:nvPr/>
              </p14:nvContentPartPr>
              <p14:xfrm>
                <a:off x="4232118" y="5357029"/>
                <a:ext cx="87120" cy="8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214118" y="5339389"/>
                  <a:ext cx="1227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14:cNvPr>
                <p14:cNvContentPartPr/>
                <p14:nvPr/>
              </p14:nvContentPartPr>
              <p14:xfrm>
                <a:off x="4216278" y="5268469"/>
                <a:ext cx="14004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98638" y="5250469"/>
                  <a:ext cx="1756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CCC9ED-50F7-6E61-C582-56D965B4F1D4}"/>
              </a:ext>
            </a:extLst>
          </p:cNvPr>
          <p:cNvGrpSpPr/>
          <p:nvPr/>
        </p:nvGrpSpPr>
        <p:grpSpPr>
          <a:xfrm>
            <a:off x="436278" y="5226709"/>
            <a:ext cx="555840" cy="281880"/>
            <a:chOff x="436278" y="5226709"/>
            <a:chExt cx="55584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14:cNvPr>
                <p14:cNvContentPartPr/>
                <p14:nvPr/>
              </p14:nvContentPartPr>
              <p14:xfrm>
                <a:off x="436278" y="5368909"/>
                <a:ext cx="500400" cy="11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18278" y="5351269"/>
                  <a:ext cx="5360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14:cNvPr>
                <p14:cNvContentPartPr/>
                <p14:nvPr/>
              </p14:nvContentPartPr>
              <p14:xfrm>
                <a:off x="813558" y="5226709"/>
                <a:ext cx="178560" cy="28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5918" y="5208709"/>
                  <a:ext cx="214200" cy="31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14:cNvPr>
              <p14:cNvContentPartPr/>
              <p14:nvPr/>
            </p14:nvContentPartPr>
            <p14:xfrm>
              <a:off x="1442118" y="4852669"/>
              <a:ext cx="242640" cy="137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424118" y="4835029"/>
                <a:ext cx="27828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14:cNvPr>
              <p14:cNvContentPartPr/>
              <p14:nvPr/>
            </p14:nvContentPartPr>
            <p14:xfrm>
              <a:off x="2089038" y="5733229"/>
              <a:ext cx="184680" cy="137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2071038" y="5715229"/>
                <a:ext cx="22032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14:cNvPr>
              <p14:cNvContentPartPr/>
              <p14:nvPr/>
            </p14:nvContentPartPr>
            <p14:xfrm>
              <a:off x="2683398" y="4896229"/>
              <a:ext cx="207360" cy="12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665758" y="4878589"/>
                <a:ext cx="243000" cy="16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0478C02C-29D1-99A5-0F44-3EF51BB1D5BB}"/>
              </a:ext>
            </a:extLst>
          </p:cNvPr>
          <p:cNvGrpSpPr/>
          <p:nvPr/>
        </p:nvGrpSpPr>
        <p:grpSpPr>
          <a:xfrm>
            <a:off x="4991718" y="4927549"/>
            <a:ext cx="980640" cy="1128960"/>
            <a:chOff x="4991718" y="4927549"/>
            <a:chExt cx="980640" cy="11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14:cNvPr>
                <p14:cNvContentPartPr/>
                <p14:nvPr/>
              </p14:nvContentPartPr>
              <p14:xfrm>
                <a:off x="4991718" y="4927549"/>
                <a:ext cx="980640" cy="1128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74078" y="4909909"/>
                  <a:ext cx="1016280" cy="11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14:cNvPr>
                <p14:cNvContentPartPr/>
                <p14:nvPr/>
              </p14:nvContentPartPr>
              <p14:xfrm>
                <a:off x="5959038" y="5071909"/>
                <a:ext cx="11160" cy="3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41398" y="5054269"/>
                  <a:ext cx="46800" cy="74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3640-90D1-9D51-B2A8-60D2B12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 </a:t>
            </a:r>
          </a:p>
        </p:txBody>
      </p:sp>
      <p:pic>
        <p:nvPicPr>
          <p:cNvPr id="6" name="Content Placeholder 5" descr="A diagram of a graph&#10;&#10;Description automatically generated">
            <a:extLst>
              <a:ext uri="{FF2B5EF4-FFF2-40B4-BE49-F238E27FC236}">
                <a16:creationId xmlns:a16="http://schemas.microsoft.com/office/drawing/2014/main" id="{E920678C-C409-22B8-EE7D-D64DD4503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5298"/>
            <a:ext cx="10515600" cy="2507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4D785-BD32-A87E-B09C-30423E442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ECF2-593A-9872-1CE8-1A113C1010FD}"/>
              </a:ext>
            </a:extLst>
          </p:cNvPr>
          <p:cNvGrpSpPr/>
          <p:nvPr/>
        </p:nvGrpSpPr>
        <p:grpSpPr>
          <a:xfrm>
            <a:off x="1782678" y="2565949"/>
            <a:ext cx="989640" cy="796320"/>
            <a:chOff x="1782678" y="2565949"/>
            <a:chExt cx="989640" cy="7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14:cNvPr>
                <p14:cNvContentPartPr/>
                <p14:nvPr/>
              </p14:nvContentPartPr>
              <p14:xfrm>
                <a:off x="1782678" y="2565949"/>
                <a:ext cx="989640" cy="46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64678" y="2548309"/>
                  <a:ext cx="1025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14:cNvPr>
                <p14:cNvContentPartPr/>
                <p14:nvPr/>
              </p14:nvContentPartPr>
              <p14:xfrm>
                <a:off x="1965198" y="2673949"/>
                <a:ext cx="330120" cy="688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947558" y="2656309"/>
                  <a:ext cx="36576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14:cNvPr>
                <p14:cNvContentPartPr/>
                <p14:nvPr/>
              </p14:nvContentPartPr>
              <p14:xfrm>
                <a:off x="2147358" y="2677909"/>
                <a:ext cx="165240" cy="85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29718" y="2659909"/>
                  <a:ext cx="200880" cy="12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5153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D8D42-8DB1-A8B2-A5DC-6E5353D2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components in the PPG signal – signal loss</a:t>
            </a:r>
          </a:p>
        </p:txBody>
      </p:sp>
      <p:pic>
        <p:nvPicPr>
          <p:cNvPr id="6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46C4DF77-CA85-F2F0-D42E-AC9906642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914" y="1253331"/>
            <a:ext cx="65872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9BAB4-1402-3AAA-3395-BF85C7311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272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27DC-0312-0257-4C00-594614D1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all the components provides the original signal </a:t>
            </a:r>
          </a:p>
        </p:txBody>
      </p:sp>
      <p:pic>
        <p:nvPicPr>
          <p:cNvPr id="6" name="Content Placeholder 5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458F7211-99F5-B54F-A027-A647A4246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504" y="1157716"/>
            <a:ext cx="662899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E213F-0829-47AA-C6EB-2191E128D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367E18-5CA6-CCA7-238F-F4337D49F53B}"/>
              </a:ext>
            </a:extLst>
          </p:cNvPr>
          <p:cNvGrpSpPr/>
          <p:nvPr/>
        </p:nvGrpSpPr>
        <p:grpSpPr>
          <a:xfrm>
            <a:off x="3221238" y="2518429"/>
            <a:ext cx="2995200" cy="1394640"/>
            <a:chOff x="3221238" y="2518429"/>
            <a:chExt cx="2995200" cy="13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14:cNvPr>
                <p14:cNvContentPartPr/>
                <p14:nvPr/>
              </p14:nvContentPartPr>
              <p14:xfrm>
                <a:off x="5041398" y="2868349"/>
                <a:ext cx="1057320" cy="887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023398" y="2850709"/>
                  <a:ext cx="109296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14:cNvPr>
                <p14:cNvContentPartPr/>
                <p14:nvPr/>
              </p14:nvContentPartPr>
              <p14:xfrm>
                <a:off x="5057238" y="3539389"/>
                <a:ext cx="192600" cy="17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39598" y="3521749"/>
                  <a:ext cx="2282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14:cNvPr>
                <p14:cNvContentPartPr/>
                <p14:nvPr/>
              </p14:nvContentPartPr>
              <p14:xfrm>
                <a:off x="3221238" y="3568909"/>
                <a:ext cx="1560600" cy="34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203598" y="3551269"/>
                  <a:ext cx="15962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14:cNvPr>
                <p14:cNvContentPartPr/>
                <p14:nvPr/>
              </p14:nvContentPartPr>
              <p14:xfrm>
                <a:off x="5337678" y="2518429"/>
                <a:ext cx="878760" cy="130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20038" y="2500429"/>
                  <a:ext cx="914400" cy="1341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2346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22832</TotalTime>
  <Words>225</Words>
  <Application>Microsoft Office PowerPoint</Application>
  <PresentationFormat>Widescreen</PresentationFormat>
  <Paragraphs>59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Other sensors</vt:lpstr>
      <vt:lpstr>Differential measurement</vt:lpstr>
      <vt:lpstr>Op Amp</vt:lpstr>
      <vt:lpstr>Op Amp Water Analogy</vt:lpstr>
      <vt:lpstr>Non-inverting and inverting </vt:lpstr>
      <vt:lpstr>Non-inverting Op Amp</vt:lpstr>
      <vt:lpstr>Non-inverting Op Amp</vt:lpstr>
      <vt:lpstr>Inverting Op Amp</vt:lpstr>
      <vt:lpstr>Inverting Op Amp</vt:lpstr>
      <vt:lpstr>PowerPoint Presentation</vt:lpstr>
      <vt:lpstr>Example</vt:lpstr>
      <vt:lpstr>Example</vt:lpstr>
      <vt:lpstr>PD readout circuit</vt:lpstr>
      <vt:lpstr>Time domain to frequency domain</vt:lpstr>
      <vt:lpstr>Time domain to frequency domain</vt:lpstr>
      <vt:lpstr>Time domain to frequency domain</vt:lpstr>
      <vt:lpstr>What makes a square wave</vt:lpstr>
      <vt:lpstr>Filters</vt:lpstr>
      <vt:lpstr>Filters </vt:lpstr>
      <vt:lpstr>Going back to the PPG data collected</vt:lpstr>
      <vt:lpstr>Drift correction</vt:lpstr>
      <vt:lpstr>Peak detection</vt:lpstr>
      <vt:lpstr>Heart rate</vt:lpstr>
      <vt:lpstr>Using single component to find heart rate</vt:lpstr>
      <vt:lpstr>4 components in the PPG signal – signal loss</vt:lpstr>
      <vt:lpstr>Taking all the components provides the original signal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926</cp:revision>
  <cp:lastPrinted>2017-03-30T23:40:26Z</cp:lastPrinted>
  <dcterms:created xsi:type="dcterms:W3CDTF">2014-02-24T21:19:39Z</dcterms:created>
  <dcterms:modified xsi:type="dcterms:W3CDTF">2025-10-11T17:26:29Z</dcterms:modified>
</cp:coreProperties>
</file>